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handoutMasterIdLst>
    <p:handoutMasterId r:id="rId19"/>
  </p:handoutMasterIdLst>
  <p:sldIdLst>
    <p:sldId id="256" r:id="rId3"/>
    <p:sldId id="257" r:id="rId4"/>
    <p:sldId id="258" r:id="rId5"/>
    <p:sldId id="259" r:id="rId6"/>
    <p:sldId id="260" r:id="rId7"/>
    <p:sldId id="261" r:id="rId8"/>
    <p:sldId id="262" r:id="rId9"/>
    <p:sldId id="288" r:id="rId10"/>
    <p:sldId id="289" r:id="rId11"/>
    <p:sldId id="275" r:id="rId12"/>
    <p:sldId id="290" r:id="rId13"/>
    <p:sldId id="291" r:id="rId14"/>
    <p:sldId id="292" r:id="rId15"/>
    <p:sldId id="284" r:id="rId16"/>
    <p:sldId id="29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3B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354" y="138"/>
      </p:cViewPr>
      <p:guideLst/>
    </p:cSldViewPr>
  </p:slideViewPr>
  <p:notesTextViewPr>
    <p:cViewPr>
      <p:scale>
        <a:sx n="3" d="2"/>
        <a:sy n="3" d="2"/>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35447D-1C6C-B73A-F6DE-077DF00D86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180D9E8-9761-3AB2-6153-2B5EB5B7936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B0F204-920A-42E5-B40C-6E518E284DDA}" type="datetimeFigureOut">
              <a:rPr lang="en-US" smtClean="0"/>
              <a:t>12/5/2025</a:t>
            </a:fld>
            <a:endParaRPr lang="en-US"/>
          </a:p>
        </p:txBody>
      </p:sp>
      <p:sp>
        <p:nvSpPr>
          <p:cNvPr id="4" name="Footer Placeholder 3">
            <a:extLst>
              <a:ext uri="{FF2B5EF4-FFF2-40B4-BE49-F238E27FC236}">
                <a16:creationId xmlns:a16="http://schemas.microsoft.com/office/drawing/2014/main" id="{AD748388-4671-A7BF-EB40-53C3BE468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EAD7115-FE67-4626-C882-94BB23AA45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6C2FD2-F44E-4420-8C70-559A96AFB956}" type="slidenum">
              <a:rPr lang="en-US" smtClean="0"/>
              <a:t>‹#›</a:t>
            </a:fld>
            <a:endParaRPr lang="en-US"/>
          </a:p>
        </p:txBody>
      </p:sp>
    </p:spTree>
    <p:extLst>
      <p:ext uri="{BB962C8B-B14F-4D97-AF65-F5344CB8AC3E}">
        <p14:creationId xmlns:p14="http://schemas.microsoft.com/office/powerpoint/2010/main" val="273762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1F11A1-994C-4703-844E-659AAB9CB2E0}"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571919-0DA9-43AE-9D29-1E4E5360D737}" type="slidenum">
              <a:rPr lang="en-US" smtClean="0"/>
              <a:t>‹#›</a:t>
            </a:fld>
            <a:endParaRPr lang="en-US"/>
          </a:p>
        </p:txBody>
      </p:sp>
    </p:spTree>
    <p:extLst>
      <p:ext uri="{BB962C8B-B14F-4D97-AF65-F5344CB8AC3E}">
        <p14:creationId xmlns:p14="http://schemas.microsoft.com/office/powerpoint/2010/main" val="3807887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2"/>
        <p:cNvGrpSpPr/>
        <p:nvPr/>
      </p:nvGrpSpPr>
      <p:grpSpPr>
        <a:xfrm>
          <a:off x="0" y="0"/>
          <a:ext cx="0" cy="0"/>
          <a:chOff x="0" y="0"/>
          <a:chExt cx="0" cy="0"/>
        </a:xfrm>
      </p:grpSpPr>
      <p:sp>
        <p:nvSpPr>
          <p:cNvPr id="3413" name="Google Shape;3413;g10a9ee379fb_0_6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414" name="Google Shape;3414;g10a9ee379fb_0_6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2">
          <a:extLst>
            <a:ext uri="{FF2B5EF4-FFF2-40B4-BE49-F238E27FC236}">
              <a16:creationId xmlns:a16="http://schemas.microsoft.com/office/drawing/2014/main" id="{72E20995-BC56-CCFE-D471-0C76B0B57398}"/>
            </a:ext>
          </a:extLst>
        </p:cNvPr>
        <p:cNvGrpSpPr/>
        <p:nvPr/>
      </p:nvGrpSpPr>
      <p:grpSpPr>
        <a:xfrm>
          <a:off x="0" y="0"/>
          <a:ext cx="0" cy="0"/>
          <a:chOff x="0" y="0"/>
          <a:chExt cx="0" cy="0"/>
        </a:xfrm>
      </p:grpSpPr>
      <p:sp>
        <p:nvSpPr>
          <p:cNvPr id="3413" name="Google Shape;3413;g10a9ee379fb_0_657:notes">
            <a:extLst>
              <a:ext uri="{FF2B5EF4-FFF2-40B4-BE49-F238E27FC236}">
                <a16:creationId xmlns:a16="http://schemas.microsoft.com/office/drawing/2014/main" id="{590AEA9C-3353-D352-C054-EDCB31B039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414" name="Google Shape;3414;g10a9ee379fb_0_657:notes">
            <a:extLst>
              <a:ext uri="{FF2B5EF4-FFF2-40B4-BE49-F238E27FC236}">
                <a16:creationId xmlns:a16="http://schemas.microsoft.com/office/drawing/2014/main" id="{7F6A7730-0FA7-3FD7-9B84-D80A341C20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6460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6"/>
        <p:cNvGrpSpPr/>
        <p:nvPr/>
      </p:nvGrpSpPr>
      <p:grpSpPr>
        <a:xfrm>
          <a:off x="0" y="0"/>
          <a:ext cx="0" cy="0"/>
          <a:chOff x="0" y="0"/>
          <a:chExt cx="0" cy="0"/>
        </a:xfrm>
      </p:grpSpPr>
      <p:sp>
        <p:nvSpPr>
          <p:cNvPr id="3177" name="Google Shape;3177;g10a69f07881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8" name="Google Shape;3178;g10a69f07881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6">
          <a:extLst>
            <a:ext uri="{FF2B5EF4-FFF2-40B4-BE49-F238E27FC236}">
              <a16:creationId xmlns:a16="http://schemas.microsoft.com/office/drawing/2014/main" id="{F3FC32B2-D3D9-3C00-458D-2B643E88A8BA}"/>
            </a:ext>
          </a:extLst>
        </p:cNvPr>
        <p:cNvGrpSpPr/>
        <p:nvPr/>
      </p:nvGrpSpPr>
      <p:grpSpPr>
        <a:xfrm>
          <a:off x="0" y="0"/>
          <a:ext cx="0" cy="0"/>
          <a:chOff x="0" y="0"/>
          <a:chExt cx="0" cy="0"/>
        </a:xfrm>
      </p:grpSpPr>
      <p:sp>
        <p:nvSpPr>
          <p:cNvPr id="3177" name="Google Shape;3177;g10a69f07881_0_203:notes">
            <a:extLst>
              <a:ext uri="{FF2B5EF4-FFF2-40B4-BE49-F238E27FC236}">
                <a16:creationId xmlns:a16="http://schemas.microsoft.com/office/drawing/2014/main" id="{C91BB9D4-6CC1-83EA-AD55-573B0F138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8" name="Google Shape;3178;g10a69f07881_0_203:notes">
            <a:extLst>
              <a:ext uri="{FF2B5EF4-FFF2-40B4-BE49-F238E27FC236}">
                <a16:creationId xmlns:a16="http://schemas.microsoft.com/office/drawing/2014/main" id="{33E6ED82-98EE-2EEB-F961-A7B82622F3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0047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2">
          <a:extLst>
            <a:ext uri="{FF2B5EF4-FFF2-40B4-BE49-F238E27FC236}">
              <a16:creationId xmlns:a16="http://schemas.microsoft.com/office/drawing/2014/main" id="{FD2036EB-962C-14FF-341B-828C30E877D1}"/>
            </a:ext>
          </a:extLst>
        </p:cNvPr>
        <p:cNvGrpSpPr/>
        <p:nvPr/>
      </p:nvGrpSpPr>
      <p:grpSpPr>
        <a:xfrm>
          <a:off x="0" y="0"/>
          <a:ext cx="0" cy="0"/>
          <a:chOff x="0" y="0"/>
          <a:chExt cx="0" cy="0"/>
        </a:xfrm>
      </p:grpSpPr>
      <p:sp>
        <p:nvSpPr>
          <p:cNvPr id="3413" name="Google Shape;3413;g10a9ee379fb_0_657:notes">
            <a:extLst>
              <a:ext uri="{FF2B5EF4-FFF2-40B4-BE49-F238E27FC236}">
                <a16:creationId xmlns:a16="http://schemas.microsoft.com/office/drawing/2014/main" id="{C6A7D664-ED79-972B-9F76-A4A2D5438D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414" name="Google Shape;3414;g10a9ee379fb_0_657:notes">
            <a:extLst>
              <a:ext uri="{FF2B5EF4-FFF2-40B4-BE49-F238E27FC236}">
                <a16:creationId xmlns:a16="http://schemas.microsoft.com/office/drawing/2014/main" id="{FC9CAC59-824E-C275-2836-C599862E7E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4605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2">
          <a:extLst>
            <a:ext uri="{FF2B5EF4-FFF2-40B4-BE49-F238E27FC236}">
              <a16:creationId xmlns:a16="http://schemas.microsoft.com/office/drawing/2014/main" id="{DBC91AA1-DC13-340F-B16E-A2027F5E3CDC}"/>
            </a:ext>
          </a:extLst>
        </p:cNvPr>
        <p:cNvGrpSpPr/>
        <p:nvPr/>
      </p:nvGrpSpPr>
      <p:grpSpPr>
        <a:xfrm>
          <a:off x="0" y="0"/>
          <a:ext cx="0" cy="0"/>
          <a:chOff x="0" y="0"/>
          <a:chExt cx="0" cy="0"/>
        </a:xfrm>
      </p:grpSpPr>
      <p:sp>
        <p:nvSpPr>
          <p:cNvPr id="3413" name="Google Shape;3413;g10a9ee379fb_0_657:notes">
            <a:extLst>
              <a:ext uri="{FF2B5EF4-FFF2-40B4-BE49-F238E27FC236}">
                <a16:creationId xmlns:a16="http://schemas.microsoft.com/office/drawing/2014/main" id="{94638F5B-5067-44EA-58FB-2B6B2FE653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414" name="Google Shape;3414;g10a9ee379fb_0_657:notes">
            <a:extLst>
              <a:ext uri="{FF2B5EF4-FFF2-40B4-BE49-F238E27FC236}">
                <a16:creationId xmlns:a16="http://schemas.microsoft.com/office/drawing/2014/main" id="{CBCE2CA2-FA0C-C6BC-BD63-17B90E8C93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429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7"/>
        <p:cNvGrpSpPr/>
        <p:nvPr/>
      </p:nvGrpSpPr>
      <p:grpSpPr>
        <a:xfrm>
          <a:off x="0" y="0"/>
          <a:ext cx="0" cy="0"/>
          <a:chOff x="0" y="0"/>
          <a:chExt cx="0" cy="0"/>
        </a:xfrm>
      </p:grpSpPr>
      <p:sp>
        <p:nvSpPr>
          <p:cNvPr id="3328" name="Google Shape;3328;g10a69f07881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9" name="Google Shape;3329;g10a69f07881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6"/>
        <p:cNvGrpSpPr/>
        <p:nvPr/>
      </p:nvGrpSpPr>
      <p:grpSpPr>
        <a:xfrm>
          <a:off x="0" y="0"/>
          <a:ext cx="0" cy="0"/>
          <a:chOff x="0" y="0"/>
          <a:chExt cx="0" cy="0"/>
        </a:xfrm>
      </p:grpSpPr>
      <p:sp>
        <p:nvSpPr>
          <p:cNvPr id="3437" name="Google Shape;3437;g10a69f07881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8" name="Google Shape;3438;g10a69f07881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6FD0B-8AC2-95DC-556E-37F890A655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89531D-4C5D-715B-9A77-D7E3C8B344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B2F8AC-70CD-6298-0440-07A082F3A537}"/>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5" name="Footer Placeholder 4">
            <a:extLst>
              <a:ext uri="{FF2B5EF4-FFF2-40B4-BE49-F238E27FC236}">
                <a16:creationId xmlns:a16="http://schemas.microsoft.com/office/drawing/2014/main" id="{48403954-53E0-88DC-6822-9B9ED55AB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C3BC5B-6403-82F2-EBF1-968DBE803962}"/>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2043843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2057E-A3AC-FC4E-C7DE-2D807EDD87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3A22B5-CEE3-1509-8340-2A6C3CC1E2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7407D-CBBD-9C21-8EF4-3D20D61EB560}"/>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5" name="Footer Placeholder 4">
            <a:extLst>
              <a:ext uri="{FF2B5EF4-FFF2-40B4-BE49-F238E27FC236}">
                <a16:creationId xmlns:a16="http://schemas.microsoft.com/office/drawing/2014/main" id="{53A0C838-A3DA-027C-4EE8-D1972D3DB7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16301-21FB-1DF1-3D7B-CB10A6A63DB2}"/>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2683596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796D8-A1BC-17A3-E4B3-6322217112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32DF4C-0655-4082-8B39-992E4C2C52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8F7A59-2106-FB71-14CE-F4D328EBF0A1}"/>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5" name="Footer Placeholder 4">
            <a:extLst>
              <a:ext uri="{FF2B5EF4-FFF2-40B4-BE49-F238E27FC236}">
                <a16:creationId xmlns:a16="http://schemas.microsoft.com/office/drawing/2014/main" id="{338A2E20-3FF0-29FC-082C-0B309997B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0B2B8-FAA1-14DB-B738-BBE277304002}"/>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3444458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8F25-AA81-AAA3-DD31-034ADD46F2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283CB9-B364-337B-7CD9-A74CD470DD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674876-E0EE-3946-1FBF-A100768DB2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0A630F-F0BA-4CDB-E5DC-22261E77B007}"/>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6" name="Footer Placeholder 5">
            <a:extLst>
              <a:ext uri="{FF2B5EF4-FFF2-40B4-BE49-F238E27FC236}">
                <a16:creationId xmlns:a16="http://schemas.microsoft.com/office/drawing/2014/main" id="{852F9666-262E-4106-0C6E-FCB821E312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D7B01-A650-22CB-9804-A61B4F6981E9}"/>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3240404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43DE-41F6-451F-0346-6862103A3A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6EBEAE-F1E7-4BC5-7EDD-2CB5AD356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F17E1-FEF3-A604-02C7-489D914B74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5FA2DB-41FA-8A1F-C09C-CBB29CEFB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8B1072-71A4-A3DC-AAA7-4AD21276D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38D103-2445-5E48-9459-8C62FE4D1C88}"/>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8" name="Footer Placeholder 7">
            <a:extLst>
              <a:ext uri="{FF2B5EF4-FFF2-40B4-BE49-F238E27FC236}">
                <a16:creationId xmlns:a16="http://schemas.microsoft.com/office/drawing/2014/main" id="{B93BD8A6-F5E0-16FA-965B-198620E4C1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846BDC-62B4-462D-906E-40EF4AE81122}"/>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2729635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0D924-B64A-03F5-BF2B-8903F6A8B9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A20547-F399-7F19-F542-D8FF8468446B}"/>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4" name="Footer Placeholder 3">
            <a:extLst>
              <a:ext uri="{FF2B5EF4-FFF2-40B4-BE49-F238E27FC236}">
                <a16:creationId xmlns:a16="http://schemas.microsoft.com/office/drawing/2014/main" id="{C50E980F-0111-9074-CE23-217CA76B38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EE27E4-3C89-7349-B5B0-BD4FF9F11364}"/>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409257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4BB5E5-E6FD-B158-FB50-D784FDBBB4D2}"/>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3" name="Footer Placeholder 2">
            <a:extLst>
              <a:ext uri="{FF2B5EF4-FFF2-40B4-BE49-F238E27FC236}">
                <a16:creationId xmlns:a16="http://schemas.microsoft.com/office/drawing/2014/main" id="{D7AC3CF9-DCAC-8E13-729B-FFA0C810CB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468F77-077C-0F00-3AE9-053904713DA8}"/>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2420419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126F4-7171-A460-F1B5-2F24051F43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3AE035-1820-AFF8-AD0E-85901C1512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EE39AD-50A5-0C83-E676-232C45EB9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FC28F2-3B12-26BB-5D97-4DF71383171A}"/>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6" name="Footer Placeholder 5">
            <a:extLst>
              <a:ext uri="{FF2B5EF4-FFF2-40B4-BE49-F238E27FC236}">
                <a16:creationId xmlns:a16="http://schemas.microsoft.com/office/drawing/2014/main" id="{9439C945-53A6-A45F-E5B0-241D5785DF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7BE55A-59A8-B82A-45D5-92556A0D2536}"/>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1469752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5CC7-BAEE-CC3B-4471-3BA5FB1D56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B2C6C4-14A1-B5D5-5D20-7F38287AF9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C5134A-1AAD-3528-A168-1D421DE62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E9193F-D991-ABBC-DB22-1E3A83F83339}"/>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6" name="Footer Placeholder 5">
            <a:extLst>
              <a:ext uri="{FF2B5EF4-FFF2-40B4-BE49-F238E27FC236}">
                <a16:creationId xmlns:a16="http://schemas.microsoft.com/office/drawing/2014/main" id="{0B04FA94-EB30-0509-B882-FDC6E0304A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6A2B43-24FB-992F-6428-2A55F522B234}"/>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1363669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D9BA0-752C-764B-28A2-48B1301CD8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51591F-B74E-C420-7B4D-DC424E07DE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7F5AD8-F35A-6342-D02B-556F515DA29F}"/>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5" name="Footer Placeholder 4">
            <a:extLst>
              <a:ext uri="{FF2B5EF4-FFF2-40B4-BE49-F238E27FC236}">
                <a16:creationId xmlns:a16="http://schemas.microsoft.com/office/drawing/2014/main" id="{7E599C46-56DD-F051-935E-7865047A23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C09B9-407B-F4F1-081A-E9FF3E756249}"/>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221650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0CDBAD-42F0-881F-35C4-ACC3BBF592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4BACBF-4FE5-6430-23D9-7145B07FB4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1F2971-7C37-27D7-580C-8094B6876957}"/>
              </a:ext>
            </a:extLst>
          </p:cNvPr>
          <p:cNvSpPr>
            <a:spLocks noGrp="1"/>
          </p:cNvSpPr>
          <p:nvPr>
            <p:ph type="dt" sz="half" idx="10"/>
          </p:nvPr>
        </p:nvSpPr>
        <p:spPr/>
        <p:txBody>
          <a:bodyPr/>
          <a:lstStyle/>
          <a:p>
            <a:fld id="{BB6CD7CD-B0B4-465D-8AEF-1971083E40AD}" type="datetimeFigureOut">
              <a:rPr lang="en-US" smtClean="0"/>
              <a:t>12/5/2025</a:t>
            </a:fld>
            <a:endParaRPr lang="en-US"/>
          </a:p>
        </p:txBody>
      </p:sp>
      <p:sp>
        <p:nvSpPr>
          <p:cNvPr id="5" name="Footer Placeholder 4">
            <a:extLst>
              <a:ext uri="{FF2B5EF4-FFF2-40B4-BE49-F238E27FC236}">
                <a16:creationId xmlns:a16="http://schemas.microsoft.com/office/drawing/2014/main" id="{63D43B96-920D-D3E8-5CF4-CCF95067C7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3199B-D92E-633E-0366-D3392698E25C}"/>
              </a:ext>
            </a:extLst>
          </p:cNvPr>
          <p:cNvSpPr>
            <a:spLocks noGrp="1"/>
          </p:cNvSpPr>
          <p:nvPr>
            <p:ph type="sldNum" sz="quarter" idx="12"/>
          </p:nvPr>
        </p:nvSpPr>
        <p:spPr/>
        <p:txBody>
          <a:bodyPr/>
          <a:lstStyle/>
          <a:p>
            <a:fld id="{2072C9E6-03CA-42CB-98D0-6826BEE4D52A}" type="slidenum">
              <a:rPr lang="en-US" smtClean="0"/>
              <a:t>‹#›</a:t>
            </a:fld>
            <a:endParaRPr lang="en-US"/>
          </a:p>
        </p:txBody>
      </p:sp>
    </p:spTree>
    <p:extLst>
      <p:ext uri="{BB962C8B-B14F-4D97-AF65-F5344CB8AC3E}">
        <p14:creationId xmlns:p14="http://schemas.microsoft.com/office/powerpoint/2010/main" val="250392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710400" y="1713500"/>
            <a:ext cx="8771200" cy="2964400"/>
          </a:xfrm>
          <a:prstGeom prst="rect">
            <a:avLst/>
          </a:prstGeom>
        </p:spPr>
        <p:txBody>
          <a:bodyPr spcFirstLastPara="1" wrap="square" lIns="91425" tIns="91425" rIns="91425" bIns="91425" anchor="t" anchorCtr="0">
            <a:noAutofit/>
          </a:bodyPr>
          <a:lstStyle>
            <a:lvl1pPr lvl="0" algn="ctr">
              <a:lnSpc>
                <a:spcPct val="85000"/>
              </a:lnSpc>
              <a:spcBef>
                <a:spcPts val="0"/>
              </a:spcBef>
              <a:spcAft>
                <a:spcPts val="0"/>
              </a:spcAft>
              <a:buSzPts val="4300"/>
              <a:buNone/>
              <a:defRPr sz="5733"/>
            </a:lvl1pPr>
            <a:lvl2pPr lvl="1" algn="ctr">
              <a:lnSpc>
                <a:spcPct val="85000"/>
              </a:lnSpc>
              <a:spcBef>
                <a:spcPts val="0"/>
              </a:spcBef>
              <a:spcAft>
                <a:spcPts val="0"/>
              </a:spcAft>
              <a:buSzPts val="4300"/>
              <a:buNone/>
              <a:defRPr sz="5733"/>
            </a:lvl2pPr>
            <a:lvl3pPr lvl="2" algn="ctr">
              <a:lnSpc>
                <a:spcPct val="85000"/>
              </a:lnSpc>
              <a:spcBef>
                <a:spcPts val="0"/>
              </a:spcBef>
              <a:spcAft>
                <a:spcPts val="0"/>
              </a:spcAft>
              <a:buSzPts val="4300"/>
              <a:buNone/>
              <a:defRPr sz="5733"/>
            </a:lvl3pPr>
            <a:lvl4pPr lvl="3" algn="ctr">
              <a:lnSpc>
                <a:spcPct val="85000"/>
              </a:lnSpc>
              <a:spcBef>
                <a:spcPts val="0"/>
              </a:spcBef>
              <a:spcAft>
                <a:spcPts val="0"/>
              </a:spcAft>
              <a:buSzPts val="4300"/>
              <a:buNone/>
              <a:defRPr sz="5733"/>
            </a:lvl4pPr>
            <a:lvl5pPr lvl="4" algn="ctr">
              <a:lnSpc>
                <a:spcPct val="85000"/>
              </a:lnSpc>
              <a:spcBef>
                <a:spcPts val="0"/>
              </a:spcBef>
              <a:spcAft>
                <a:spcPts val="0"/>
              </a:spcAft>
              <a:buSzPts val="4300"/>
              <a:buNone/>
              <a:defRPr sz="5733"/>
            </a:lvl5pPr>
            <a:lvl6pPr lvl="5" algn="ctr">
              <a:lnSpc>
                <a:spcPct val="85000"/>
              </a:lnSpc>
              <a:spcBef>
                <a:spcPts val="0"/>
              </a:spcBef>
              <a:spcAft>
                <a:spcPts val="0"/>
              </a:spcAft>
              <a:buSzPts val="4300"/>
              <a:buNone/>
              <a:defRPr sz="5733"/>
            </a:lvl6pPr>
            <a:lvl7pPr lvl="6" algn="ctr">
              <a:lnSpc>
                <a:spcPct val="85000"/>
              </a:lnSpc>
              <a:spcBef>
                <a:spcPts val="0"/>
              </a:spcBef>
              <a:spcAft>
                <a:spcPts val="0"/>
              </a:spcAft>
              <a:buSzPts val="4300"/>
              <a:buNone/>
              <a:defRPr sz="5733"/>
            </a:lvl7pPr>
            <a:lvl8pPr lvl="7" algn="ctr">
              <a:lnSpc>
                <a:spcPct val="85000"/>
              </a:lnSpc>
              <a:spcBef>
                <a:spcPts val="0"/>
              </a:spcBef>
              <a:spcAft>
                <a:spcPts val="0"/>
              </a:spcAft>
              <a:buSzPts val="4300"/>
              <a:buNone/>
              <a:defRPr sz="5733"/>
            </a:lvl8pPr>
            <a:lvl9pPr lvl="8" algn="ctr">
              <a:lnSpc>
                <a:spcPct val="85000"/>
              </a:lnSpc>
              <a:spcBef>
                <a:spcPts val="0"/>
              </a:spcBef>
              <a:spcAft>
                <a:spcPts val="0"/>
              </a:spcAft>
              <a:buSzPts val="4300"/>
              <a:buNone/>
              <a:defRPr sz="5733"/>
            </a:lvl9pPr>
          </a:lstStyle>
          <a:p>
            <a:endParaRPr/>
          </a:p>
        </p:txBody>
      </p:sp>
      <p:sp>
        <p:nvSpPr>
          <p:cNvPr id="10" name="Google Shape;10;p2"/>
          <p:cNvSpPr txBox="1">
            <a:spLocks noGrp="1"/>
          </p:cNvSpPr>
          <p:nvPr>
            <p:ph type="subTitle" idx="1"/>
          </p:nvPr>
        </p:nvSpPr>
        <p:spPr>
          <a:xfrm>
            <a:off x="2948800" y="5154267"/>
            <a:ext cx="6294400" cy="498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50"/>
              <a:buNone/>
              <a:defRPr sz="2267"/>
            </a:lvl1pPr>
            <a:lvl2pPr lvl="1" algn="ctr">
              <a:lnSpc>
                <a:spcPct val="100000"/>
              </a:lnSpc>
              <a:spcBef>
                <a:spcPts val="0"/>
              </a:spcBef>
              <a:spcAft>
                <a:spcPts val="0"/>
              </a:spcAft>
              <a:buSzPts val="1650"/>
              <a:buNone/>
              <a:defRPr sz="2200"/>
            </a:lvl2pPr>
            <a:lvl3pPr lvl="2" algn="ctr">
              <a:lnSpc>
                <a:spcPct val="100000"/>
              </a:lnSpc>
              <a:spcBef>
                <a:spcPts val="0"/>
              </a:spcBef>
              <a:spcAft>
                <a:spcPts val="0"/>
              </a:spcAft>
              <a:buSzPts val="1650"/>
              <a:buNone/>
              <a:defRPr sz="2200"/>
            </a:lvl3pPr>
            <a:lvl4pPr lvl="3" algn="ctr">
              <a:lnSpc>
                <a:spcPct val="100000"/>
              </a:lnSpc>
              <a:spcBef>
                <a:spcPts val="0"/>
              </a:spcBef>
              <a:spcAft>
                <a:spcPts val="0"/>
              </a:spcAft>
              <a:buSzPts val="1650"/>
              <a:buNone/>
              <a:defRPr sz="2200"/>
            </a:lvl4pPr>
            <a:lvl5pPr lvl="4" algn="ctr">
              <a:lnSpc>
                <a:spcPct val="100000"/>
              </a:lnSpc>
              <a:spcBef>
                <a:spcPts val="0"/>
              </a:spcBef>
              <a:spcAft>
                <a:spcPts val="0"/>
              </a:spcAft>
              <a:buSzPts val="1650"/>
              <a:buNone/>
              <a:defRPr sz="2200"/>
            </a:lvl5pPr>
            <a:lvl6pPr lvl="5" algn="ctr">
              <a:lnSpc>
                <a:spcPct val="100000"/>
              </a:lnSpc>
              <a:spcBef>
                <a:spcPts val="0"/>
              </a:spcBef>
              <a:spcAft>
                <a:spcPts val="0"/>
              </a:spcAft>
              <a:buSzPts val="1650"/>
              <a:buNone/>
              <a:defRPr sz="2200"/>
            </a:lvl6pPr>
            <a:lvl7pPr lvl="6" algn="ctr">
              <a:lnSpc>
                <a:spcPct val="100000"/>
              </a:lnSpc>
              <a:spcBef>
                <a:spcPts val="0"/>
              </a:spcBef>
              <a:spcAft>
                <a:spcPts val="0"/>
              </a:spcAft>
              <a:buSzPts val="1650"/>
              <a:buNone/>
              <a:defRPr sz="2200"/>
            </a:lvl7pPr>
            <a:lvl8pPr lvl="7" algn="ctr">
              <a:lnSpc>
                <a:spcPct val="100000"/>
              </a:lnSpc>
              <a:spcBef>
                <a:spcPts val="0"/>
              </a:spcBef>
              <a:spcAft>
                <a:spcPts val="0"/>
              </a:spcAft>
              <a:buSzPts val="1650"/>
              <a:buNone/>
              <a:defRPr sz="2200"/>
            </a:lvl8pPr>
            <a:lvl9pPr lvl="8" algn="ctr">
              <a:lnSpc>
                <a:spcPct val="100000"/>
              </a:lnSpc>
              <a:spcBef>
                <a:spcPts val="0"/>
              </a:spcBef>
              <a:spcAft>
                <a:spcPts val="0"/>
              </a:spcAft>
              <a:buSzPts val="1650"/>
              <a:buNone/>
              <a:defRPr sz="2200"/>
            </a:lvl9pPr>
          </a:lstStyle>
          <a:p>
            <a:endParaRPr/>
          </a:p>
        </p:txBody>
      </p:sp>
      <p:grpSp>
        <p:nvGrpSpPr>
          <p:cNvPr id="11" name="Google Shape;11;p2"/>
          <p:cNvGrpSpPr/>
          <p:nvPr/>
        </p:nvGrpSpPr>
        <p:grpSpPr>
          <a:xfrm>
            <a:off x="-4854463" y="2913902"/>
            <a:ext cx="5451748" cy="5451748"/>
            <a:chOff x="-3640848" y="2185426"/>
            <a:chExt cx="4088811" cy="4088811"/>
          </a:xfrm>
        </p:grpSpPr>
        <p:sp>
          <p:nvSpPr>
            <p:cNvPr id="12" name="Google Shape;12;p2"/>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 name="Google Shape;14;p2"/>
          <p:cNvGrpSpPr/>
          <p:nvPr/>
        </p:nvGrpSpPr>
        <p:grpSpPr>
          <a:xfrm>
            <a:off x="-3629666" y="-1439685"/>
            <a:ext cx="5026084" cy="15144076"/>
            <a:chOff x="-2722250" y="-1079764"/>
            <a:chExt cx="3769563" cy="11358057"/>
          </a:xfrm>
        </p:grpSpPr>
        <p:sp>
          <p:nvSpPr>
            <p:cNvPr id="15" name="Google Shape;15;p2"/>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9" name="Google Shape;29;p2"/>
          <p:cNvGrpSpPr/>
          <p:nvPr/>
        </p:nvGrpSpPr>
        <p:grpSpPr>
          <a:xfrm>
            <a:off x="995867" y="-733633"/>
            <a:ext cx="2643967" cy="2684767"/>
            <a:chOff x="746900" y="-550225"/>
            <a:chExt cx="1982975" cy="2013575"/>
          </a:xfrm>
        </p:grpSpPr>
        <p:sp>
          <p:nvSpPr>
            <p:cNvPr id="30" name="Google Shape;30;p2"/>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chemeClr val="accent1"/>
              </a:solidFill>
              <a:prstDash val="solid"/>
              <a:round/>
              <a:headEnd type="none" w="med" len="med"/>
              <a:tailEnd type="none" w="med" len="med"/>
            </a:ln>
            <a:effectLst>
              <a:outerShdw blurRad="128588" dist="19050" algn="bl" rotWithShape="0">
                <a:schemeClr val="accent1"/>
              </a:outerShdw>
            </a:effectLst>
          </p:spPr>
          <p:txBody>
            <a:bodyPr/>
            <a:lstStyle/>
            <a:p>
              <a:endParaRPr lang="en-US" sz="2400"/>
            </a:p>
          </p:txBody>
        </p:sp>
        <p:sp>
          <p:nvSpPr>
            <p:cNvPr id="31" name="Google Shape;31;p2"/>
            <p:cNvSpPr/>
            <p:nvPr/>
          </p:nvSpPr>
          <p:spPr>
            <a:xfrm>
              <a:off x="746900" y="1312750"/>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2"/>
            <p:cNvSpPr/>
            <p:nvPr/>
          </p:nvSpPr>
          <p:spPr>
            <a:xfrm>
              <a:off x="2579275" y="-550225"/>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grpSp>
      <p:grpSp>
        <p:nvGrpSpPr>
          <p:cNvPr id="34" name="Google Shape;34;p2"/>
          <p:cNvGrpSpPr/>
          <p:nvPr/>
        </p:nvGrpSpPr>
        <p:grpSpPr>
          <a:xfrm>
            <a:off x="10839234" y="3406702"/>
            <a:ext cx="5630517" cy="5451748"/>
            <a:chOff x="8129425" y="2555026"/>
            <a:chExt cx="4222888" cy="4088811"/>
          </a:xfrm>
        </p:grpSpPr>
        <p:sp>
          <p:nvSpPr>
            <p:cNvPr id="35" name="Google Shape;35;p2"/>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2"/>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2"/>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2"/>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39;p2"/>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2"/>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2"/>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2"/>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3" name="Google Shape;43;p2"/>
          <p:cNvGrpSpPr/>
          <p:nvPr/>
        </p:nvGrpSpPr>
        <p:grpSpPr>
          <a:xfrm>
            <a:off x="11241034" y="-2909234"/>
            <a:ext cx="3339401" cy="6100401"/>
            <a:chOff x="8430775" y="-2181926"/>
            <a:chExt cx="2504551" cy="4575301"/>
          </a:xfrm>
        </p:grpSpPr>
        <p:sp>
          <p:nvSpPr>
            <p:cNvPr id="44" name="Google Shape;44;p2"/>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2"/>
            <p:cNvSpPr/>
            <p:nvPr/>
          </p:nvSpPr>
          <p:spPr>
            <a:xfrm>
              <a:off x="8430775" y="2242775"/>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2"/>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2"/>
            <p:cNvSpPr/>
            <p:nvPr/>
          </p:nvSpPr>
          <p:spPr>
            <a:xfrm>
              <a:off x="8430775" y="2242775"/>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8" name="Google Shape;48;p2"/>
          <p:cNvGrpSpPr/>
          <p:nvPr/>
        </p:nvGrpSpPr>
        <p:grpSpPr>
          <a:xfrm rot="10800000" flipH="1">
            <a:off x="6640142" y="-14140989"/>
            <a:ext cx="5026084" cy="15144076"/>
            <a:chOff x="-2722250" y="-1079764"/>
            <a:chExt cx="3769563" cy="11358057"/>
          </a:xfrm>
        </p:grpSpPr>
        <p:sp>
          <p:nvSpPr>
            <p:cNvPr id="49" name="Google Shape;49;p2"/>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2"/>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2"/>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2"/>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2"/>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2"/>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2"/>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2"/>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2"/>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2"/>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2"/>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2"/>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61;p2"/>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62;p2"/>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15542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125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1250"/>
                        <p:tgtEl>
                          <p:spTgt spid="10"/>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63"/>
        <p:cNvGrpSpPr/>
        <p:nvPr/>
      </p:nvGrpSpPr>
      <p:grpSpPr>
        <a:xfrm>
          <a:off x="0" y="0"/>
          <a:ext cx="0" cy="0"/>
          <a:chOff x="0" y="0"/>
          <a:chExt cx="0" cy="0"/>
        </a:xfrm>
      </p:grpSpPr>
      <p:sp>
        <p:nvSpPr>
          <p:cNvPr id="64" name="Google Shape;64;p3"/>
          <p:cNvSpPr txBox="1">
            <a:spLocks noGrp="1"/>
          </p:cNvSpPr>
          <p:nvPr>
            <p:ph type="title"/>
          </p:nvPr>
        </p:nvSpPr>
        <p:spPr>
          <a:xfrm>
            <a:off x="2942400" y="3165533"/>
            <a:ext cx="6307200" cy="908000"/>
          </a:xfrm>
          <a:prstGeom prst="rect">
            <a:avLst/>
          </a:prstGeom>
        </p:spPr>
        <p:txBody>
          <a:bodyPr spcFirstLastPara="1" wrap="square" lIns="91425" tIns="91425" rIns="91425" bIns="91425" anchor="ctr" anchorCtr="0">
            <a:noAutofit/>
          </a:bodyPr>
          <a:lstStyle>
            <a:lvl1pPr lvl="0" algn="ctr">
              <a:spcBef>
                <a:spcPts val="0"/>
              </a:spcBef>
              <a:spcAft>
                <a:spcPts val="0"/>
              </a:spcAft>
              <a:buSzPts val="4500"/>
              <a:buNone/>
              <a:defRPr sz="6000"/>
            </a:lvl1pPr>
            <a:lvl2pPr lvl="1" algn="ctr">
              <a:spcBef>
                <a:spcPts val="0"/>
              </a:spcBef>
              <a:spcAft>
                <a:spcPts val="0"/>
              </a:spcAft>
              <a:buSzPts val="4500"/>
              <a:buNone/>
              <a:defRPr sz="6000"/>
            </a:lvl2pPr>
            <a:lvl3pPr lvl="2" algn="ctr">
              <a:spcBef>
                <a:spcPts val="0"/>
              </a:spcBef>
              <a:spcAft>
                <a:spcPts val="0"/>
              </a:spcAft>
              <a:buSzPts val="4500"/>
              <a:buNone/>
              <a:defRPr sz="6000"/>
            </a:lvl3pPr>
            <a:lvl4pPr lvl="3" algn="ctr">
              <a:spcBef>
                <a:spcPts val="0"/>
              </a:spcBef>
              <a:spcAft>
                <a:spcPts val="0"/>
              </a:spcAft>
              <a:buSzPts val="4500"/>
              <a:buNone/>
              <a:defRPr sz="6000"/>
            </a:lvl4pPr>
            <a:lvl5pPr lvl="4" algn="ctr">
              <a:spcBef>
                <a:spcPts val="0"/>
              </a:spcBef>
              <a:spcAft>
                <a:spcPts val="0"/>
              </a:spcAft>
              <a:buSzPts val="4500"/>
              <a:buNone/>
              <a:defRPr sz="6000"/>
            </a:lvl5pPr>
            <a:lvl6pPr lvl="5" algn="ctr">
              <a:spcBef>
                <a:spcPts val="0"/>
              </a:spcBef>
              <a:spcAft>
                <a:spcPts val="0"/>
              </a:spcAft>
              <a:buSzPts val="4500"/>
              <a:buNone/>
              <a:defRPr sz="6000"/>
            </a:lvl6pPr>
            <a:lvl7pPr lvl="6" algn="ctr">
              <a:spcBef>
                <a:spcPts val="0"/>
              </a:spcBef>
              <a:spcAft>
                <a:spcPts val="0"/>
              </a:spcAft>
              <a:buSzPts val="4500"/>
              <a:buNone/>
              <a:defRPr sz="6000"/>
            </a:lvl7pPr>
            <a:lvl8pPr lvl="7" algn="ctr">
              <a:spcBef>
                <a:spcPts val="0"/>
              </a:spcBef>
              <a:spcAft>
                <a:spcPts val="0"/>
              </a:spcAft>
              <a:buSzPts val="4500"/>
              <a:buNone/>
              <a:defRPr sz="6000"/>
            </a:lvl8pPr>
            <a:lvl9pPr lvl="8" algn="ctr">
              <a:spcBef>
                <a:spcPts val="0"/>
              </a:spcBef>
              <a:spcAft>
                <a:spcPts val="0"/>
              </a:spcAft>
              <a:buSzPts val="4500"/>
              <a:buNone/>
              <a:defRPr sz="6000"/>
            </a:lvl9pPr>
          </a:lstStyle>
          <a:p>
            <a:endParaRPr/>
          </a:p>
        </p:txBody>
      </p:sp>
      <p:sp>
        <p:nvSpPr>
          <p:cNvPr id="65" name="Google Shape;65;p3"/>
          <p:cNvSpPr txBox="1">
            <a:spLocks noGrp="1"/>
          </p:cNvSpPr>
          <p:nvPr>
            <p:ph type="subTitle" idx="1"/>
          </p:nvPr>
        </p:nvSpPr>
        <p:spPr>
          <a:xfrm>
            <a:off x="4183200" y="4692033"/>
            <a:ext cx="3825600" cy="92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700"/>
              <a:buNone/>
              <a:defRPr sz="2267"/>
            </a:lvl1pPr>
            <a:lvl2pPr lvl="1" algn="ctr" rtl="0">
              <a:lnSpc>
                <a:spcPct val="100000"/>
              </a:lnSpc>
              <a:spcBef>
                <a:spcPts val="0"/>
              </a:spcBef>
              <a:spcAft>
                <a:spcPts val="0"/>
              </a:spcAft>
              <a:buSzPts val="1700"/>
              <a:buNone/>
              <a:defRPr sz="2267"/>
            </a:lvl2pPr>
            <a:lvl3pPr lvl="2" algn="ctr" rtl="0">
              <a:lnSpc>
                <a:spcPct val="100000"/>
              </a:lnSpc>
              <a:spcBef>
                <a:spcPts val="0"/>
              </a:spcBef>
              <a:spcAft>
                <a:spcPts val="0"/>
              </a:spcAft>
              <a:buSzPts val="1700"/>
              <a:buNone/>
              <a:defRPr sz="2267"/>
            </a:lvl3pPr>
            <a:lvl4pPr lvl="3" algn="ctr" rtl="0">
              <a:lnSpc>
                <a:spcPct val="100000"/>
              </a:lnSpc>
              <a:spcBef>
                <a:spcPts val="0"/>
              </a:spcBef>
              <a:spcAft>
                <a:spcPts val="0"/>
              </a:spcAft>
              <a:buSzPts val="1700"/>
              <a:buNone/>
              <a:defRPr sz="2267"/>
            </a:lvl4pPr>
            <a:lvl5pPr lvl="4" algn="ctr" rtl="0">
              <a:lnSpc>
                <a:spcPct val="100000"/>
              </a:lnSpc>
              <a:spcBef>
                <a:spcPts val="0"/>
              </a:spcBef>
              <a:spcAft>
                <a:spcPts val="0"/>
              </a:spcAft>
              <a:buSzPts val="1700"/>
              <a:buNone/>
              <a:defRPr sz="2267"/>
            </a:lvl5pPr>
            <a:lvl6pPr lvl="5" algn="ctr" rtl="0">
              <a:lnSpc>
                <a:spcPct val="100000"/>
              </a:lnSpc>
              <a:spcBef>
                <a:spcPts val="0"/>
              </a:spcBef>
              <a:spcAft>
                <a:spcPts val="0"/>
              </a:spcAft>
              <a:buSzPts val="1700"/>
              <a:buNone/>
              <a:defRPr sz="2267"/>
            </a:lvl6pPr>
            <a:lvl7pPr lvl="6" algn="ctr" rtl="0">
              <a:lnSpc>
                <a:spcPct val="100000"/>
              </a:lnSpc>
              <a:spcBef>
                <a:spcPts val="0"/>
              </a:spcBef>
              <a:spcAft>
                <a:spcPts val="0"/>
              </a:spcAft>
              <a:buSzPts val="1700"/>
              <a:buNone/>
              <a:defRPr sz="2267"/>
            </a:lvl7pPr>
            <a:lvl8pPr lvl="7" algn="ctr" rtl="0">
              <a:lnSpc>
                <a:spcPct val="100000"/>
              </a:lnSpc>
              <a:spcBef>
                <a:spcPts val="0"/>
              </a:spcBef>
              <a:spcAft>
                <a:spcPts val="0"/>
              </a:spcAft>
              <a:buSzPts val="1700"/>
              <a:buNone/>
              <a:defRPr sz="2267"/>
            </a:lvl8pPr>
            <a:lvl9pPr lvl="8" algn="ctr" rtl="0">
              <a:lnSpc>
                <a:spcPct val="100000"/>
              </a:lnSpc>
              <a:spcBef>
                <a:spcPts val="0"/>
              </a:spcBef>
              <a:spcAft>
                <a:spcPts val="0"/>
              </a:spcAft>
              <a:buSzPts val="1700"/>
              <a:buNone/>
              <a:defRPr sz="2267"/>
            </a:lvl9pPr>
          </a:lstStyle>
          <a:p>
            <a:endParaRPr/>
          </a:p>
        </p:txBody>
      </p:sp>
      <p:sp>
        <p:nvSpPr>
          <p:cNvPr id="66" name="Google Shape;66;p3"/>
          <p:cNvSpPr txBox="1">
            <a:spLocks noGrp="1"/>
          </p:cNvSpPr>
          <p:nvPr>
            <p:ph type="title" idx="2" hasCustomPrompt="1"/>
          </p:nvPr>
        </p:nvSpPr>
        <p:spPr>
          <a:xfrm>
            <a:off x="2942400" y="1631851"/>
            <a:ext cx="6307200" cy="109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64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67" name="Google Shape;67;p3"/>
          <p:cNvSpPr/>
          <p:nvPr/>
        </p:nvSpPr>
        <p:spPr>
          <a:xfrm rot="-2716073">
            <a:off x="276093" y="5476863"/>
            <a:ext cx="1175723" cy="1175797"/>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8" name="Google Shape;68;p3"/>
          <p:cNvSpPr/>
          <p:nvPr/>
        </p:nvSpPr>
        <p:spPr>
          <a:xfrm rot="-8083939" flipH="1">
            <a:off x="16816" y="161324"/>
            <a:ext cx="1436240" cy="917681"/>
          </a:xfrm>
          <a:custGeom>
            <a:avLst/>
            <a:gdLst/>
            <a:ahLst/>
            <a:cxnLst/>
            <a:rect l="l" t="t" r="r" b="b"/>
            <a:pathLst>
              <a:path w="17149" h="10957" fill="none" extrusionOk="0">
                <a:moveTo>
                  <a:pt x="0" y="10957"/>
                </a:moveTo>
                <a:lnTo>
                  <a:pt x="10957" y="0"/>
                </a:lnTo>
                <a:lnTo>
                  <a:pt x="17148"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9" name="Google Shape;69;p3"/>
          <p:cNvSpPr/>
          <p:nvPr/>
        </p:nvSpPr>
        <p:spPr>
          <a:xfrm>
            <a:off x="883952" y="1425584"/>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 name="Google Shape;70;p3"/>
          <p:cNvSpPr/>
          <p:nvPr/>
        </p:nvSpPr>
        <p:spPr>
          <a:xfrm>
            <a:off x="482768" y="-362500"/>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1" name="Google Shape;71;p3"/>
          <p:cNvSpPr/>
          <p:nvPr/>
        </p:nvSpPr>
        <p:spPr>
          <a:xfrm>
            <a:off x="790352" y="5108681"/>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2" name="Google Shape;72;p3"/>
          <p:cNvSpPr/>
          <p:nvPr/>
        </p:nvSpPr>
        <p:spPr>
          <a:xfrm rot="-5400000">
            <a:off x="1504283" y="4571986"/>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3" name="Google Shape;73;p3"/>
          <p:cNvSpPr/>
          <p:nvPr/>
        </p:nvSpPr>
        <p:spPr>
          <a:xfrm rot="-5400000">
            <a:off x="1504283" y="5375020"/>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 name="Google Shape;74;p3"/>
          <p:cNvSpPr/>
          <p:nvPr/>
        </p:nvSpPr>
        <p:spPr>
          <a:xfrm rot="-5400000">
            <a:off x="1504283" y="5107342"/>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 name="Google Shape;75;p3"/>
          <p:cNvSpPr/>
          <p:nvPr/>
        </p:nvSpPr>
        <p:spPr>
          <a:xfrm rot="-5400000">
            <a:off x="1504283" y="4839664"/>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6" name="Google Shape;76;p3"/>
          <p:cNvGrpSpPr/>
          <p:nvPr/>
        </p:nvGrpSpPr>
        <p:grpSpPr>
          <a:xfrm>
            <a:off x="-2166495" y="-6122"/>
            <a:ext cx="6905123" cy="6904604"/>
            <a:chOff x="-1624871" y="-4592"/>
            <a:chExt cx="5178842" cy="5178453"/>
          </a:xfrm>
        </p:grpSpPr>
        <p:sp>
          <p:nvSpPr>
            <p:cNvPr id="77" name="Google Shape;77;p3"/>
            <p:cNvSpPr/>
            <p:nvPr/>
          </p:nvSpPr>
          <p:spPr>
            <a:xfrm rot="-2716073">
              <a:off x="-851697" y="738985"/>
              <a:ext cx="3632494" cy="3691299"/>
            </a:xfrm>
            <a:custGeom>
              <a:avLst/>
              <a:gdLst/>
              <a:ahLst/>
              <a:cxnLst/>
              <a:rect l="l" t="t" r="r" b="b"/>
              <a:pathLst>
                <a:path w="65355" h="66413" fill="none" extrusionOk="0">
                  <a:moveTo>
                    <a:pt x="1" y="66412"/>
                  </a:moveTo>
                  <a:lnTo>
                    <a:pt x="37290" y="29123"/>
                  </a:lnTo>
                  <a:lnTo>
                    <a:pt x="45844" y="29123"/>
                  </a:lnTo>
                  <a:lnTo>
                    <a:pt x="58939" y="16048"/>
                  </a:lnTo>
                  <a:lnTo>
                    <a:pt x="58939" y="6436"/>
                  </a:lnTo>
                  <a:lnTo>
                    <a:pt x="65354"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 name="Google Shape;78;p3"/>
            <p:cNvSpPr/>
            <p:nvPr/>
          </p:nvSpPr>
          <p:spPr>
            <a:xfrm rot="-2716073">
              <a:off x="-851697" y="738985"/>
              <a:ext cx="3632494" cy="3691299"/>
            </a:xfrm>
            <a:custGeom>
              <a:avLst/>
              <a:gdLst/>
              <a:ahLst/>
              <a:cxnLst/>
              <a:rect l="l" t="t" r="r" b="b"/>
              <a:pathLst>
                <a:path w="65355" h="66413" fill="none" extrusionOk="0">
                  <a:moveTo>
                    <a:pt x="1" y="66412"/>
                  </a:moveTo>
                  <a:lnTo>
                    <a:pt x="37290" y="29123"/>
                  </a:lnTo>
                  <a:lnTo>
                    <a:pt x="45844" y="29123"/>
                  </a:lnTo>
                  <a:lnTo>
                    <a:pt x="58939" y="16048"/>
                  </a:lnTo>
                  <a:lnTo>
                    <a:pt x="58939" y="6436"/>
                  </a:lnTo>
                  <a:lnTo>
                    <a:pt x="65354"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9" name="Google Shape;79;p3"/>
          <p:cNvSpPr/>
          <p:nvPr/>
        </p:nvSpPr>
        <p:spPr>
          <a:xfrm rot="-2716073">
            <a:off x="276077" y="5476863"/>
            <a:ext cx="1175723" cy="1175797"/>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 name="Google Shape;80;p3"/>
          <p:cNvSpPr/>
          <p:nvPr/>
        </p:nvSpPr>
        <p:spPr>
          <a:xfrm rot="-8083939" flipH="1">
            <a:off x="16816" y="161324"/>
            <a:ext cx="1436240" cy="917681"/>
          </a:xfrm>
          <a:custGeom>
            <a:avLst/>
            <a:gdLst/>
            <a:ahLst/>
            <a:cxnLst/>
            <a:rect l="l" t="t" r="r" b="b"/>
            <a:pathLst>
              <a:path w="17149" h="10957" fill="none" extrusionOk="0">
                <a:moveTo>
                  <a:pt x="0" y="10957"/>
                </a:moveTo>
                <a:lnTo>
                  <a:pt x="10957" y="0"/>
                </a:lnTo>
                <a:lnTo>
                  <a:pt x="17148"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1" name="Google Shape;81;p3"/>
          <p:cNvGrpSpPr/>
          <p:nvPr/>
        </p:nvGrpSpPr>
        <p:grpSpPr>
          <a:xfrm>
            <a:off x="-1418687" y="3075464"/>
            <a:ext cx="4028963" cy="4195035"/>
            <a:chOff x="-1064015" y="2306598"/>
            <a:chExt cx="3021722" cy="3146276"/>
          </a:xfrm>
        </p:grpSpPr>
        <p:sp>
          <p:nvSpPr>
            <p:cNvPr id="82" name="Google Shape;82;p3"/>
            <p:cNvSpPr/>
            <p:nvPr/>
          </p:nvSpPr>
          <p:spPr>
            <a:xfrm rot="-2716073">
              <a:off x="-731526" y="298121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3"/>
            <p:cNvSpPr/>
            <p:nvPr/>
          </p:nvSpPr>
          <p:spPr>
            <a:xfrm>
              <a:off x="518938" y="2306598"/>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3"/>
            <p:cNvSpPr/>
            <p:nvPr/>
          </p:nvSpPr>
          <p:spPr>
            <a:xfrm rot="-2716073">
              <a:off x="-731526" y="298121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3"/>
            <p:cNvSpPr/>
            <p:nvPr/>
          </p:nvSpPr>
          <p:spPr>
            <a:xfrm>
              <a:off x="518938" y="2306598"/>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6" name="Google Shape;86;p3"/>
          <p:cNvSpPr/>
          <p:nvPr/>
        </p:nvSpPr>
        <p:spPr>
          <a:xfrm>
            <a:off x="883952" y="1425584"/>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7" name="Google Shape;87;p3"/>
          <p:cNvSpPr/>
          <p:nvPr/>
        </p:nvSpPr>
        <p:spPr>
          <a:xfrm>
            <a:off x="482768" y="-362500"/>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8" name="Google Shape;88;p3"/>
          <p:cNvGrpSpPr/>
          <p:nvPr/>
        </p:nvGrpSpPr>
        <p:grpSpPr>
          <a:xfrm>
            <a:off x="1010750" y="3655050"/>
            <a:ext cx="1662757" cy="1787405"/>
            <a:chOff x="758062" y="2741287"/>
            <a:chExt cx="1247068" cy="1340554"/>
          </a:xfrm>
        </p:grpSpPr>
        <p:sp>
          <p:nvSpPr>
            <p:cNvPr id="89" name="Google Shape;89;p3"/>
            <p:cNvSpPr/>
            <p:nvPr/>
          </p:nvSpPr>
          <p:spPr>
            <a:xfrm rot="-2716073">
              <a:off x="940672" y="3017411"/>
              <a:ext cx="881848" cy="881792"/>
            </a:xfrm>
            <a:custGeom>
              <a:avLst/>
              <a:gdLst/>
              <a:ahLst/>
              <a:cxnLst/>
              <a:rect l="l" t="t" r="r" b="b"/>
              <a:pathLst>
                <a:path w="15866" h="15865"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3"/>
            <p:cNvSpPr/>
            <p:nvPr/>
          </p:nvSpPr>
          <p:spPr>
            <a:xfrm>
              <a:off x="1324501" y="2741287"/>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3"/>
            <p:cNvSpPr/>
            <p:nvPr/>
          </p:nvSpPr>
          <p:spPr>
            <a:xfrm rot="-2716073">
              <a:off x="940672" y="3017411"/>
              <a:ext cx="881848" cy="881792"/>
            </a:xfrm>
            <a:custGeom>
              <a:avLst/>
              <a:gdLst/>
              <a:ahLst/>
              <a:cxnLst/>
              <a:rect l="l" t="t" r="r" b="b"/>
              <a:pathLst>
                <a:path w="15866" h="15865"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3"/>
            <p:cNvSpPr/>
            <p:nvPr/>
          </p:nvSpPr>
          <p:spPr>
            <a:xfrm>
              <a:off x="1324501" y="2741287"/>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3" name="Google Shape;93;p3"/>
          <p:cNvSpPr/>
          <p:nvPr/>
        </p:nvSpPr>
        <p:spPr>
          <a:xfrm>
            <a:off x="790335" y="5108681"/>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4" name="Google Shape;94;p3"/>
          <p:cNvSpPr/>
          <p:nvPr/>
        </p:nvSpPr>
        <p:spPr>
          <a:xfrm rot="-5400000">
            <a:off x="1504283" y="4571986"/>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5" name="Google Shape;95;p3"/>
          <p:cNvSpPr/>
          <p:nvPr/>
        </p:nvSpPr>
        <p:spPr>
          <a:xfrm rot="-5400000">
            <a:off x="1504283" y="5375020"/>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6" name="Google Shape;96;p3"/>
          <p:cNvSpPr/>
          <p:nvPr/>
        </p:nvSpPr>
        <p:spPr>
          <a:xfrm rot="-5400000">
            <a:off x="1504283" y="5107342"/>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7" name="Google Shape;97;p3"/>
          <p:cNvSpPr/>
          <p:nvPr/>
        </p:nvSpPr>
        <p:spPr>
          <a:xfrm rot="-5400000">
            <a:off x="1504283" y="4839664"/>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8" name="Google Shape;98;p3"/>
          <p:cNvSpPr/>
          <p:nvPr/>
        </p:nvSpPr>
        <p:spPr>
          <a:xfrm rot="8083927">
            <a:off x="9761974" y="1684061"/>
            <a:ext cx="1175797" cy="1175723"/>
          </a:xfrm>
          <a:custGeom>
            <a:avLst/>
            <a:gdLst/>
            <a:ahLst/>
            <a:cxnLst/>
            <a:rect l="l" t="t" r="r" b="b"/>
            <a:pathLst>
              <a:path w="15866" h="15865"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9" name="Google Shape;99;p3"/>
          <p:cNvSpPr/>
          <p:nvPr/>
        </p:nvSpPr>
        <p:spPr>
          <a:xfrm rot="8083927">
            <a:off x="10740184" y="230340"/>
            <a:ext cx="1175723" cy="1175797"/>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 name="Google Shape;100;p3"/>
          <p:cNvSpPr/>
          <p:nvPr/>
        </p:nvSpPr>
        <p:spPr>
          <a:xfrm rot="2716061" flipH="1">
            <a:off x="10738945" y="5803994"/>
            <a:ext cx="1436240" cy="917681"/>
          </a:xfrm>
          <a:custGeom>
            <a:avLst/>
            <a:gdLst/>
            <a:ahLst/>
            <a:cxnLst/>
            <a:rect l="l" t="t" r="r" b="b"/>
            <a:pathLst>
              <a:path w="17149" h="10957" fill="none" extrusionOk="0">
                <a:moveTo>
                  <a:pt x="0" y="10957"/>
                </a:moveTo>
                <a:lnTo>
                  <a:pt x="10957" y="0"/>
                </a:lnTo>
                <a:lnTo>
                  <a:pt x="17148"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 name="Google Shape;101;p3"/>
          <p:cNvSpPr/>
          <p:nvPr/>
        </p:nvSpPr>
        <p:spPr>
          <a:xfrm rot="10800000">
            <a:off x="11160848" y="5310215"/>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 name="Google Shape;102;p3"/>
          <p:cNvSpPr/>
          <p:nvPr/>
        </p:nvSpPr>
        <p:spPr>
          <a:xfrm rot="10800000">
            <a:off x="11562032" y="7098299"/>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3" name="Google Shape;103;p3"/>
          <p:cNvSpPr/>
          <p:nvPr/>
        </p:nvSpPr>
        <p:spPr>
          <a:xfrm rot="10800000">
            <a:off x="10278799" y="3080749"/>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4" name="Google Shape;104;p3"/>
          <p:cNvSpPr/>
          <p:nvPr/>
        </p:nvSpPr>
        <p:spPr>
          <a:xfrm rot="10800000">
            <a:off x="11254448" y="1627117"/>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5" name="Google Shape;105;p3"/>
          <p:cNvSpPr/>
          <p:nvPr/>
        </p:nvSpPr>
        <p:spPr>
          <a:xfrm rot="5400000">
            <a:off x="10531021" y="2154317"/>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6" name="Google Shape;106;p3"/>
          <p:cNvSpPr/>
          <p:nvPr/>
        </p:nvSpPr>
        <p:spPr>
          <a:xfrm rot="5400000">
            <a:off x="10531021" y="1351284"/>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7" name="Google Shape;107;p3"/>
          <p:cNvSpPr/>
          <p:nvPr/>
        </p:nvSpPr>
        <p:spPr>
          <a:xfrm rot="5400000">
            <a:off x="10531021" y="1618961"/>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8" name="Google Shape;108;p3"/>
          <p:cNvSpPr/>
          <p:nvPr/>
        </p:nvSpPr>
        <p:spPr>
          <a:xfrm rot="5400000">
            <a:off x="10531021" y="1886640"/>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9" name="Google Shape;109;p3"/>
          <p:cNvGrpSpPr/>
          <p:nvPr/>
        </p:nvGrpSpPr>
        <p:grpSpPr>
          <a:xfrm>
            <a:off x="7453372" y="-15482"/>
            <a:ext cx="6905123" cy="6904604"/>
            <a:chOff x="5590029" y="-11612"/>
            <a:chExt cx="5178842" cy="5178453"/>
          </a:xfrm>
        </p:grpSpPr>
        <p:sp>
          <p:nvSpPr>
            <p:cNvPr id="110" name="Google Shape;110;p3"/>
            <p:cNvSpPr/>
            <p:nvPr/>
          </p:nvSpPr>
          <p:spPr>
            <a:xfrm rot="8083927">
              <a:off x="6363203" y="731965"/>
              <a:ext cx="3632494" cy="3691299"/>
            </a:xfrm>
            <a:custGeom>
              <a:avLst/>
              <a:gdLst/>
              <a:ahLst/>
              <a:cxnLst/>
              <a:rect l="l" t="t" r="r" b="b"/>
              <a:pathLst>
                <a:path w="65355" h="66413" fill="none" extrusionOk="0">
                  <a:moveTo>
                    <a:pt x="1" y="66412"/>
                  </a:moveTo>
                  <a:lnTo>
                    <a:pt x="37290" y="29123"/>
                  </a:lnTo>
                  <a:lnTo>
                    <a:pt x="45844" y="29123"/>
                  </a:lnTo>
                  <a:lnTo>
                    <a:pt x="58939" y="16048"/>
                  </a:lnTo>
                  <a:lnTo>
                    <a:pt x="58939" y="6436"/>
                  </a:lnTo>
                  <a:lnTo>
                    <a:pt x="65354"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 name="Google Shape;111;p3"/>
            <p:cNvSpPr/>
            <p:nvPr/>
          </p:nvSpPr>
          <p:spPr>
            <a:xfrm rot="8083927">
              <a:off x="6363203" y="731965"/>
              <a:ext cx="3632494" cy="3691299"/>
            </a:xfrm>
            <a:custGeom>
              <a:avLst/>
              <a:gdLst/>
              <a:ahLst/>
              <a:cxnLst/>
              <a:rect l="l" t="t" r="r" b="b"/>
              <a:pathLst>
                <a:path w="65355" h="66413" fill="none" extrusionOk="0">
                  <a:moveTo>
                    <a:pt x="1" y="66412"/>
                  </a:moveTo>
                  <a:lnTo>
                    <a:pt x="37290" y="29123"/>
                  </a:lnTo>
                  <a:lnTo>
                    <a:pt x="45844" y="29123"/>
                  </a:lnTo>
                  <a:lnTo>
                    <a:pt x="58939" y="16048"/>
                  </a:lnTo>
                  <a:lnTo>
                    <a:pt x="58939" y="6436"/>
                  </a:lnTo>
                  <a:lnTo>
                    <a:pt x="65354"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2" name="Google Shape;112;p3"/>
          <p:cNvSpPr/>
          <p:nvPr/>
        </p:nvSpPr>
        <p:spPr>
          <a:xfrm rot="8083927">
            <a:off x="9761974" y="1684061"/>
            <a:ext cx="1175797" cy="1175723"/>
          </a:xfrm>
          <a:custGeom>
            <a:avLst/>
            <a:gdLst/>
            <a:ahLst/>
            <a:cxnLst/>
            <a:rect l="l" t="t" r="r" b="b"/>
            <a:pathLst>
              <a:path w="15866" h="15865"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3" name="Google Shape;113;p3"/>
          <p:cNvSpPr/>
          <p:nvPr/>
        </p:nvSpPr>
        <p:spPr>
          <a:xfrm rot="8083927">
            <a:off x="10740200" y="230340"/>
            <a:ext cx="1175723" cy="1175797"/>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 name="Google Shape;114;p3"/>
          <p:cNvSpPr/>
          <p:nvPr/>
        </p:nvSpPr>
        <p:spPr>
          <a:xfrm rot="2716061" flipH="1">
            <a:off x="10738945" y="5803994"/>
            <a:ext cx="1436240" cy="917681"/>
          </a:xfrm>
          <a:custGeom>
            <a:avLst/>
            <a:gdLst/>
            <a:ahLst/>
            <a:cxnLst/>
            <a:rect l="l" t="t" r="r" b="b"/>
            <a:pathLst>
              <a:path w="17149" h="10957" fill="none" extrusionOk="0">
                <a:moveTo>
                  <a:pt x="0" y="10957"/>
                </a:moveTo>
                <a:lnTo>
                  <a:pt x="10957" y="0"/>
                </a:lnTo>
                <a:lnTo>
                  <a:pt x="17148"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5" name="Google Shape;115;p3"/>
          <p:cNvGrpSpPr/>
          <p:nvPr/>
        </p:nvGrpSpPr>
        <p:grpSpPr>
          <a:xfrm>
            <a:off x="9581724" y="-387500"/>
            <a:ext cx="4028963" cy="4195035"/>
            <a:chOff x="7186293" y="-290625"/>
            <a:chExt cx="3021722" cy="3146276"/>
          </a:xfrm>
        </p:grpSpPr>
        <p:sp>
          <p:nvSpPr>
            <p:cNvPr id="116" name="Google Shape;116;p3"/>
            <p:cNvSpPr/>
            <p:nvPr/>
          </p:nvSpPr>
          <p:spPr>
            <a:xfrm rot="8083927">
              <a:off x="7518781" y="26232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 name="Google Shape;117;p3"/>
            <p:cNvSpPr/>
            <p:nvPr/>
          </p:nvSpPr>
          <p:spPr>
            <a:xfrm rot="10800000">
              <a:off x="8474463" y="2705051"/>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 name="Google Shape;118;p3"/>
            <p:cNvSpPr/>
            <p:nvPr/>
          </p:nvSpPr>
          <p:spPr>
            <a:xfrm rot="8083927">
              <a:off x="7518781" y="26232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3"/>
            <p:cNvSpPr/>
            <p:nvPr/>
          </p:nvSpPr>
          <p:spPr>
            <a:xfrm rot="10800000">
              <a:off x="8474463" y="2705051"/>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0" name="Google Shape;120;p3"/>
          <p:cNvSpPr/>
          <p:nvPr/>
        </p:nvSpPr>
        <p:spPr>
          <a:xfrm rot="10800000">
            <a:off x="11160848" y="5310215"/>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1" name="Google Shape;121;p3"/>
          <p:cNvSpPr/>
          <p:nvPr/>
        </p:nvSpPr>
        <p:spPr>
          <a:xfrm rot="10800000">
            <a:off x="11562032" y="7098299"/>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 name="Google Shape;122;p3"/>
          <p:cNvSpPr/>
          <p:nvPr/>
        </p:nvSpPr>
        <p:spPr>
          <a:xfrm rot="10800000">
            <a:off x="10278799" y="3080749"/>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3" name="Google Shape;123;p3"/>
          <p:cNvSpPr/>
          <p:nvPr/>
        </p:nvSpPr>
        <p:spPr>
          <a:xfrm rot="10800000">
            <a:off x="11254465" y="1627117"/>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 name="Google Shape;124;p3"/>
          <p:cNvSpPr/>
          <p:nvPr/>
        </p:nvSpPr>
        <p:spPr>
          <a:xfrm rot="5400000">
            <a:off x="10531021" y="2154317"/>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5" name="Google Shape;125;p3"/>
          <p:cNvSpPr/>
          <p:nvPr/>
        </p:nvSpPr>
        <p:spPr>
          <a:xfrm rot="5400000">
            <a:off x="10531021" y="1351284"/>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6" name="Google Shape;126;p3"/>
          <p:cNvSpPr/>
          <p:nvPr/>
        </p:nvSpPr>
        <p:spPr>
          <a:xfrm rot="5400000">
            <a:off x="10531021" y="1618961"/>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7" name="Google Shape;127;p3"/>
          <p:cNvSpPr/>
          <p:nvPr/>
        </p:nvSpPr>
        <p:spPr>
          <a:xfrm rot="5400000">
            <a:off x="10531021" y="1886640"/>
            <a:ext cx="156697" cy="15669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968781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28"/>
        <p:cNvGrpSpPr/>
        <p:nvPr/>
      </p:nvGrpSpPr>
      <p:grpSpPr>
        <a:xfrm>
          <a:off x="0" y="0"/>
          <a:ext cx="0" cy="0"/>
          <a:chOff x="0" y="0"/>
          <a:chExt cx="0" cy="0"/>
        </a:xfrm>
      </p:grpSpPr>
      <p:sp>
        <p:nvSpPr>
          <p:cNvPr id="129" name="Google Shape;129;p4"/>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130" name="Google Shape;130;p4"/>
          <p:cNvSpPr txBox="1">
            <a:spLocks noGrp="1"/>
          </p:cNvSpPr>
          <p:nvPr>
            <p:ph type="body" idx="1"/>
          </p:nvPr>
        </p:nvSpPr>
        <p:spPr>
          <a:xfrm>
            <a:off x="950967" y="1598667"/>
            <a:ext cx="10290000" cy="4493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grpSp>
        <p:nvGrpSpPr>
          <p:cNvPr id="131" name="Google Shape;131;p4"/>
          <p:cNvGrpSpPr/>
          <p:nvPr/>
        </p:nvGrpSpPr>
        <p:grpSpPr>
          <a:xfrm>
            <a:off x="-4227015" y="4602903"/>
            <a:ext cx="4962601" cy="16181231"/>
            <a:chOff x="-3170262" y="3452177"/>
            <a:chExt cx="3721951" cy="12135923"/>
          </a:xfrm>
        </p:grpSpPr>
        <p:sp>
          <p:nvSpPr>
            <p:cNvPr id="132" name="Google Shape;132;p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 name="Google Shape;142;p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 name="Google Shape;157;p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 name="Google Shape;158;p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 name="Google Shape;164;p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 name="Google Shape;165;p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 name="Google Shape;166;p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 name="Google Shape;168;p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 name="Google Shape;169;p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 name="Google Shape;171;p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 name="Google Shape;172;p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 name="Google Shape;173;p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 name="Google Shape;175;p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 name="Google Shape;176;p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 name="Google Shape;177;p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 name="Google Shape;178;p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 name="Google Shape;179;p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 name="Google Shape;180;p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 name="Google Shape;181;p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 name="Google Shape;182;p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 name="Google Shape;185;p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 name="Google Shape;186;p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 name="Google Shape;187;p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8" name="Google Shape;188;p4"/>
          <p:cNvGrpSpPr/>
          <p:nvPr/>
        </p:nvGrpSpPr>
        <p:grpSpPr>
          <a:xfrm>
            <a:off x="11574885" y="-2682597"/>
            <a:ext cx="4962601" cy="16181231"/>
            <a:chOff x="-3170262" y="3452177"/>
            <a:chExt cx="3721951" cy="12135923"/>
          </a:xfrm>
        </p:grpSpPr>
        <p:sp>
          <p:nvSpPr>
            <p:cNvPr id="189" name="Google Shape;189;p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 name="Google Shape;193;p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 name="Google Shape;194;p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 name="Google Shape;195;p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 name="Google Shape;196;p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 name="Google Shape;197;p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 name="Google Shape;198;p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 name="Google Shape;199;p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 name="Google Shape;200;p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 name="Google Shape;202;p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 name="Google Shape;203;p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 name="Google Shape;204;p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 name="Google Shape;205;p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 name="Google Shape;206;p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 name="Google Shape;207;p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 name="Google Shape;208;p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 name="Google Shape;209;p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 name="Google Shape;210;p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 name="Google Shape;211;p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 name="Google Shape;212;p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 name="Google Shape;213;p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3" name="Google Shape;243;p4"/>
          <p:cNvGrpSpPr/>
          <p:nvPr/>
        </p:nvGrpSpPr>
        <p:grpSpPr>
          <a:xfrm>
            <a:off x="-1441394" y="-1430418"/>
            <a:ext cx="4028963" cy="4195035"/>
            <a:chOff x="-1081045" y="-1072813"/>
            <a:chExt cx="3021722" cy="3146276"/>
          </a:xfrm>
        </p:grpSpPr>
        <p:sp>
          <p:nvSpPr>
            <p:cNvPr id="244" name="Google Shape;244;p4"/>
            <p:cNvSpPr/>
            <p:nvPr/>
          </p:nvSpPr>
          <p:spPr>
            <a:xfrm rot="8083927">
              <a:off x="-160775" y="-609433"/>
              <a:ext cx="881792" cy="881848"/>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4"/>
            <p:cNvSpPr/>
            <p:nvPr/>
          </p:nvSpPr>
          <p:spPr>
            <a:xfrm rot="8083927">
              <a:off x="-748556" y="-51985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4"/>
            <p:cNvSpPr/>
            <p:nvPr/>
          </p:nvSpPr>
          <p:spPr>
            <a:xfrm>
              <a:off x="204813" y="1922863"/>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4"/>
            <p:cNvSpPr/>
            <p:nvPr/>
          </p:nvSpPr>
          <p:spPr>
            <a:xfrm>
              <a:off x="227276" y="438150"/>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 name="Google Shape;248;p4"/>
            <p:cNvSpPr/>
            <p:nvPr/>
          </p:nvSpPr>
          <p:spPr>
            <a:xfrm rot="8083927">
              <a:off x="-160775" y="-609433"/>
              <a:ext cx="881792" cy="881848"/>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4"/>
            <p:cNvSpPr/>
            <p:nvPr/>
          </p:nvSpPr>
          <p:spPr>
            <a:xfrm>
              <a:off x="227276" y="438150"/>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4"/>
            <p:cNvSpPr/>
            <p:nvPr/>
          </p:nvSpPr>
          <p:spPr>
            <a:xfrm rot="8083927">
              <a:off x="-748556" y="-51985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4"/>
            <p:cNvSpPr/>
            <p:nvPr/>
          </p:nvSpPr>
          <p:spPr>
            <a:xfrm>
              <a:off x="204813" y="1922863"/>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71673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2"/>
        <p:cNvGrpSpPr/>
        <p:nvPr/>
      </p:nvGrpSpPr>
      <p:grpSpPr>
        <a:xfrm>
          <a:off x="0" y="0"/>
          <a:ext cx="0" cy="0"/>
          <a:chOff x="0" y="0"/>
          <a:chExt cx="0" cy="0"/>
        </a:xfrm>
      </p:grpSpPr>
      <p:sp>
        <p:nvSpPr>
          <p:cNvPr id="253" name="Google Shape;253;p5"/>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254" name="Google Shape;254;p5"/>
          <p:cNvSpPr txBox="1">
            <a:spLocks noGrp="1"/>
          </p:cNvSpPr>
          <p:nvPr>
            <p:ph type="subTitle" idx="1"/>
          </p:nvPr>
        </p:nvSpPr>
        <p:spPr>
          <a:xfrm>
            <a:off x="2570900" y="4548788"/>
            <a:ext cx="3086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5" name="Google Shape;255;p5"/>
          <p:cNvSpPr txBox="1">
            <a:spLocks noGrp="1"/>
          </p:cNvSpPr>
          <p:nvPr>
            <p:ph type="subTitle" idx="2"/>
          </p:nvPr>
        </p:nvSpPr>
        <p:spPr>
          <a:xfrm>
            <a:off x="2570900" y="3938871"/>
            <a:ext cx="3086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56" name="Google Shape;256;p5"/>
          <p:cNvSpPr txBox="1">
            <a:spLocks noGrp="1"/>
          </p:cNvSpPr>
          <p:nvPr>
            <p:ph type="subTitle" idx="3"/>
          </p:nvPr>
        </p:nvSpPr>
        <p:spPr>
          <a:xfrm>
            <a:off x="6535100" y="4548788"/>
            <a:ext cx="3086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7" name="Google Shape;257;p5"/>
          <p:cNvSpPr txBox="1">
            <a:spLocks noGrp="1"/>
          </p:cNvSpPr>
          <p:nvPr>
            <p:ph type="subTitle" idx="4"/>
          </p:nvPr>
        </p:nvSpPr>
        <p:spPr>
          <a:xfrm>
            <a:off x="6535100" y="3938871"/>
            <a:ext cx="3086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58" name="Google Shape;258;p5"/>
          <p:cNvSpPr/>
          <p:nvPr/>
        </p:nvSpPr>
        <p:spPr>
          <a:xfrm rot="10800000">
            <a:off x="10643702" y="-725618"/>
            <a:ext cx="357300" cy="2072433"/>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grpSp>
        <p:nvGrpSpPr>
          <p:cNvPr id="259" name="Google Shape;259;p5"/>
          <p:cNvGrpSpPr/>
          <p:nvPr/>
        </p:nvGrpSpPr>
        <p:grpSpPr>
          <a:xfrm>
            <a:off x="-3279482" y="851949"/>
            <a:ext cx="5026084" cy="15144076"/>
            <a:chOff x="-2722250" y="-1079764"/>
            <a:chExt cx="3769563" cy="11358057"/>
          </a:xfrm>
        </p:grpSpPr>
        <p:sp>
          <p:nvSpPr>
            <p:cNvPr id="260" name="Google Shape;260;p5"/>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5"/>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5"/>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5"/>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5"/>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5"/>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5"/>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5"/>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5"/>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5"/>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5"/>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5"/>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5"/>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5"/>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4" name="Google Shape;274;p5"/>
          <p:cNvGrpSpPr/>
          <p:nvPr/>
        </p:nvGrpSpPr>
        <p:grpSpPr>
          <a:xfrm>
            <a:off x="-593266" y="3661948"/>
            <a:ext cx="1544233" cy="3758819"/>
            <a:chOff x="-444950" y="2746461"/>
            <a:chExt cx="1158175" cy="2819114"/>
          </a:xfrm>
        </p:grpSpPr>
        <p:sp>
          <p:nvSpPr>
            <p:cNvPr id="275" name="Google Shape;275;p5"/>
            <p:cNvSpPr/>
            <p:nvPr/>
          </p:nvSpPr>
          <p:spPr>
            <a:xfrm>
              <a:off x="248038" y="2856850"/>
              <a:ext cx="267975" cy="1554325"/>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276" name="Google Shape;276;p5"/>
            <p:cNvSpPr/>
            <p:nvPr/>
          </p:nvSpPr>
          <p:spPr>
            <a:xfrm>
              <a:off x="-438775" y="4411175"/>
              <a:ext cx="1152000" cy="11544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5"/>
            <p:cNvSpPr/>
            <p:nvPr/>
          </p:nvSpPr>
          <p:spPr>
            <a:xfrm>
              <a:off x="-254275" y="4596125"/>
              <a:ext cx="783000" cy="7845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5"/>
            <p:cNvSpPr/>
            <p:nvPr/>
          </p:nvSpPr>
          <p:spPr>
            <a:xfrm>
              <a:off x="241863" y="2856850"/>
              <a:ext cx="267975" cy="1554325"/>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279" name="Google Shape;279;p5"/>
            <p:cNvSpPr/>
            <p:nvPr/>
          </p:nvSpPr>
          <p:spPr>
            <a:xfrm>
              <a:off x="-444950" y="4411175"/>
              <a:ext cx="1152000" cy="11544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5"/>
            <p:cNvSpPr/>
            <p:nvPr/>
          </p:nvSpPr>
          <p:spPr>
            <a:xfrm>
              <a:off x="-260450" y="4596125"/>
              <a:ext cx="783000" cy="7845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5"/>
            <p:cNvSpPr/>
            <p:nvPr/>
          </p:nvSpPr>
          <p:spPr>
            <a:xfrm>
              <a:off x="189739" y="2746461"/>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5"/>
            <p:cNvSpPr/>
            <p:nvPr/>
          </p:nvSpPr>
          <p:spPr>
            <a:xfrm>
              <a:off x="189739" y="2746461"/>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3" name="Google Shape;283;p5"/>
          <p:cNvGrpSpPr/>
          <p:nvPr/>
        </p:nvGrpSpPr>
        <p:grpSpPr>
          <a:xfrm>
            <a:off x="10824018" y="2253615"/>
            <a:ext cx="5026084" cy="15144076"/>
            <a:chOff x="-2722250" y="-1079764"/>
            <a:chExt cx="3769563" cy="11358057"/>
          </a:xfrm>
        </p:grpSpPr>
        <p:sp>
          <p:nvSpPr>
            <p:cNvPr id="284" name="Google Shape;284;p5"/>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5"/>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5"/>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7" name="Google Shape;287;p5"/>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8" name="Google Shape;288;p5"/>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9" name="Google Shape;289;p5"/>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0" name="Google Shape;290;p5"/>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1" name="Google Shape;291;p5"/>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5"/>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5"/>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4" name="Google Shape;294;p5"/>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5" name="Google Shape;295;p5"/>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6" name="Google Shape;296;p5"/>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7" name="Google Shape;297;p5"/>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98" name="Google Shape;298;p5"/>
          <p:cNvGrpSpPr/>
          <p:nvPr/>
        </p:nvGrpSpPr>
        <p:grpSpPr>
          <a:xfrm rot="-5400000" flipH="1">
            <a:off x="19102328" y="-10873565"/>
            <a:ext cx="7427029" cy="24216829"/>
            <a:chOff x="-3170262" y="3452177"/>
            <a:chExt cx="3721951" cy="12135923"/>
          </a:xfrm>
        </p:grpSpPr>
        <p:sp>
          <p:nvSpPr>
            <p:cNvPr id="299" name="Google Shape;299;p5"/>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0" name="Google Shape;300;p5"/>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1" name="Google Shape;301;p5"/>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2" name="Google Shape;302;p5"/>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3" name="Google Shape;303;p5"/>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4" name="Google Shape;304;p5"/>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5" name="Google Shape;305;p5"/>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6" name="Google Shape;306;p5"/>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7" name="Google Shape;307;p5"/>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8" name="Google Shape;308;p5"/>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9" name="Google Shape;309;p5"/>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0" name="Google Shape;310;p5"/>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1" name="Google Shape;311;p5"/>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2" name="Google Shape;312;p5"/>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 name="Google Shape;313;p5"/>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 name="Google Shape;314;p5"/>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5"/>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 name="Google Shape;316;p5"/>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5"/>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5"/>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5"/>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5"/>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5"/>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5"/>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3" name="Google Shape;323;p5"/>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 name="Google Shape;324;p5"/>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 name="Google Shape;325;p5"/>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 name="Google Shape;326;p5"/>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 name="Google Shape;327;p5"/>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 name="Google Shape;328;p5"/>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5"/>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5"/>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5"/>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5"/>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5"/>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5"/>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5"/>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5"/>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5"/>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5"/>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5"/>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5"/>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5"/>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5"/>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5"/>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5"/>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5"/>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5"/>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5"/>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5"/>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 name="Google Shape;349;p5"/>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5"/>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 name="Google Shape;351;p5"/>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5"/>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5"/>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5"/>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55" name="Google Shape;355;p5"/>
          <p:cNvSpPr/>
          <p:nvPr/>
        </p:nvSpPr>
        <p:spPr>
          <a:xfrm rot="10800000">
            <a:off x="10643702" y="-725618"/>
            <a:ext cx="357300" cy="2072433"/>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grpSp>
        <p:nvGrpSpPr>
          <p:cNvPr id="356" name="Google Shape;356;p5"/>
          <p:cNvGrpSpPr/>
          <p:nvPr/>
        </p:nvGrpSpPr>
        <p:grpSpPr>
          <a:xfrm>
            <a:off x="11123481" y="-1676679"/>
            <a:ext cx="2177020" cy="6002313"/>
            <a:chOff x="8342610" y="-1257510"/>
            <a:chExt cx="1632765" cy="4501735"/>
          </a:xfrm>
        </p:grpSpPr>
        <p:sp>
          <p:nvSpPr>
            <p:cNvPr id="357" name="Google Shape;357;p5"/>
            <p:cNvSpPr/>
            <p:nvPr/>
          </p:nvSpPr>
          <p:spPr>
            <a:xfrm>
              <a:off x="8560275" y="1826425"/>
              <a:ext cx="1415100" cy="14178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 name="Google Shape;358;p5"/>
            <p:cNvSpPr/>
            <p:nvPr/>
          </p:nvSpPr>
          <p:spPr>
            <a:xfrm rot="10800000">
              <a:off x="8342610" y="-1257510"/>
              <a:ext cx="531689" cy="3083936"/>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359" name="Google Shape;359;p5"/>
            <p:cNvSpPr/>
            <p:nvPr/>
          </p:nvSpPr>
          <p:spPr>
            <a:xfrm rot="10800000">
              <a:off x="8342610" y="-1257510"/>
              <a:ext cx="531689" cy="3083936"/>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360" name="Google Shape;360;p5"/>
            <p:cNvSpPr/>
            <p:nvPr/>
          </p:nvSpPr>
          <p:spPr>
            <a:xfrm>
              <a:off x="8560275" y="1826425"/>
              <a:ext cx="1415100" cy="14178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61" name="Google Shape;361;p5"/>
          <p:cNvSpPr/>
          <p:nvPr/>
        </p:nvSpPr>
        <p:spPr>
          <a:xfrm rot="10800000">
            <a:off x="10925032" y="1346800"/>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2" name="Google Shape;362;p5"/>
          <p:cNvSpPr/>
          <p:nvPr/>
        </p:nvSpPr>
        <p:spPr>
          <a:xfrm rot="10800000">
            <a:off x="10925032" y="1346800"/>
            <a:ext cx="147200" cy="1472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41569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3"/>
        <p:cNvGrpSpPr/>
        <p:nvPr/>
      </p:nvGrpSpPr>
      <p:grpSpPr>
        <a:xfrm>
          <a:off x="0" y="0"/>
          <a:ext cx="0" cy="0"/>
          <a:chOff x="0" y="0"/>
          <a:chExt cx="0" cy="0"/>
        </a:xfrm>
      </p:grpSpPr>
      <p:sp>
        <p:nvSpPr>
          <p:cNvPr id="364" name="Google Shape;364;p6"/>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grpSp>
        <p:nvGrpSpPr>
          <p:cNvPr id="365" name="Google Shape;365;p6"/>
          <p:cNvGrpSpPr/>
          <p:nvPr/>
        </p:nvGrpSpPr>
        <p:grpSpPr>
          <a:xfrm>
            <a:off x="11574885" y="-2682597"/>
            <a:ext cx="4962601" cy="16181231"/>
            <a:chOff x="-3170262" y="3452177"/>
            <a:chExt cx="3721951" cy="12135923"/>
          </a:xfrm>
        </p:grpSpPr>
        <p:sp>
          <p:nvSpPr>
            <p:cNvPr id="366" name="Google Shape;366;p6"/>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6"/>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6"/>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6"/>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6"/>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6"/>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6"/>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6"/>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6"/>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6"/>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6"/>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6"/>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6"/>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6"/>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6"/>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6"/>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6"/>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6"/>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6"/>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6"/>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6"/>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6"/>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6"/>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6"/>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6"/>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1" name="Google Shape;391;p6"/>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2" name="Google Shape;392;p6"/>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3" name="Google Shape;393;p6"/>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6"/>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6"/>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6"/>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6"/>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6"/>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6"/>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6"/>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6"/>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6"/>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6"/>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6"/>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6"/>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6"/>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6"/>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6"/>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6"/>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6"/>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6"/>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6"/>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6"/>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6"/>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5" name="Google Shape;415;p6"/>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6" name="Google Shape;416;p6"/>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7" name="Google Shape;417;p6"/>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8" name="Google Shape;418;p6"/>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9" name="Google Shape;419;p6"/>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20" name="Google Shape;420;p6"/>
          <p:cNvGrpSpPr/>
          <p:nvPr/>
        </p:nvGrpSpPr>
        <p:grpSpPr>
          <a:xfrm>
            <a:off x="-4433999" y="-93451"/>
            <a:ext cx="5026084" cy="15144076"/>
            <a:chOff x="-2722250" y="-1079764"/>
            <a:chExt cx="3769563" cy="11358057"/>
          </a:xfrm>
        </p:grpSpPr>
        <p:sp>
          <p:nvSpPr>
            <p:cNvPr id="421" name="Google Shape;421;p6"/>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2" name="Google Shape;422;p6"/>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3" name="Google Shape;423;p6"/>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4" name="Google Shape;424;p6"/>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5" name="Google Shape;425;p6"/>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6" name="Google Shape;426;p6"/>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7" name="Google Shape;427;p6"/>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8" name="Google Shape;428;p6"/>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9" name="Google Shape;429;p6"/>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0" name="Google Shape;430;p6"/>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1" name="Google Shape;431;p6"/>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2" name="Google Shape;432;p6"/>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3" name="Google Shape;433;p6"/>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4" name="Google Shape;434;p6"/>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35" name="Google Shape;435;p6"/>
          <p:cNvGrpSpPr/>
          <p:nvPr/>
        </p:nvGrpSpPr>
        <p:grpSpPr>
          <a:xfrm rot="10800000">
            <a:off x="819359" y="-1674464"/>
            <a:ext cx="2643967" cy="2684767"/>
            <a:chOff x="746900" y="-550225"/>
            <a:chExt cx="1982975" cy="2013575"/>
          </a:xfrm>
        </p:grpSpPr>
        <p:sp>
          <p:nvSpPr>
            <p:cNvPr id="436" name="Google Shape;436;p6"/>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chemeClr val="accent1"/>
              </a:solidFill>
              <a:prstDash val="solid"/>
              <a:round/>
              <a:headEnd type="none" w="med" len="med"/>
              <a:tailEnd type="none" w="med" len="med"/>
            </a:ln>
            <a:effectLst>
              <a:outerShdw blurRad="128588" dist="19050" algn="bl" rotWithShape="0">
                <a:schemeClr val="accent1"/>
              </a:outerShdw>
            </a:effectLst>
          </p:spPr>
          <p:txBody>
            <a:bodyPr/>
            <a:lstStyle/>
            <a:p>
              <a:endParaRPr lang="en-US" sz="2400"/>
            </a:p>
          </p:txBody>
        </p:sp>
        <p:sp>
          <p:nvSpPr>
            <p:cNvPr id="437" name="Google Shape;437;p6"/>
            <p:cNvSpPr/>
            <p:nvPr/>
          </p:nvSpPr>
          <p:spPr>
            <a:xfrm>
              <a:off x="746900" y="1312750"/>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6"/>
            <p:cNvSpPr/>
            <p:nvPr/>
          </p:nvSpPr>
          <p:spPr>
            <a:xfrm>
              <a:off x="2579275" y="-550225"/>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6"/>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grpSp>
    </p:spTree>
    <p:extLst>
      <p:ext uri="{BB962C8B-B14F-4D97-AF65-F5344CB8AC3E}">
        <p14:creationId xmlns:p14="http://schemas.microsoft.com/office/powerpoint/2010/main" val="42739858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40"/>
        <p:cNvGrpSpPr/>
        <p:nvPr/>
      </p:nvGrpSpPr>
      <p:grpSpPr>
        <a:xfrm>
          <a:off x="0" y="0"/>
          <a:ext cx="0" cy="0"/>
          <a:chOff x="0" y="0"/>
          <a:chExt cx="0" cy="0"/>
        </a:xfrm>
      </p:grpSpPr>
      <p:grpSp>
        <p:nvGrpSpPr>
          <p:cNvPr id="441" name="Google Shape;441;p7"/>
          <p:cNvGrpSpPr/>
          <p:nvPr/>
        </p:nvGrpSpPr>
        <p:grpSpPr>
          <a:xfrm rot="5400000">
            <a:off x="3576401" y="832815"/>
            <a:ext cx="5026084" cy="15144076"/>
            <a:chOff x="-2722250" y="-1079764"/>
            <a:chExt cx="3769563" cy="11358057"/>
          </a:xfrm>
        </p:grpSpPr>
        <p:sp>
          <p:nvSpPr>
            <p:cNvPr id="442" name="Google Shape;442;p7"/>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7"/>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7"/>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7"/>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7"/>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7"/>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7"/>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7"/>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7"/>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7"/>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7"/>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7"/>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4" name="Google Shape;454;p7"/>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5" name="Google Shape;455;p7"/>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56" name="Google Shape;456;p7"/>
          <p:cNvGrpSpPr/>
          <p:nvPr/>
        </p:nvGrpSpPr>
        <p:grpSpPr>
          <a:xfrm>
            <a:off x="10839234" y="-147865"/>
            <a:ext cx="5630517" cy="5451748"/>
            <a:chOff x="8129425" y="2555026"/>
            <a:chExt cx="4222888" cy="4088811"/>
          </a:xfrm>
        </p:grpSpPr>
        <p:sp>
          <p:nvSpPr>
            <p:cNvPr id="457" name="Google Shape;457;p7"/>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7"/>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7"/>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7"/>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1" name="Google Shape;461;p7"/>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2" name="Google Shape;462;p7"/>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3" name="Google Shape;463;p7"/>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7"/>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65" name="Google Shape;465;p7"/>
          <p:cNvGrpSpPr/>
          <p:nvPr/>
        </p:nvGrpSpPr>
        <p:grpSpPr>
          <a:xfrm>
            <a:off x="-3514349" y="-6954469"/>
            <a:ext cx="5026084" cy="15144076"/>
            <a:chOff x="-2635762" y="-5215852"/>
            <a:chExt cx="3769563" cy="11358057"/>
          </a:xfrm>
        </p:grpSpPr>
        <p:sp>
          <p:nvSpPr>
            <p:cNvPr id="466" name="Google Shape;466;p7"/>
            <p:cNvSpPr/>
            <p:nvPr/>
          </p:nvSpPr>
          <p:spPr>
            <a:xfrm rot="5400000">
              <a:off x="-6386165" y="-1378056"/>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7" name="Google Shape;467;p7"/>
            <p:cNvSpPr/>
            <p:nvPr/>
          </p:nvSpPr>
          <p:spPr>
            <a:xfrm rot="5400000">
              <a:off x="-2635762" y="130959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7"/>
            <p:cNvSpPr/>
            <p:nvPr/>
          </p:nvSpPr>
          <p:spPr>
            <a:xfrm rot="5400000">
              <a:off x="-3778267" y="-894847"/>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7"/>
            <p:cNvSpPr/>
            <p:nvPr/>
          </p:nvSpPr>
          <p:spPr>
            <a:xfrm rot="5400000">
              <a:off x="-6386165" y="-1378056"/>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0" name="Google Shape;470;p7"/>
            <p:cNvSpPr/>
            <p:nvPr/>
          </p:nvSpPr>
          <p:spPr>
            <a:xfrm rot="5400000">
              <a:off x="-2635762" y="130959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1" name="Google Shape;471;p7"/>
            <p:cNvSpPr/>
            <p:nvPr/>
          </p:nvSpPr>
          <p:spPr>
            <a:xfrm rot="5400000">
              <a:off x="-3778267" y="-894847"/>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2" name="Google Shape;472;p7"/>
            <p:cNvSpPr/>
            <p:nvPr/>
          </p:nvSpPr>
          <p:spPr>
            <a:xfrm rot="5400000">
              <a:off x="-524774" y="5874058"/>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3" name="Google Shape;473;p7"/>
            <p:cNvSpPr/>
            <p:nvPr/>
          </p:nvSpPr>
          <p:spPr>
            <a:xfrm rot="5400000">
              <a:off x="-1442898" y="5623877"/>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4" name="Google Shape;474;p7"/>
            <p:cNvSpPr/>
            <p:nvPr/>
          </p:nvSpPr>
          <p:spPr>
            <a:xfrm rot="5400000">
              <a:off x="865641" y="3403635"/>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5" name="Google Shape;475;p7"/>
            <p:cNvSpPr/>
            <p:nvPr/>
          </p:nvSpPr>
          <p:spPr>
            <a:xfrm rot="5400000">
              <a:off x="-278550" y="-342936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6" name="Google Shape;476;p7"/>
            <p:cNvSpPr/>
            <p:nvPr/>
          </p:nvSpPr>
          <p:spPr>
            <a:xfrm rot="5400000">
              <a:off x="-278550" y="-342936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7" name="Google Shape;477;p7"/>
            <p:cNvSpPr/>
            <p:nvPr/>
          </p:nvSpPr>
          <p:spPr>
            <a:xfrm rot="5400000">
              <a:off x="865641" y="3403635"/>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8" name="Google Shape;478;p7"/>
            <p:cNvSpPr/>
            <p:nvPr/>
          </p:nvSpPr>
          <p:spPr>
            <a:xfrm rot="5400000">
              <a:off x="-524774" y="5874058"/>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9" name="Google Shape;479;p7"/>
            <p:cNvSpPr/>
            <p:nvPr/>
          </p:nvSpPr>
          <p:spPr>
            <a:xfrm rot="5400000">
              <a:off x="-1442898" y="5623877"/>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0" name="Google Shape;480;p7"/>
            <p:cNvSpPr/>
            <p:nvPr/>
          </p:nvSpPr>
          <p:spPr>
            <a:xfrm rot="5400000">
              <a:off x="444111" y="1719457"/>
              <a:ext cx="415976"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1" name="Google Shape;481;p7"/>
            <p:cNvSpPr/>
            <p:nvPr/>
          </p:nvSpPr>
          <p:spPr>
            <a:xfrm rot="5400000">
              <a:off x="444111" y="1719457"/>
              <a:ext cx="415976"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82" name="Google Shape;482;p7"/>
          <p:cNvSpPr txBox="1">
            <a:spLocks noGrp="1"/>
          </p:cNvSpPr>
          <p:nvPr>
            <p:ph type="title"/>
          </p:nvPr>
        </p:nvSpPr>
        <p:spPr>
          <a:xfrm>
            <a:off x="2253400" y="585133"/>
            <a:ext cx="7685200" cy="15748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83" name="Google Shape;483;p7"/>
          <p:cNvSpPr txBox="1">
            <a:spLocks noGrp="1"/>
          </p:cNvSpPr>
          <p:nvPr>
            <p:ph type="body" idx="1"/>
          </p:nvPr>
        </p:nvSpPr>
        <p:spPr>
          <a:xfrm>
            <a:off x="3388200" y="2733833"/>
            <a:ext cx="5415600" cy="26248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Tree>
    <p:extLst>
      <p:ext uri="{BB962C8B-B14F-4D97-AF65-F5344CB8AC3E}">
        <p14:creationId xmlns:p14="http://schemas.microsoft.com/office/powerpoint/2010/main" val="685381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84"/>
        <p:cNvGrpSpPr/>
        <p:nvPr/>
      </p:nvGrpSpPr>
      <p:grpSpPr>
        <a:xfrm>
          <a:off x="0" y="0"/>
          <a:ext cx="0" cy="0"/>
          <a:chOff x="0" y="0"/>
          <a:chExt cx="0" cy="0"/>
        </a:xfrm>
      </p:grpSpPr>
      <p:sp>
        <p:nvSpPr>
          <p:cNvPr id="485" name="Google Shape;485;p8"/>
          <p:cNvSpPr txBox="1">
            <a:spLocks noGrp="1"/>
          </p:cNvSpPr>
          <p:nvPr>
            <p:ph type="title"/>
          </p:nvPr>
        </p:nvSpPr>
        <p:spPr>
          <a:xfrm>
            <a:off x="1669200" y="1712900"/>
            <a:ext cx="8853600" cy="28384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7200"/>
              <a:buNone/>
              <a:defRPr sz="9600"/>
            </a:lvl1pPr>
            <a:lvl2pPr lvl="1">
              <a:lnSpc>
                <a:spcPct val="90000"/>
              </a:lnSpc>
              <a:spcBef>
                <a:spcPts val="0"/>
              </a:spcBef>
              <a:spcAft>
                <a:spcPts val="0"/>
              </a:spcAft>
              <a:buSzPts val="7200"/>
              <a:buNone/>
              <a:defRPr sz="9600"/>
            </a:lvl2pPr>
            <a:lvl3pPr lvl="2">
              <a:lnSpc>
                <a:spcPct val="90000"/>
              </a:lnSpc>
              <a:spcBef>
                <a:spcPts val="0"/>
              </a:spcBef>
              <a:spcAft>
                <a:spcPts val="0"/>
              </a:spcAft>
              <a:buSzPts val="7200"/>
              <a:buNone/>
              <a:defRPr sz="9600"/>
            </a:lvl3pPr>
            <a:lvl4pPr lvl="3">
              <a:lnSpc>
                <a:spcPct val="90000"/>
              </a:lnSpc>
              <a:spcBef>
                <a:spcPts val="0"/>
              </a:spcBef>
              <a:spcAft>
                <a:spcPts val="0"/>
              </a:spcAft>
              <a:buSzPts val="7200"/>
              <a:buNone/>
              <a:defRPr sz="9600"/>
            </a:lvl4pPr>
            <a:lvl5pPr lvl="4">
              <a:lnSpc>
                <a:spcPct val="90000"/>
              </a:lnSpc>
              <a:spcBef>
                <a:spcPts val="0"/>
              </a:spcBef>
              <a:spcAft>
                <a:spcPts val="0"/>
              </a:spcAft>
              <a:buSzPts val="7200"/>
              <a:buNone/>
              <a:defRPr sz="9600"/>
            </a:lvl5pPr>
            <a:lvl6pPr lvl="5">
              <a:lnSpc>
                <a:spcPct val="90000"/>
              </a:lnSpc>
              <a:spcBef>
                <a:spcPts val="0"/>
              </a:spcBef>
              <a:spcAft>
                <a:spcPts val="0"/>
              </a:spcAft>
              <a:buSzPts val="7200"/>
              <a:buNone/>
              <a:defRPr sz="9600"/>
            </a:lvl6pPr>
            <a:lvl7pPr lvl="6">
              <a:lnSpc>
                <a:spcPct val="90000"/>
              </a:lnSpc>
              <a:spcBef>
                <a:spcPts val="0"/>
              </a:spcBef>
              <a:spcAft>
                <a:spcPts val="0"/>
              </a:spcAft>
              <a:buSzPts val="7200"/>
              <a:buNone/>
              <a:defRPr sz="9600"/>
            </a:lvl7pPr>
            <a:lvl8pPr lvl="7">
              <a:lnSpc>
                <a:spcPct val="90000"/>
              </a:lnSpc>
              <a:spcBef>
                <a:spcPts val="0"/>
              </a:spcBef>
              <a:spcAft>
                <a:spcPts val="0"/>
              </a:spcAft>
              <a:buSzPts val="7200"/>
              <a:buNone/>
              <a:defRPr sz="9600"/>
            </a:lvl8pPr>
            <a:lvl9pPr lvl="8">
              <a:lnSpc>
                <a:spcPct val="90000"/>
              </a:lnSpc>
              <a:spcBef>
                <a:spcPts val="0"/>
              </a:spcBef>
              <a:spcAft>
                <a:spcPts val="0"/>
              </a:spcAft>
              <a:buSzPts val="7200"/>
              <a:buNone/>
              <a:defRPr sz="9600"/>
            </a:lvl9pPr>
          </a:lstStyle>
          <a:p>
            <a:endParaRPr/>
          </a:p>
        </p:txBody>
      </p:sp>
      <p:grpSp>
        <p:nvGrpSpPr>
          <p:cNvPr id="486" name="Google Shape;486;p8"/>
          <p:cNvGrpSpPr/>
          <p:nvPr/>
        </p:nvGrpSpPr>
        <p:grpSpPr>
          <a:xfrm rot="-5400000" flipH="1">
            <a:off x="7313100" y="6008375"/>
            <a:ext cx="5630517" cy="5451748"/>
            <a:chOff x="8129425" y="2555026"/>
            <a:chExt cx="4222888" cy="4088811"/>
          </a:xfrm>
        </p:grpSpPr>
        <p:sp>
          <p:nvSpPr>
            <p:cNvPr id="487" name="Google Shape;487;p8"/>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8" name="Google Shape;488;p8"/>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9" name="Google Shape;489;p8"/>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0" name="Google Shape;490;p8"/>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1" name="Google Shape;491;p8"/>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8"/>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3" name="Google Shape;493;p8"/>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4" name="Google Shape;494;p8"/>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95" name="Google Shape;495;p8"/>
          <p:cNvGrpSpPr/>
          <p:nvPr/>
        </p:nvGrpSpPr>
        <p:grpSpPr>
          <a:xfrm rot="10800000" flipH="1">
            <a:off x="11029737" y="-7392405"/>
            <a:ext cx="5026084" cy="15144076"/>
            <a:chOff x="-2722250" y="-1079764"/>
            <a:chExt cx="3769563" cy="11358057"/>
          </a:xfrm>
        </p:grpSpPr>
        <p:sp>
          <p:nvSpPr>
            <p:cNvPr id="496" name="Google Shape;496;p8"/>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8"/>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8"/>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8"/>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8"/>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8"/>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8"/>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8"/>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8"/>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8"/>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8"/>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8"/>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8"/>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8"/>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10" name="Google Shape;510;p8"/>
          <p:cNvGrpSpPr/>
          <p:nvPr/>
        </p:nvGrpSpPr>
        <p:grpSpPr>
          <a:xfrm rot="5400000" flipH="1">
            <a:off x="-743075" y="-4602122"/>
            <a:ext cx="5630517" cy="5451748"/>
            <a:chOff x="8129425" y="2555026"/>
            <a:chExt cx="4222888" cy="4088811"/>
          </a:xfrm>
        </p:grpSpPr>
        <p:sp>
          <p:nvSpPr>
            <p:cNvPr id="511" name="Google Shape;511;p8"/>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8"/>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8"/>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8"/>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8"/>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6" name="Google Shape;516;p8"/>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7" name="Google Shape;517;p8"/>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8" name="Google Shape;518;p8"/>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19" name="Google Shape;519;p8"/>
          <p:cNvGrpSpPr/>
          <p:nvPr/>
        </p:nvGrpSpPr>
        <p:grpSpPr>
          <a:xfrm rot="5400000" flipH="1">
            <a:off x="-8922825" y="-1811455"/>
            <a:ext cx="5026084" cy="15144076"/>
            <a:chOff x="-2722250" y="-1079764"/>
            <a:chExt cx="3769563" cy="11358057"/>
          </a:xfrm>
        </p:grpSpPr>
        <p:sp>
          <p:nvSpPr>
            <p:cNvPr id="520" name="Google Shape;520;p8"/>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8"/>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8"/>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3" name="Google Shape;523;p8"/>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4" name="Google Shape;524;p8"/>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5" name="Google Shape;525;p8"/>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6" name="Google Shape;526;p8"/>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7" name="Google Shape;527;p8"/>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8" name="Google Shape;528;p8"/>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9" name="Google Shape;529;p8"/>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0" name="Google Shape;530;p8"/>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1" name="Google Shape;531;p8"/>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2" name="Google Shape;532;p8"/>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3" name="Google Shape;533;p8"/>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5358777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34"/>
        <p:cNvGrpSpPr/>
        <p:nvPr/>
      </p:nvGrpSpPr>
      <p:grpSpPr>
        <a:xfrm>
          <a:off x="0" y="0"/>
          <a:ext cx="0" cy="0"/>
          <a:chOff x="0" y="0"/>
          <a:chExt cx="0" cy="0"/>
        </a:xfrm>
      </p:grpSpPr>
      <p:sp>
        <p:nvSpPr>
          <p:cNvPr id="535" name="Google Shape;535;p9"/>
          <p:cNvSpPr txBox="1">
            <a:spLocks noGrp="1"/>
          </p:cNvSpPr>
          <p:nvPr>
            <p:ph type="title"/>
          </p:nvPr>
        </p:nvSpPr>
        <p:spPr>
          <a:xfrm>
            <a:off x="3126000" y="1838492"/>
            <a:ext cx="5940000" cy="837600"/>
          </a:xfrm>
          <a:prstGeom prst="rect">
            <a:avLst/>
          </a:prstGeom>
        </p:spPr>
        <p:txBody>
          <a:bodyPr spcFirstLastPara="1" wrap="square" lIns="91425" tIns="91425" rIns="91425" bIns="91425" anchor="t" anchorCtr="0">
            <a:noAutofit/>
          </a:bodyPr>
          <a:lstStyle>
            <a:lvl1pPr lvl="0" algn="ctr">
              <a:spcBef>
                <a:spcPts val="0"/>
              </a:spcBef>
              <a:spcAft>
                <a:spcPts val="0"/>
              </a:spcAft>
              <a:buSzPts val="4500"/>
              <a:buNone/>
              <a:defRPr sz="6000"/>
            </a:lvl1pPr>
            <a:lvl2pPr lvl="1" algn="ctr">
              <a:spcBef>
                <a:spcPts val="0"/>
              </a:spcBef>
              <a:spcAft>
                <a:spcPts val="0"/>
              </a:spcAft>
              <a:buSzPts val="4500"/>
              <a:buNone/>
              <a:defRPr sz="6000"/>
            </a:lvl2pPr>
            <a:lvl3pPr lvl="2" algn="ctr">
              <a:spcBef>
                <a:spcPts val="0"/>
              </a:spcBef>
              <a:spcAft>
                <a:spcPts val="0"/>
              </a:spcAft>
              <a:buSzPts val="4500"/>
              <a:buNone/>
              <a:defRPr sz="6000"/>
            </a:lvl3pPr>
            <a:lvl4pPr lvl="3" algn="ctr">
              <a:spcBef>
                <a:spcPts val="0"/>
              </a:spcBef>
              <a:spcAft>
                <a:spcPts val="0"/>
              </a:spcAft>
              <a:buSzPts val="4500"/>
              <a:buNone/>
              <a:defRPr sz="6000"/>
            </a:lvl4pPr>
            <a:lvl5pPr lvl="4" algn="ctr">
              <a:spcBef>
                <a:spcPts val="0"/>
              </a:spcBef>
              <a:spcAft>
                <a:spcPts val="0"/>
              </a:spcAft>
              <a:buSzPts val="4500"/>
              <a:buNone/>
              <a:defRPr sz="6000"/>
            </a:lvl5pPr>
            <a:lvl6pPr lvl="5" algn="ctr">
              <a:spcBef>
                <a:spcPts val="0"/>
              </a:spcBef>
              <a:spcAft>
                <a:spcPts val="0"/>
              </a:spcAft>
              <a:buSzPts val="4500"/>
              <a:buNone/>
              <a:defRPr sz="6000"/>
            </a:lvl6pPr>
            <a:lvl7pPr lvl="6" algn="ctr">
              <a:spcBef>
                <a:spcPts val="0"/>
              </a:spcBef>
              <a:spcAft>
                <a:spcPts val="0"/>
              </a:spcAft>
              <a:buSzPts val="4500"/>
              <a:buNone/>
              <a:defRPr sz="6000"/>
            </a:lvl7pPr>
            <a:lvl8pPr lvl="7" algn="ctr">
              <a:spcBef>
                <a:spcPts val="0"/>
              </a:spcBef>
              <a:spcAft>
                <a:spcPts val="0"/>
              </a:spcAft>
              <a:buSzPts val="4500"/>
              <a:buNone/>
              <a:defRPr sz="6000"/>
            </a:lvl8pPr>
            <a:lvl9pPr lvl="8" algn="ctr">
              <a:spcBef>
                <a:spcPts val="0"/>
              </a:spcBef>
              <a:spcAft>
                <a:spcPts val="0"/>
              </a:spcAft>
              <a:buSzPts val="4500"/>
              <a:buNone/>
              <a:defRPr sz="6000"/>
            </a:lvl9pPr>
          </a:lstStyle>
          <a:p>
            <a:endParaRPr/>
          </a:p>
        </p:txBody>
      </p:sp>
      <p:sp>
        <p:nvSpPr>
          <p:cNvPr id="536" name="Google Shape;536;p9"/>
          <p:cNvSpPr txBox="1">
            <a:spLocks noGrp="1"/>
          </p:cNvSpPr>
          <p:nvPr>
            <p:ph type="subTitle" idx="1"/>
          </p:nvPr>
        </p:nvSpPr>
        <p:spPr>
          <a:xfrm>
            <a:off x="3399200" y="3393308"/>
            <a:ext cx="5393600" cy="1610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700"/>
              <a:buNone/>
              <a:defRPr sz="2267"/>
            </a:lvl1pPr>
            <a:lvl2pPr lvl="1" algn="ctr">
              <a:lnSpc>
                <a:spcPct val="100000"/>
              </a:lnSpc>
              <a:spcBef>
                <a:spcPts val="0"/>
              </a:spcBef>
              <a:spcAft>
                <a:spcPts val="0"/>
              </a:spcAft>
              <a:buSzPts val="1700"/>
              <a:buNone/>
              <a:defRPr sz="2267"/>
            </a:lvl2pPr>
            <a:lvl3pPr lvl="2" algn="ctr">
              <a:lnSpc>
                <a:spcPct val="100000"/>
              </a:lnSpc>
              <a:spcBef>
                <a:spcPts val="0"/>
              </a:spcBef>
              <a:spcAft>
                <a:spcPts val="0"/>
              </a:spcAft>
              <a:buSzPts val="1700"/>
              <a:buNone/>
              <a:defRPr sz="2267"/>
            </a:lvl3pPr>
            <a:lvl4pPr lvl="3" algn="ctr">
              <a:lnSpc>
                <a:spcPct val="100000"/>
              </a:lnSpc>
              <a:spcBef>
                <a:spcPts val="0"/>
              </a:spcBef>
              <a:spcAft>
                <a:spcPts val="0"/>
              </a:spcAft>
              <a:buSzPts val="1700"/>
              <a:buNone/>
              <a:defRPr sz="2267"/>
            </a:lvl4pPr>
            <a:lvl5pPr lvl="4" algn="ctr">
              <a:lnSpc>
                <a:spcPct val="100000"/>
              </a:lnSpc>
              <a:spcBef>
                <a:spcPts val="0"/>
              </a:spcBef>
              <a:spcAft>
                <a:spcPts val="0"/>
              </a:spcAft>
              <a:buSzPts val="1700"/>
              <a:buNone/>
              <a:defRPr sz="2267"/>
            </a:lvl5pPr>
            <a:lvl6pPr lvl="5" algn="ctr">
              <a:lnSpc>
                <a:spcPct val="100000"/>
              </a:lnSpc>
              <a:spcBef>
                <a:spcPts val="0"/>
              </a:spcBef>
              <a:spcAft>
                <a:spcPts val="0"/>
              </a:spcAft>
              <a:buSzPts val="1700"/>
              <a:buNone/>
              <a:defRPr sz="2267"/>
            </a:lvl6pPr>
            <a:lvl7pPr lvl="6" algn="ctr">
              <a:lnSpc>
                <a:spcPct val="100000"/>
              </a:lnSpc>
              <a:spcBef>
                <a:spcPts val="0"/>
              </a:spcBef>
              <a:spcAft>
                <a:spcPts val="0"/>
              </a:spcAft>
              <a:buSzPts val="1700"/>
              <a:buNone/>
              <a:defRPr sz="2267"/>
            </a:lvl7pPr>
            <a:lvl8pPr lvl="7" algn="ctr">
              <a:lnSpc>
                <a:spcPct val="100000"/>
              </a:lnSpc>
              <a:spcBef>
                <a:spcPts val="0"/>
              </a:spcBef>
              <a:spcAft>
                <a:spcPts val="0"/>
              </a:spcAft>
              <a:buSzPts val="1700"/>
              <a:buNone/>
              <a:defRPr sz="2267"/>
            </a:lvl8pPr>
            <a:lvl9pPr lvl="8" algn="ctr">
              <a:lnSpc>
                <a:spcPct val="100000"/>
              </a:lnSpc>
              <a:spcBef>
                <a:spcPts val="0"/>
              </a:spcBef>
              <a:spcAft>
                <a:spcPts val="0"/>
              </a:spcAft>
              <a:buSzPts val="1700"/>
              <a:buNone/>
              <a:defRPr sz="2267"/>
            </a:lvl9pPr>
          </a:lstStyle>
          <a:p>
            <a:endParaRPr/>
          </a:p>
        </p:txBody>
      </p:sp>
      <p:sp>
        <p:nvSpPr>
          <p:cNvPr id="537" name="Google Shape;537;p9"/>
          <p:cNvSpPr/>
          <p:nvPr/>
        </p:nvSpPr>
        <p:spPr>
          <a:xfrm>
            <a:off x="769633" y="-789233"/>
            <a:ext cx="902000" cy="4320800"/>
          </a:xfrm>
          <a:custGeom>
            <a:avLst/>
            <a:gdLst/>
            <a:ahLst/>
            <a:cxnLst/>
            <a:rect l="l" t="t" r="r" b="b"/>
            <a:pathLst>
              <a:path w="27060" h="129624" extrusionOk="0">
                <a:moveTo>
                  <a:pt x="0" y="0"/>
                </a:moveTo>
                <a:lnTo>
                  <a:pt x="0" y="101874"/>
                </a:lnTo>
                <a:lnTo>
                  <a:pt x="27060" y="129624"/>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cxnSp>
        <p:nvCxnSpPr>
          <p:cNvPr id="538" name="Google Shape;538;p9"/>
          <p:cNvCxnSpPr/>
          <p:nvPr/>
        </p:nvCxnSpPr>
        <p:spPr>
          <a:xfrm rot="10800000">
            <a:off x="11813400" y="4220000"/>
            <a:ext cx="0" cy="306720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grpSp>
        <p:nvGrpSpPr>
          <p:cNvPr id="539" name="Google Shape;539;p9"/>
          <p:cNvGrpSpPr/>
          <p:nvPr/>
        </p:nvGrpSpPr>
        <p:grpSpPr>
          <a:xfrm flipH="1">
            <a:off x="-3710700" y="3406702"/>
            <a:ext cx="5630517" cy="5451748"/>
            <a:chOff x="8129425" y="2555026"/>
            <a:chExt cx="4222888" cy="4088811"/>
          </a:xfrm>
        </p:grpSpPr>
        <p:sp>
          <p:nvSpPr>
            <p:cNvPr id="540" name="Google Shape;540;p9"/>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1" name="Google Shape;541;p9"/>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2" name="Google Shape;542;p9"/>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3" name="Google Shape;543;p9"/>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4" name="Google Shape;544;p9"/>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5" name="Google Shape;545;p9"/>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9"/>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9"/>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48" name="Google Shape;548;p9"/>
          <p:cNvGrpSpPr/>
          <p:nvPr/>
        </p:nvGrpSpPr>
        <p:grpSpPr>
          <a:xfrm flipH="1">
            <a:off x="-3982326" y="1209829"/>
            <a:ext cx="5026084" cy="15144076"/>
            <a:chOff x="-2722250" y="-1079764"/>
            <a:chExt cx="3769563" cy="11358057"/>
          </a:xfrm>
        </p:grpSpPr>
        <p:sp>
          <p:nvSpPr>
            <p:cNvPr id="549" name="Google Shape;549;p9"/>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9"/>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9"/>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9"/>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9"/>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9"/>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9"/>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9"/>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9"/>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9"/>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9"/>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9"/>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9"/>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9"/>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63" name="Google Shape;563;p9"/>
          <p:cNvGrpSpPr/>
          <p:nvPr/>
        </p:nvGrpSpPr>
        <p:grpSpPr>
          <a:xfrm rot="10800000" flipH="1">
            <a:off x="11455700" y="-1603781"/>
            <a:ext cx="5630517" cy="5451748"/>
            <a:chOff x="8129425" y="2555026"/>
            <a:chExt cx="4222888" cy="4088811"/>
          </a:xfrm>
        </p:grpSpPr>
        <p:sp>
          <p:nvSpPr>
            <p:cNvPr id="564" name="Google Shape;564;p9"/>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9"/>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9"/>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9"/>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9"/>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9"/>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0" name="Google Shape;570;p9"/>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9"/>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72" name="Google Shape;572;p9"/>
          <p:cNvSpPr/>
          <p:nvPr/>
        </p:nvSpPr>
        <p:spPr>
          <a:xfrm>
            <a:off x="1651052" y="3493448"/>
            <a:ext cx="200800" cy="2008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73" name="Google Shape;573;p9"/>
          <p:cNvGrpSpPr/>
          <p:nvPr/>
        </p:nvGrpSpPr>
        <p:grpSpPr>
          <a:xfrm>
            <a:off x="1099984" y="478985"/>
            <a:ext cx="156697" cy="959731"/>
            <a:chOff x="824987" y="359239"/>
            <a:chExt cx="117523" cy="719798"/>
          </a:xfrm>
        </p:grpSpPr>
        <p:sp>
          <p:nvSpPr>
            <p:cNvPr id="574" name="Google Shape;574;p9"/>
            <p:cNvSpPr/>
            <p:nvPr/>
          </p:nvSpPr>
          <p:spPr>
            <a:xfrm rot="-5400000">
              <a:off x="824987" y="35923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5" name="Google Shape;575;p9"/>
            <p:cNvSpPr/>
            <p:nvPr/>
          </p:nvSpPr>
          <p:spPr>
            <a:xfrm rot="-5400000">
              <a:off x="824987" y="96151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6" name="Google Shape;576;p9"/>
            <p:cNvSpPr/>
            <p:nvPr/>
          </p:nvSpPr>
          <p:spPr>
            <a:xfrm rot="-5400000">
              <a:off x="824987" y="76075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7" name="Google Shape;577;p9"/>
            <p:cNvSpPr/>
            <p:nvPr/>
          </p:nvSpPr>
          <p:spPr>
            <a:xfrm rot="-5400000">
              <a:off x="824987" y="55999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8" name="Google Shape;578;p9"/>
            <p:cNvSpPr/>
            <p:nvPr/>
          </p:nvSpPr>
          <p:spPr>
            <a:xfrm rot="-5400000">
              <a:off x="824987" y="35923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9" name="Google Shape;579;p9"/>
            <p:cNvSpPr/>
            <p:nvPr/>
          </p:nvSpPr>
          <p:spPr>
            <a:xfrm rot="-5400000">
              <a:off x="824987" y="96151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0" name="Google Shape;580;p9"/>
            <p:cNvSpPr/>
            <p:nvPr/>
          </p:nvSpPr>
          <p:spPr>
            <a:xfrm rot="-5400000">
              <a:off x="824987" y="76075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1" name="Google Shape;581;p9"/>
            <p:cNvSpPr/>
            <p:nvPr/>
          </p:nvSpPr>
          <p:spPr>
            <a:xfrm rot="-5400000">
              <a:off x="824987" y="55999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82" name="Google Shape;582;p9"/>
          <p:cNvSpPr/>
          <p:nvPr/>
        </p:nvSpPr>
        <p:spPr>
          <a:xfrm>
            <a:off x="769633" y="-789233"/>
            <a:ext cx="902000" cy="4320800"/>
          </a:xfrm>
          <a:custGeom>
            <a:avLst/>
            <a:gdLst/>
            <a:ahLst/>
            <a:cxnLst/>
            <a:rect l="l" t="t" r="r" b="b"/>
            <a:pathLst>
              <a:path w="27060" h="129624" extrusionOk="0">
                <a:moveTo>
                  <a:pt x="0" y="0"/>
                </a:moveTo>
                <a:lnTo>
                  <a:pt x="0" y="101874"/>
                </a:lnTo>
                <a:lnTo>
                  <a:pt x="27060" y="129624"/>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583" name="Google Shape;583;p9"/>
          <p:cNvSpPr/>
          <p:nvPr/>
        </p:nvSpPr>
        <p:spPr>
          <a:xfrm>
            <a:off x="1651052" y="3493448"/>
            <a:ext cx="200800" cy="2008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584" name="Google Shape;584;p9"/>
          <p:cNvCxnSpPr/>
          <p:nvPr/>
        </p:nvCxnSpPr>
        <p:spPr>
          <a:xfrm rot="10800000">
            <a:off x="11813400" y="4220000"/>
            <a:ext cx="0" cy="306720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grpSp>
        <p:nvGrpSpPr>
          <p:cNvPr id="585" name="Google Shape;585;p9"/>
          <p:cNvGrpSpPr/>
          <p:nvPr/>
        </p:nvGrpSpPr>
        <p:grpSpPr>
          <a:xfrm>
            <a:off x="10937267" y="2644285"/>
            <a:ext cx="317252" cy="4297983"/>
            <a:chOff x="8202950" y="1983213"/>
            <a:chExt cx="237939" cy="3223487"/>
          </a:xfrm>
        </p:grpSpPr>
        <p:sp>
          <p:nvSpPr>
            <p:cNvPr id="586" name="Google Shape;586;p9"/>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587" name="Google Shape;587;p9"/>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9"/>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589" name="Google Shape;589;p9"/>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90" name="Google Shape;590;p9"/>
          <p:cNvGrpSpPr/>
          <p:nvPr/>
        </p:nvGrpSpPr>
        <p:grpSpPr>
          <a:xfrm>
            <a:off x="10272153" y="-129483"/>
            <a:ext cx="348081" cy="5217688"/>
            <a:chOff x="7704114" y="-97112"/>
            <a:chExt cx="261061" cy="3913266"/>
          </a:xfrm>
        </p:grpSpPr>
        <p:sp>
          <p:nvSpPr>
            <p:cNvPr id="591" name="Google Shape;591;p9"/>
            <p:cNvSpPr/>
            <p:nvPr/>
          </p:nvSpPr>
          <p:spPr>
            <a:xfrm>
              <a:off x="7779425" y="-97112"/>
              <a:ext cx="185750" cy="3804950"/>
            </a:xfrm>
            <a:custGeom>
              <a:avLst/>
              <a:gdLst/>
              <a:ahLst/>
              <a:cxnLst/>
              <a:rect l="l" t="t" r="r" b="b"/>
              <a:pathLst>
                <a:path w="7430" h="152198" extrusionOk="0">
                  <a:moveTo>
                    <a:pt x="7366" y="0"/>
                  </a:moveTo>
                  <a:lnTo>
                    <a:pt x="7430" y="96755"/>
                  </a:lnTo>
                  <a:lnTo>
                    <a:pt x="0" y="107019"/>
                  </a:lnTo>
                  <a:lnTo>
                    <a:pt x="8" y="152198"/>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592" name="Google Shape;592;p9"/>
            <p:cNvSpPr/>
            <p:nvPr/>
          </p:nvSpPr>
          <p:spPr>
            <a:xfrm>
              <a:off x="7704114" y="3665554"/>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9"/>
            <p:cNvSpPr/>
            <p:nvPr/>
          </p:nvSpPr>
          <p:spPr>
            <a:xfrm>
              <a:off x="7779425" y="-97112"/>
              <a:ext cx="185750" cy="3804950"/>
            </a:xfrm>
            <a:custGeom>
              <a:avLst/>
              <a:gdLst/>
              <a:ahLst/>
              <a:cxnLst/>
              <a:rect l="l" t="t" r="r" b="b"/>
              <a:pathLst>
                <a:path w="7430" h="152198" extrusionOk="0">
                  <a:moveTo>
                    <a:pt x="7366" y="0"/>
                  </a:moveTo>
                  <a:lnTo>
                    <a:pt x="7430" y="96755"/>
                  </a:lnTo>
                  <a:lnTo>
                    <a:pt x="0" y="107019"/>
                  </a:lnTo>
                  <a:lnTo>
                    <a:pt x="8" y="152198"/>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594" name="Google Shape;594;p9"/>
            <p:cNvSpPr/>
            <p:nvPr/>
          </p:nvSpPr>
          <p:spPr>
            <a:xfrm>
              <a:off x="7704114" y="3665554"/>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7498362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95"/>
        <p:cNvGrpSpPr/>
        <p:nvPr/>
      </p:nvGrpSpPr>
      <p:grpSpPr>
        <a:xfrm>
          <a:off x="0" y="0"/>
          <a:ext cx="0" cy="0"/>
          <a:chOff x="0" y="0"/>
          <a:chExt cx="0" cy="0"/>
        </a:xfrm>
      </p:grpSpPr>
      <p:sp>
        <p:nvSpPr>
          <p:cNvPr id="596" name="Google Shape;596;p10"/>
          <p:cNvSpPr/>
          <p:nvPr/>
        </p:nvSpPr>
        <p:spPr>
          <a:xfrm>
            <a:off x="0" y="0"/>
            <a:ext cx="8989600" cy="6858000"/>
          </a:xfrm>
          <a:prstGeom prst="rect">
            <a:avLst/>
          </a:prstGeom>
          <a:gradFill>
            <a:gsLst>
              <a:gs pos="0">
                <a:srgbClr val="000000">
                  <a:alpha val="45490"/>
                </a:srgbClr>
              </a:gs>
              <a:gs pos="100000">
                <a:srgbClr val="3D3E40">
                  <a:alpha val="0"/>
                </a:srgbClr>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97" name="Google Shape;597;p10"/>
          <p:cNvGrpSpPr/>
          <p:nvPr/>
        </p:nvGrpSpPr>
        <p:grpSpPr>
          <a:xfrm rot="5400000" flipH="1">
            <a:off x="-743075" y="-4602122"/>
            <a:ext cx="5630517" cy="5451748"/>
            <a:chOff x="8129425" y="2555026"/>
            <a:chExt cx="4222888" cy="4088811"/>
          </a:xfrm>
        </p:grpSpPr>
        <p:sp>
          <p:nvSpPr>
            <p:cNvPr id="598" name="Google Shape;598;p10"/>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10"/>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10"/>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10"/>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10"/>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10"/>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10"/>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5" name="Google Shape;605;p10"/>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06" name="Google Shape;606;p10"/>
          <p:cNvGrpSpPr/>
          <p:nvPr/>
        </p:nvGrpSpPr>
        <p:grpSpPr>
          <a:xfrm>
            <a:off x="7911918" y="5254649"/>
            <a:ext cx="5026084" cy="15144076"/>
            <a:chOff x="-2722250" y="-1079764"/>
            <a:chExt cx="3769563" cy="11358057"/>
          </a:xfrm>
        </p:grpSpPr>
        <p:sp>
          <p:nvSpPr>
            <p:cNvPr id="607" name="Google Shape;607;p10"/>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8" name="Google Shape;608;p10"/>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9" name="Google Shape;609;p10"/>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0" name="Google Shape;610;p10"/>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1" name="Google Shape;611;p10"/>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10"/>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10"/>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10"/>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10"/>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10"/>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10"/>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10"/>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10"/>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0" name="Google Shape;620;p10"/>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21" name="Google Shape;621;p10"/>
          <p:cNvSpPr txBox="1">
            <a:spLocks noGrp="1"/>
          </p:cNvSpPr>
          <p:nvPr>
            <p:ph type="title"/>
          </p:nvPr>
        </p:nvSpPr>
        <p:spPr>
          <a:xfrm>
            <a:off x="950967" y="3063567"/>
            <a:ext cx="5068000" cy="3206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300"/>
              <a:buNone/>
              <a:defRPr/>
            </a:lvl1pPr>
            <a:lvl2pPr lvl="1" algn="l" rtl="0">
              <a:spcBef>
                <a:spcPts val="0"/>
              </a:spcBef>
              <a:spcAft>
                <a:spcPts val="0"/>
              </a:spcAft>
              <a:buSzPts val="3300"/>
              <a:buNone/>
              <a:defRPr/>
            </a:lvl2pPr>
            <a:lvl3pPr lvl="2" algn="l" rtl="0">
              <a:spcBef>
                <a:spcPts val="0"/>
              </a:spcBef>
              <a:spcAft>
                <a:spcPts val="0"/>
              </a:spcAft>
              <a:buSzPts val="3300"/>
              <a:buNone/>
              <a:defRPr/>
            </a:lvl3pPr>
            <a:lvl4pPr lvl="3" algn="l" rtl="0">
              <a:spcBef>
                <a:spcPts val="0"/>
              </a:spcBef>
              <a:spcAft>
                <a:spcPts val="0"/>
              </a:spcAft>
              <a:buSzPts val="3300"/>
              <a:buNone/>
              <a:defRPr/>
            </a:lvl4pPr>
            <a:lvl5pPr lvl="4" algn="l" rtl="0">
              <a:spcBef>
                <a:spcPts val="0"/>
              </a:spcBef>
              <a:spcAft>
                <a:spcPts val="0"/>
              </a:spcAft>
              <a:buSzPts val="3300"/>
              <a:buNone/>
              <a:defRPr/>
            </a:lvl5pPr>
            <a:lvl6pPr lvl="5" algn="l" rtl="0">
              <a:spcBef>
                <a:spcPts val="0"/>
              </a:spcBef>
              <a:spcAft>
                <a:spcPts val="0"/>
              </a:spcAft>
              <a:buSzPts val="3300"/>
              <a:buNone/>
              <a:defRPr/>
            </a:lvl6pPr>
            <a:lvl7pPr lvl="6" algn="l" rtl="0">
              <a:spcBef>
                <a:spcPts val="0"/>
              </a:spcBef>
              <a:spcAft>
                <a:spcPts val="0"/>
              </a:spcAft>
              <a:buSzPts val="3300"/>
              <a:buNone/>
              <a:defRPr/>
            </a:lvl7pPr>
            <a:lvl8pPr lvl="7" algn="l" rtl="0">
              <a:spcBef>
                <a:spcPts val="0"/>
              </a:spcBef>
              <a:spcAft>
                <a:spcPts val="0"/>
              </a:spcAft>
              <a:buSzPts val="3300"/>
              <a:buNone/>
              <a:defRPr/>
            </a:lvl8pPr>
            <a:lvl9pPr lvl="8" algn="l" rtl="0">
              <a:spcBef>
                <a:spcPts val="0"/>
              </a:spcBef>
              <a:spcAft>
                <a:spcPts val="0"/>
              </a:spcAft>
              <a:buSzPts val="3300"/>
              <a:buNone/>
              <a:defRPr/>
            </a:lvl9pPr>
          </a:lstStyle>
          <a:p>
            <a:endParaRPr/>
          </a:p>
        </p:txBody>
      </p:sp>
    </p:spTree>
    <p:extLst>
      <p:ext uri="{BB962C8B-B14F-4D97-AF65-F5344CB8AC3E}">
        <p14:creationId xmlns:p14="http://schemas.microsoft.com/office/powerpoint/2010/main" val="11337377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22"/>
        <p:cNvGrpSpPr/>
        <p:nvPr/>
      </p:nvGrpSpPr>
      <p:grpSpPr>
        <a:xfrm>
          <a:off x="0" y="0"/>
          <a:ext cx="0" cy="0"/>
          <a:chOff x="0" y="0"/>
          <a:chExt cx="0" cy="0"/>
        </a:xfrm>
      </p:grpSpPr>
      <p:sp>
        <p:nvSpPr>
          <p:cNvPr id="623" name="Google Shape;623;p11"/>
          <p:cNvSpPr txBox="1">
            <a:spLocks noGrp="1"/>
          </p:cNvSpPr>
          <p:nvPr>
            <p:ph type="title" hasCustomPrompt="1"/>
          </p:nvPr>
        </p:nvSpPr>
        <p:spPr>
          <a:xfrm>
            <a:off x="1619000" y="1686433"/>
            <a:ext cx="8954000" cy="1714400"/>
          </a:xfrm>
          <a:prstGeom prst="rect">
            <a:avLst/>
          </a:prstGeom>
        </p:spPr>
        <p:txBody>
          <a:bodyPr spcFirstLastPara="1" wrap="square" lIns="91425" tIns="91425" rIns="91425" bIns="91425" anchor="b" anchorCtr="0">
            <a:noAutofit/>
          </a:bodyPr>
          <a:lstStyle>
            <a:lvl1pPr lvl="0" algn="ctr">
              <a:spcBef>
                <a:spcPts val="0"/>
              </a:spcBef>
              <a:spcAft>
                <a:spcPts val="0"/>
              </a:spcAft>
              <a:buSzPts val="8700"/>
              <a:buNone/>
              <a:defRPr sz="11600"/>
            </a:lvl1pPr>
            <a:lvl2pPr lvl="1" algn="ctr">
              <a:spcBef>
                <a:spcPts val="0"/>
              </a:spcBef>
              <a:spcAft>
                <a:spcPts val="0"/>
              </a:spcAft>
              <a:buSzPts val="8700"/>
              <a:buNone/>
              <a:defRPr sz="11600"/>
            </a:lvl2pPr>
            <a:lvl3pPr lvl="2" algn="ctr">
              <a:spcBef>
                <a:spcPts val="0"/>
              </a:spcBef>
              <a:spcAft>
                <a:spcPts val="0"/>
              </a:spcAft>
              <a:buSzPts val="8700"/>
              <a:buNone/>
              <a:defRPr sz="11600"/>
            </a:lvl3pPr>
            <a:lvl4pPr lvl="3" algn="ctr">
              <a:spcBef>
                <a:spcPts val="0"/>
              </a:spcBef>
              <a:spcAft>
                <a:spcPts val="0"/>
              </a:spcAft>
              <a:buSzPts val="8700"/>
              <a:buNone/>
              <a:defRPr sz="11600"/>
            </a:lvl4pPr>
            <a:lvl5pPr lvl="4" algn="ctr">
              <a:spcBef>
                <a:spcPts val="0"/>
              </a:spcBef>
              <a:spcAft>
                <a:spcPts val="0"/>
              </a:spcAft>
              <a:buSzPts val="8700"/>
              <a:buNone/>
              <a:defRPr sz="11600"/>
            </a:lvl5pPr>
            <a:lvl6pPr lvl="5" algn="ctr">
              <a:spcBef>
                <a:spcPts val="0"/>
              </a:spcBef>
              <a:spcAft>
                <a:spcPts val="0"/>
              </a:spcAft>
              <a:buSzPts val="8700"/>
              <a:buNone/>
              <a:defRPr sz="11600"/>
            </a:lvl6pPr>
            <a:lvl7pPr lvl="6" algn="ctr">
              <a:spcBef>
                <a:spcPts val="0"/>
              </a:spcBef>
              <a:spcAft>
                <a:spcPts val="0"/>
              </a:spcAft>
              <a:buSzPts val="8700"/>
              <a:buNone/>
              <a:defRPr sz="11600"/>
            </a:lvl7pPr>
            <a:lvl8pPr lvl="7" algn="ctr">
              <a:spcBef>
                <a:spcPts val="0"/>
              </a:spcBef>
              <a:spcAft>
                <a:spcPts val="0"/>
              </a:spcAft>
              <a:buSzPts val="8700"/>
              <a:buNone/>
              <a:defRPr sz="11600"/>
            </a:lvl8pPr>
            <a:lvl9pPr lvl="8" algn="ctr">
              <a:spcBef>
                <a:spcPts val="0"/>
              </a:spcBef>
              <a:spcAft>
                <a:spcPts val="0"/>
              </a:spcAft>
              <a:buSzPts val="8700"/>
              <a:buNone/>
              <a:defRPr sz="11600"/>
            </a:lvl9pPr>
          </a:lstStyle>
          <a:p>
            <a:r>
              <a:t>xx%</a:t>
            </a:r>
          </a:p>
        </p:txBody>
      </p:sp>
      <p:grpSp>
        <p:nvGrpSpPr>
          <p:cNvPr id="624" name="Google Shape;624;p11"/>
          <p:cNvGrpSpPr/>
          <p:nvPr/>
        </p:nvGrpSpPr>
        <p:grpSpPr>
          <a:xfrm rot="5400000">
            <a:off x="8810197" y="3825988"/>
            <a:ext cx="2177020" cy="6002313"/>
            <a:chOff x="8342610" y="-1257510"/>
            <a:chExt cx="1632765" cy="4501735"/>
          </a:xfrm>
        </p:grpSpPr>
        <p:sp>
          <p:nvSpPr>
            <p:cNvPr id="625" name="Google Shape;625;p11"/>
            <p:cNvSpPr/>
            <p:nvPr/>
          </p:nvSpPr>
          <p:spPr>
            <a:xfrm>
              <a:off x="8560275" y="1826425"/>
              <a:ext cx="1415100" cy="14178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6" name="Google Shape;626;p11"/>
            <p:cNvSpPr/>
            <p:nvPr/>
          </p:nvSpPr>
          <p:spPr>
            <a:xfrm rot="10800000">
              <a:off x="8342610" y="-1257510"/>
              <a:ext cx="531689" cy="3083936"/>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627" name="Google Shape;627;p11"/>
            <p:cNvSpPr/>
            <p:nvPr/>
          </p:nvSpPr>
          <p:spPr>
            <a:xfrm rot="10800000">
              <a:off x="8342610" y="-1257510"/>
              <a:ext cx="531689" cy="3083936"/>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628" name="Google Shape;628;p11"/>
            <p:cNvSpPr/>
            <p:nvPr/>
          </p:nvSpPr>
          <p:spPr>
            <a:xfrm>
              <a:off x="8560275" y="1826425"/>
              <a:ext cx="1415100" cy="14178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29" name="Google Shape;629;p11"/>
          <p:cNvGrpSpPr/>
          <p:nvPr/>
        </p:nvGrpSpPr>
        <p:grpSpPr>
          <a:xfrm>
            <a:off x="-3869849" y="-6532205"/>
            <a:ext cx="4962601" cy="16181231"/>
            <a:chOff x="-3170262" y="3452177"/>
            <a:chExt cx="3721951" cy="12135923"/>
          </a:xfrm>
        </p:grpSpPr>
        <p:sp>
          <p:nvSpPr>
            <p:cNvPr id="630" name="Google Shape;630;p11"/>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1" name="Google Shape;631;p11"/>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2" name="Google Shape;632;p11"/>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3" name="Google Shape;633;p11"/>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4" name="Google Shape;634;p11"/>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11"/>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6" name="Google Shape;636;p11"/>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7" name="Google Shape;637;p11"/>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11"/>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9" name="Google Shape;639;p11"/>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0" name="Google Shape;640;p11"/>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1" name="Google Shape;641;p11"/>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11"/>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11"/>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11"/>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11"/>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11"/>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11"/>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11"/>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11"/>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11"/>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11"/>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11"/>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11"/>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11"/>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11"/>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11"/>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11"/>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8" name="Google Shape;658;p11"/>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9" name="Google Shape;659;p11"/>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0" name="Google Shape;660;p11"/>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11"/>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11"/>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3" name="Google Shape;663;p11"/>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4" name="Google Shape;664;p11"/>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5" name="Google Shape;665;p11"/>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6" name="Google Shape;666;p11"/>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7" name="Google Shape;667;p11"/>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8" name="Google Shape;668;p11"/>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11"/>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0" name="Google Shape;670;p11"/>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1" name="Google Shape;671;p11"/>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2" name="Google Shape;672;p11"/>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3" name="Google Shape;673;p11"/>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4" name="Google Shape;674;p11"/>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5" name="Google Shape;675;p11"/>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6" name="Google Shape;676;p11"/>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7" name="Google Shape;677;p11"/>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11"/>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11"/>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11"/>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11"/>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11"/>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11"/>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11"/>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11"/>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86" name="Google Shape;686;p11"/>
          <p:cNvGrpSpPr/>
          <p:nvPr/>
        </p:nvGrpSpPr>
        <p:grpSpPr>
          <a:xfrm>
            <a:off x="11241018" y="-2464969"/>
            <a:ext cx="5026084" cy="15144076"/>
            <a:chOff x="-2722250" y="-1079764"/>
            <a:chExt cx="3769563" cy="11358057"/>
          </a:xfrm>
        </p:grpSpPr>
        <p:sp>
          <p:nvSpPr>
            <p:cNvPr id="687" name="Google Shape;687;p11"/>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11"/>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11"/>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11"/>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11"/>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11"/>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11"/>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11"/>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11"/>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11"/>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11"/>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11"/>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11"/>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0" name="Google Shape;700;p11"/>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01" name="Google Shape;701;p11"/>
          <p:cNvSpPr txBox="1">
            <a:spLocks noGrp="1"/>
          </p:cNvSpPr>
          <p:nvPr>
            <p:ph type="subTitle" idx="1"/>
          </p:nvPr>
        </p:nvSpPr>
        <p:spPr>
          <a:xfrm>
            <a:off x="3274600" y="3939000"/>
            <a:ext cx="5642800" cy="729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700"/>
              <a:buNone/>
              <a:defRPr sz="2267"/>
            </a:lvl1pPr>
            <a:lvl2pPr lvl="1" algn="ctr" rtl="0">
              <a:lnSpc>
                <a:spcPct val="100000"/>
              </a:lnSpc>
              <a:spcBef>
                <a:spcPts val="0"/>
              </a:spcBef>
              <a:spcAft>
                <a:spcPts val="0"/>
              </a:spcAft>
              <a:buSzPts val="1700"/>
              <a:buNone/>
              <a:defRPr sz="2267"/>
            </a:lvl2pPr>
            <a:lvl3pPr lvl="2" algn="ctr" rtl="0">
              <a:lnSpc>
                <a:spcPct val="100000"/>
              </a:lnSpc>
              <a:spcBef>
                <a:spcPts val="0"/>
              </a:spcBef>
              <a:spcAft>
                <a:spcPts val="0"/>
              </a:spcAft>
              <a:buSzPts val="1700"/>
              <a:buNone/>
              <a:defRPr sz="2267"/>
            </a:lvl3pPr>
            <a:lvl4pPr lvl="3" algn="ctr" rtl="0">
              <a:lnSpc>
                <a:spcPct val="100000"/>
              </a:lnSpc>
              <a:spcBef>
                <a:spcPts val="0"/>
              </a:spcBef>
              <a:spcAft>
                <a:spcPts val="0"/>
              </a:spcAft>
              <a:buSzPts val="1700"/>
              <a:buNone/>
              <a:defRPr sz="2267"/>
            </a:lvl4pPr>
            <a:lvl5pPr lvl="4" algn="ctr" rtl="0">
              <a:lnSpc>
                <a:spcPct val="100000"/>
              </a:lnSpc>
              <a:spcBef>
                <a:spcPts val="0"/>
              </a:spcBef>
              <a:spcAft>
                <a:spcPts val="0"/>
              </a:spcAft>
              <a:buSzPts val="1700"/>
              <a:buNone/>
              <a:defRPr sz="2267"/>
            </a:lvl5pPr>
            <a:lvl6pPr lvl="5" algn="ctr" rtl="0">
              <a:lnSpc>
                <a:spcPct val="100000"/>
              </a:lnSpc>
              <a:spcBef>
                <a:spcPts val="0"/>
              </a:spcBef>
              <a:spcAft>
                <a:spcPts val="0"/>
              </a:spcAft>
              <a:buSzPts val="1700"/>
              <a:buNone/>
              <a:defRPr sz="2267"/>
            </a:lvl6pPr>
            <a:lvl7pPr lvl="6" algn="ctr" rtl="0">
              <a:lnSpc>
                <a:spcPct val="100000"/>
              </a:lnSpc>
              <a:spcBef>
                <a:spcPts val="0"/>
              </a:spcBef>
              <a:spcAft>
                <a:spcPts val="0"/>
              </a:spcAft>
              <a:buSzPts val="1700"/>
              <a:buNone/>
              <a:defRPr sz="2267"/>
            </a:lvl7pPr>
            <a:lvl8pPr lvl="7" algn="ctr" rtl="0">
              <a:lnSpc>
                <a:spcPct val="100000"/>
              </a:lnSpc>
              <a:spcBef>
                <a:spcPts val="0"/>
              </a:spcBef>
              <a:spcAft>
                <a:spcPts val="0"/>
              </a:spcAft>
              <a:buSzPts val="1700"/>
              <a:buNone/>
              <a:defRPr sz="2267"/>
            </a:lvl8pPr>
            <a:lvl9pPr lvl="8" algn="ctr" rtl="0">
              <a:lnSpc>
                <a:spcPct val="100000"/>
              </a:lnSpc>
              <a:spcBef>
                <a:spcPts val="0"/>
              </a:spcBef>
              <a:spcAft>
                <a:spcPts val="0"/>
              </a:spcAft>
              <a:buSzPts val="1700"/>
              <a:buNone/>
              <a:defRPr sz="2267"/>
            </a:lvl9pPr>
          </a:lstStyle>
          <a:p>
            <a:endParaRPr/>
          </a:p>
        </p:txBody>
      </p:sp>
    </p:spTree>
    <p:extLst>
      <p:ext uri="{BB962C8B-B14F-4D97-AF65-F5344CB8AC3E}">
        <p14:creationId xmlns:p14="http://schemas.microsoft.com/office/powerpoint/2010/main" val="465445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702"/>
        <p:cNvGrpSpPr/>
        <p:nvPr/>
      </p:nvGrpSpPr>
      <p:grpSpPr>
        <a:xfrm>
          <a:off x="0" y="0"/>
          <a:ext cx="0" cy="0"/>
          <a:chOff x="0" y="0"/>
          <a:chExt cx="0" cy="0"/>
        </a:xfrm>
      </p:grpSpPr>
    </p:spTree>
    <p:extLst>
      <p:ext uri="{BB962C8B-B14F-4D97-AF65-F5344CB8AC3E}">
        <p14:creationId xmlns:p14="http://schemas.microsoft.com/office/powerpoint/2010/main" val="32922619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03"/>
        <p:cNvGrpSpPr/>
        <p:nvPr/>
      </p:nvGrpSpPr>
      <p:grpSpPr>
        <a:xfrm>
          <a:off x="0" y="0"/>
          <a:ext cx="0" cy="0"/>
          <a:chOff x="0" y="0"/>
          <a:chExt cx="0" cy="0"/>
        </a:xfrm>
      </p:grpSpPr>
      <p:sp>
        <p:nvSpPr>
          <p:cNvPr id="704" name="Google Shape;704;p13"/>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705" name="Google Shape;705;p13"/>
          <p:cNvSpPr txBox="1">
            <a:spLocks noGrp="1"/>
          </p:cNvSpPr>
          <p:nvPr>
            <p:ph type="subTitle" idx="1"/>
          </p:nvPr>
        </p:nvSpPr>
        <p:spPr>
          <a:xfrm>
            <a:off x="2634133" y="4565300"/>
            <a:ext cx="3212800" cy="622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06" name="Google Shape;706;p13"/>
          <p:cNvSpPr txBox="1">
            <a:spLocks noGrp="1"/>
          </p:cNvSpPr>
          <p:nvPr>
            <p:ph type="subTitle" idx="2"/>
          </p:nvPr>
        </p:nvSpPr>
        <p:spPr>
          <a:xfrm>
            <a:off x="2634133" y="4084237"/>
            <a:ext cx="3212800" cy="40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707" name="Google Shape;707;p13"/>
          <p:cNvSpPr txBox="1">
            <a:spLocks noGrp="1"/>
          </p:cNvSpPr>
          <p:nvPr>
            <p:ph type="title" idx="3" hasCustomPrompt="1"/>
          </p:nvPr>
        </p:nvSpPr>
        <p:spPr>
          <a:xfrm>
            <a:off x="1399015" y="4256067"/>
            <a:ext cx="1072000" cy="74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4933"/>
            </a:lvl1pPr>
            <a:lvl2pPr lvl="1" algn="ctr" rtl="0">
              <a:spcBef>
                <a:spcPts val="0"/>
              </a:spcBef>
              <a:spcAft>
                <a:spcPts val="0"/>
              </a:spcAft>
              <a:buSzPts val="3700"/>
              <a:buNone/>
              <a:defRPr sz="4933"/>
            </a:lvl2pPr>
            <a:lvl3pPr lvl="2" algn="ctr" rtl="0">
              <a:spcBef>
                <a:spcPts val="0"/>
              </a:spcBef>
              <a:spcAft>
                <a:spcPts val="0"/>
              </a:spcAft>
              <a:buSzPts val="3700"/>
              <a:buNone/>
              <a:defRPr sz="4933"/>
            </a:lvl3pPr>
            <a:lvl4pPr lvl="3" algn="ctr" rtl="0">
              <a:spcBef>
                <a:spcPts val="0"/>
              </a:spcBef>
              <a:spcAft>
                <a:spcPts val="0"/>
              </a:spcAft>
              <a:buSzPts val="3700"/>
              <a:buNone/>
              <a:defRPr sz="4933"/>
            </a:lvl4pPr>
            <a:lvl5pPr lvl="4" algn="ctr" rtl="0">
              <a:spcBef>
                <a:spcPts val="0"/>
              </a:spcBef>
              <a:spcAft>
                <a:spcPts val="0"/>
              </a:spcAft>
              <a:buSzPts val="3700"/>
              <a:buNone/>
              <a:defRPr sz="4933"/>
            </a:lvl5pPr>
            <a:lvl6pPr lvl="5" algn="ctr" rtl="0">
              <a:spcBef>
                <a:spcPts val="0"/>
              </a:spcBef>
              <a:spcAft>
                <a:spcPts val="0"/>
              </a:spcAft>
              <a:buSzPts val="3700"/>
              <a:buNone/>
              <a:defRPr sz="4933"/>
            </a:lvl6pPr>
            <a:lvl7pPr lvl="6" algn="ctr" rtl="0">
              <a:spcBef>
                <a:spcPts val="0"/>
              </a:spcBef>
              <a:spcAft>
                <a:spcPts val="0"/>
              </a:spcAft>
              <a:buSzPts val="3700"/>
              <a:buNone/>
              <a:defRPr sz="4933"/>
            </a:lvl7pPr>
            <a:lvl8pPr lvl="7" algn="ctr" rtl="0">
              <a:spcBef>
                <a:spcPts val="0"/>
              </a:spcBef>
              <a:spcAft>
                <a:spcPts val="0"/>
              </a:spcAft>
              <a:buSzPts val="3700"/>
              <a:buNone/>
              <a:defRPr sz="4933"/>
            </a:lvl8pPr>
            <a:lvl9pPr lvl="8" algn="ctr" rtl="0">
              <a:spcBef>
                <a:spcPts val="0"/>
              </a:spcBef>
              <a:spcAft>
                <a:spcPts val="0"/>
              </a:spcAft>
              <a:buSzPts val="3700"/>
              <a:buNone/>
              <a:defRPr sz="4933"/>
            </a:lvl9pPr>
          </a:lstStyle>
          <a:p>
            <a:r>
              <a:t>xx%</a:t>
            </a:r>
          </a:p>
        </p:txBody>
      </p:sp>
      <p:sp>
        <p:nvSpPr>
          <p:cNvPr id="708" name="Google Shape;708;p13"/>
          <p:cNvSpPr txBox="1">
            <a:spLocks noGrp="1"/>
          </p:cNvSpPr>
          <p:nvPr>
            <p:ph type="title" idx="4" hasCustomPrompt="1"/>
          </p:nvPr>
        </p:nvSpPr>
        <p:spPr>
          <a:xfrm>
            <a:off x="6539648" y="4256067"/>
            <a:ext cx="1072000" cy="74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4933"/>
            </a:lvl1pPr>
            <a:lvl2pPr lvl="1" algn="ctr" rtl="0">
              <a:spcBef>
                <a:spcPts val="0"/>
              </a:spcBef>
              <a:spcAft>
                <a:spcPts val="0"/>
              </a:spcAft>
              <a:buSzPts val="3700"/>
              <a:buNone/>
              <a:defRPr sz="4933"/>
            </a:lvl2pPr>
            <a:lvl3pPr lvl="2" algn="ctr" rtl="0">
              <a:spcBef>
                <a:spcPts val="0"/>
              </a:spcBef>
              <a:spcAft>
                <a:spcPts val="0"/>
              </a:spcAft>
              <a:buSzPts val="3700"/>
              <a:buNone/>
              <a:defRPr sz="4933"/>
            </a:lvl3pPr>
            <a:lvl4pPr lvl="3" algn="ctr" rtl="0">
              <a:spcBef>
                <a:spcPts val="0"/>
              </a:spcBef>
              <a:spcAft>
                <a:spcPts val="0"/>
              </a:spcAft>
              <a:buSzPts val="3700"/>
              <a:buNone/>
              <a:defRPr sz="4933"/>
            </a:lvl4pPr>
            <a:lvl5pPr lvl="4" algn="ctr" rtl="0">
              <a:spcBef>
                <a:spcPts val="0"/>
              </a:spcBef>
              <a:spcAft>
                <a:spcPts val="0"/>
              </a:spcAft>
              <a:buSzPts val="3700"/>
              <a:buNone/>
              <a:defRPr sz="4933"/>
            </a:lvl5pPr>
            <a:lvl6pPr lvl="5" algn="ctr" rtl="0">
              <a:spcBef>
                <a:spcPts val="0"/>
              </a:spcBef>
              <a:spcAft>
                <a:spcPts val="0"/>
              </a:spcAft>
              <a:buSzPts val="3700"/>
              <a:buNone/>
              <a:defRPr sz="4933"/>
            </a:lvl6pPr>
            <a:lvl7pPr lvl="6" algn="ctr" rtl="0">
              <a:spcBef>
                <a:spcPts val="0"/>
              </a:spcBef>
              <a:spcAft>
                <a:spcPts val="0"/>
              </a:spcAft>
              <a:buSzPts val="3700"/>
              <a:buNone/>
              <a:defRPr sz="4933"/>
            </a:lvl7pPr>
            <a:lvl8pPr lvl="7" algn="ctr" rtl="0">
              <a:spcBef>
                <a:spcPts val="0"/>
              </a:spcBef>
              <a:spcAft>
                <a:spcPts val="0"/>
              </a:spcAft>
              <a:buSzPts val="3700"/>
              <a:buNone/>
              <a:defRPr sz="4933"/>
            </a:lvl8pPr>
            <a:lvl9pPr lvl="8" algn="ctr" rtl="0">
              <a:spcBef>
                <a:spcPts val="0"/>
              </a:spcBef>
              <a:spcAft>
                <a:spcPts val="0"/>
              </a:spcAft>
              <a:buSzPts val="3700"/>
              <a:buNone/>
              <a:defRPr sz="4933"/>
            </a:lvl9pPr>
          </a:lstStyle>
          <a:p>
            <a:r>
              <a:t>xx%</a:t>
            </a:r>
          </a:p>
        </p:txBody>
      </p:sp>
      <p:sp>
        <p:nvSpPr>
          <p:cNvPr id="709" name="Google Shape;709;p13"/>
          <p:cNvSpPr txBox="1">
            <a:spLocks noGrp="1"/>
          </p:cNvSpPr>
          <p:nvPr>
            <p:ph type="title" idx="5" hasCustomPrompt="1"/>
          </p:nvPr>
        </p:nvSpPr>
        <p:spPr>
          <a:xfrm>
            <a:off x="1399015" y="2482317"/>
            <a:ext cx="1072000" cy="74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4933"/>
            </a:lvl1pPr>
            <a:lvl2pPr lvl="1" algn="ctr" rtl="0">
              <a:spcBef>
                <a:spcPts val="0"/>
              </a:spcBef>
              <a:spcAft>
                <a:spcPts val="0"/>
              </a:spcAft>
              <a:buSzPts val="3700"/>
              <a:buNone/>
              <a:defRPr sz="4933"/>
            </a:lvl2pPr>
            <a:lvl3pPr lvl="2" algn="ctr" rtl="0">
              <a:spcBef>
                <a:spcPts val="0"/>
              </a:spcBef>
              <a:spcAft>
                <a:spcPts val="0"/>
              </a:spcAft>
              <a:buSzPts val="3700"/>
              <a:buNone/>
              <a:defRPr sz="4933"/>
            </a:lvl3pPr>
            <a:lvl4pPr lvl="3" algn="ctr" rtl="0">
              <a:spcBef>
                <a:spcPts val="0"/>
              </a:spcBef>
              <a:spcAft>
                <a:spcPts val="0"/>
              </a:spcAft>
              <a:buSzPts val="3700"/>
              <a:buNone/>
              <a:defRPr sz="4933"/>
            </a:lvl4pPr>
            <a:lvl5pPr lvl="4" algn="ctr" rtl="0">
              <a:spcBef>
                <a:spcPts val="0"/>
              </a:spcBef>
              <a:spcAft>
                <a:spcPts val="0"/>
              </a:spcAft>
              <a:buSzPts val="3700"/>
              <a:buNone/>
              <a:defRPr sz="4933"/>
            </a:lvl5pPr>
            <a:lvl6pPr lvl="5" algn="ctr" rtl="0">
              <a:spcBef>
                <a:spcPts val="0"/>
              </a:spcBef>
              <a:spcAft>
                <a:spcPts val="0"/>
              </a:spcAft>
              <a:buSzPts val="3700"/>
              <a:buNone/>
              <a:defRPr sz="4933"/>
            </a:lvl6pPr>
            <a:lvl7pPr lvl="6" algn="ctr" rtl="0">
              <a:spcBef>
                <a:spcPts val="0"/>
              </a:spcBef>
              <a:spcAft>
                <a:spcPts val="0"/>
              </a:spcAft>
              <a:buSzPts val="3700"/>
              <a:buNone/>
              <a:defRPr sz="4933"/>
            </a:lvl7pPr>
            <a:lvl8pPr lvl="7" algn="ctr" rtl="0">
              <a:spcBef>
                <a:spcPts val="0"/>
              </a:spcBef>
              <a:spcAft>
                <a:spcPts val="0"/>
              </a:spcAft>
              <a:buSzPts val="3700"/>
              <a:buNone/>
              <a:defRPr sz="4933"/>
            </a:lvl8pPr>
            <a:lvl9pPr lvl="8" algn="ctr" rtl="0">
              <a:spcBef>
                <a:spcPts val="0"/>
              </a:spcBef>
              <a:spcAft>
                <a:spcPts val="0"/>
              </a:spcAft>
              <a:buSzPts val="3700"/>
              <a:buNone/>
              <a:defRPr sz="4933"/>
            </a:lvl9pPr>
          </a:lstStyle>
          <a:p>
            <a:r>
              <a:t>xx%</a:t>
            </a:r>
          </a:p>
        </p:txBody>
      </p:sp>
      <p:sp>
        <p:nvSpPr>
          <p:cNvPr id="710" name="Google Shape;710;p13"/>
          <p:cNvSpPr txBox="1">
            <a:spLocks noGrp="1"/>
          </p:cNvSpPr>
          <p:nvPr>
            <p:ph type="title" idx="6" hasCustomPrompt="1"/>
          </p:nvPr>
        </p:nvSpPr>
        <p:spPr>
          <a:xfrm>
            <a:off x="6539648" y="2482317"/>
            <a:ext cx="1072000" cy="74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4933"/>
            </a:lvl1pPr>
            <a:lvl2pPr lvl="1" algn="ctr" rtl="0">
              <a:spcBef>
                <a:spcPts val="0"/>
              </a:spcBef>
              <a:spcAft>
                <a:spcPts val="0"/>
              </a:spcAft>
              <a:buSzPts val="3700"/>
              <a:buNone/>
              <a:defRPr sz="4933"/>
            </a:lvl2pPr>
            <a:lvl3pPr lvl="2" algn="ctr" rtl="0">
              <a:spcBef>
                <a:spcPts val="0"/>
              </a:spcBef>
              <a:spcAft>
                <a:spcPts val="0"/>
              </a:spcAft>
              <a:buSzPts val="3700"/>
              <a:buNone/>
              <a:defRPr sz="4933"/>
            </a:lvl3pPr>
            <a:lvl4pPr lvl="3" algn="ctr" rtl="0">
              <a:spcBef>
                <a:spcPts val="0"/>
              </a:spcBef>
              <a:spcAft>
                <a:spcPts val="0"/>
              </a:spcAft>
              <a:buSzPts val="3700"/>
              <a:buNone/>
              <a:defRPr sz="4933"/>
            </a:lvl4pPr>
            <a:lvl5pPr lvl="4" algn="ctr" rtl="0">
              <a:spcBef>
                <a:spcPts val="0"/>
              </a:spcBef>
              <a:spcAft>
                <a:spcPts val="0"/>
              </a:spcAft>
              <a:buSzPts val="3700"/>
              <a:buNone/>
              <a:defRPr sz="4933"/>
            </a:lvl5pPr>
            <a:lvl6pPr lvl="5" algn="ctr" rtl="0">
              <a:spcBef>
                <a:spcPts val="0"/>
              </a:spcBef>
              <a:spcAft>
                <a:spcPts val="0"/>
              </a:spcAft>
              <a:buSzPts val="3700"/>
              <a:buNone/>
              <a:defRPr sz="4933"/>
            </a:lvl6pPr>
            <a:lvl7pPr lvl="6" algn="ctr" rtl="0">
              <a:spcBef>
                <a:spcPts val="0"/>
              </a:spcBef>
              <a:spcAft>
                <a:spcPts val="0"/>
              </a:spcAft>
              <a:buSzPts val="3700"/>
              <a:buNone/>
              <a:defRPr sz="4933"/>
            </a:lvl7pPr>
            <a:lvl8pPr lvl="7" algn="ctr" rtl="0">
              <a:spcBef>
                <a:spcPts val="0"/>
              </a:spcBef>
              <a:spcAft>
                <a:spcPts val="0"/>
              </a:spcAft>
              <a:buSzPts val="3700"/>
              <a:buNone/>
              <a:defRPr sz="4933"/>
            </a:lvl8pPr>
            <a:lvl9pPr lvl="8" algn="ctr" rtl="0">
              <a:spcBef>
                <a:spcPts val="0"/>
              </a:spcBef>
              <a:spcAft>
                <a:spcPts val="0"/>
              </a:spcAft>
              <a:buSzPts val="3700"/>
              <a:buNone/>
              <a:defRPr sz="4933"/>
            </a:lvl9pPr>
          </a:lstStyle>
          <a:p>
            <a:r>
              <a:t>xx%</a:t>
            </a:r>
          </a:p>
        </p:txBody>
      </p:sp>
      <p:sp>
        <p:nvSpPr>
          <p:cNvPr id="711" name="Google Shape;711;p13"/>
          <p:cNvSpPr txBox="1">
            <a:spLocks noGrp="1"/>
          </p:cNvSpPr>
          <p:nvPr>
            <p:ph type="subTitle" idx="7"/>
          </p:nvPr>
        </p:nvSpPr>
        <p:spPr>
          <a:xfrm>
            <a:off x="2634133" y="2791567"/>
            <a:ext cx="3212800" cy="622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12" name="Google Shape;712;p13"/>
          <p:cNvSpPr txBox="1">
            <a:spLocks noGrp="1"/>
          </p:cNvSpPr>
          <p:nvPr>
            <p:ph type="subTitle" idx="8"/>
          </p:nvPr>
        </p:nvSpPr>
        <p:spPr>
          <a:xfrm>
            <a:off x="2634133" y="2310504"/>
            <a:ext cx="3212800" cy="40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713" name="Google Shape;713;p13"/>
          <p:cNvSpPr txBox="1">
            <a:spLocks noGrp="1"/>
          </p:cNvSpPr>
          <p:nvPr>
            <p:ph type="subTitle" idx="9"/>
          </p:nvPr>
        </p:nvSpPr>
        <p:spPr>
          <a:xfrm>
            <a:off x="7774767" y="4565300"/>
            <a:ext cx="3212800" cy="622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14" name="Google Shape;714;p13"/>
          <p:cNvSpPr txBox="1">
            <a:spLocks noGrp="1"/>
          </p:cNvSpPr>
          <p:nvPr>
            <p:ph type="subTitle" idx="13"/>
          </p:nvPr>
        </p:nvSpPr>
        <p:spPr>
          <a:xfrm>
            <a:off x="7774767" y="4084237"/>
            <a:ext cx="3212800" cy="40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715" name="Google Shape;715;p13"/>
          <p:cNvSpPr txBox="1">
            <a:spLocks noGrp="1"/>
          </p:cNvSpPr>
          <p:nvPr>
            <p:ph type="subTitle" idx="14"/>
          </p:nvPr>
        </p:nvSpPr>
        <p:spPr>
          <a:xfrm>
            <a:off x="7774767" y="2791567"/>
            <a:ext cx="3212800" cy="622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16" name="Google Shape;716;p13"/>
          <p:cNvSpPr txBox="1">
            <a:spLocks noGrp="1"/>
          </p:cNvSpPr>
          <p:nvPr>
            <p:ph type="subTitle" idx="15"/>
          </p:nvPr>
        </p:nvSpPr>
        <p:spPr>
          <a:xfrm>
            <a:off x="7774767" y="2310504"/>
            <a:ext cx="3212800" cy="4008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grpSp>
        <p:nvGrpSpPr>
          <p:cNvPr id="717" name="Google Shape;717;p13"/>
          <p:cNvGrpSpPr/>
          <p:nvPr/>
        </p:nvGrpSpPr>
        <p:grpSpPr>
          <a:xfrm>
            <a:off x="-4174649" y="-6532205"/>
            <a:ext cx="4962601" cy="16181231"/>
            <a:chOff x="-3170262" y="3452177"/>
            <a:chExt cx="3721951" cy="12135923"/>
          </a:xfrm>
        </p:grpSpPr>
        <p:sp>
          <p:nvSpPr>
            <p:cNvPr id="718" name="Google Shape;718;p13"/>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13"/>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13"/>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13"/>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13"/>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13"/>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13"/>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13"/>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13"/>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13"/>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13"/>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13"/>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13"/>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13"/>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13"/>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13"/>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13"/>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13"/>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13"/>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7" name="Google Shape;737;p13"/>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8" name="Google Shape;738;p13"/>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13"/>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0" name="Google Shape;740;p13"/>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1" name="Google Shape;741;p13"/>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2" name="Google Shape;742;p13"/>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3" name="Google Shape;743;p13"/>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4" name="Google Shape;744;p13"/>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13"/>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13"/>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7" name="Google Shape;747;p13"/>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8" name="Google Shape;748;p13"/>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9" name="Google Shape;749;p13"/>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0" name="Google Shape;750;p13"/>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1" name="Google Shape;751;p13"/>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2" name="Google Shape;752;p13"/>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3" name="Google Shape;753;p13"/>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4" name="Google Shape;754;p13"/>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5" name="Google Shape;755;p13"/>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6" name="Google Shape;756;p13"/>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7" name="Google Shape;757;p13"/>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8" name="Google Shape;758;p13"/>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9" name="Google Shape;759;p13"/>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0" name="Google Shape;760;p13"/>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1" name="Google Shape;761;p13"/>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2" name="Google Shape;762;p13"/>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3" name="Google Shape;763;p13"/>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4" name="Google Shape;764;p13"/>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5" name="Google Shape;765;p13"/>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6" name="Google Shape;766;p13"/>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7" name="Google Shape;767;p13"/>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13"/>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13"/>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13"/>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1" name="Google Shape;771;p13"/>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2" name="Google Shape;772;p13"/>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13"/>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4" name="Google Shape;774;p13"/>
          <p:cNvGrpSpPr/>
          <p:nvPr/>
        </p:nvGrpSpPr>
        <p:grpSpPr>
          <a:xfrm flipH="1">
            <a:off x="8412258" y="5865662"/>
            <a:ext cx="5026084" cy="15144076"/>
            <a:chOff x="-2722250" y="-1079764"/>
            <a:chExt cx="3769563" cy="11358057"/>
          </a:xfrm>
        </p:grpSpPr>
        <p:sp>
          <p:nvSpPr>
            <p:cNvPr id="775" name="Google Shape;775;p13"/>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13"/>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7" name="Google Shape;777;p13"/>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8" name="Google Shape;778;p13"/>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9" name="Google Shape;779;p13"/>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0" name="Google Shape;780;p13"/>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13"/>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2" name="Google Shape;782;p13"/>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13"/>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13"/>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13"/>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13"/>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13"/>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13"/>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89" name="Google Shape;789;p13"/>
          <p:cNvGrpSpPr/>
          <p:nvPr/>
        </p:nvGrpSpPr>
        <p:grpSpPr>
          <a:xfrm>
            <a:off x="11501834" y="-2849513"/>
            <a:ext cx="824701" cy="7775348"/>
            <a:chOff x="8626375" y="-2137135"/>
            <a:chExt cx="618526" cy="5831511"/>
          </a:xfrm>
        </p:grpSpPr>
        <p:sp>
          <p:nvSpPr>
            <p:cNvPr id="790" name="Google Shape;790;p13"/>
            <p:cNvSpPr/>
            <p:nvPr/>
          </p:nvSpPr>
          <p:spPr>
            <a:xfrm rot="10800000" flipH="1">
              <a:off x="8754318" y="-2137135"/>
              <a:ext cx="490583" cy="5831511"/>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1" name="Google Shape;791;p13"/>
            <p:cNvSpPr/>
            <p:nvPr/>
          </p:nvSpPr>
          <p:spPr>
            <a:xfrm rot="-5400000">
              <a:off x="8403006" y="1365179"/>
              <a:ext cx="714890"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13"/>
            <p:cNvSpPr/>
            <p:nvPr/>
          </p:nvSpPr>
          <p:spPr>
            <a:xfrm rot="10800000" flipH="1">
              <a:off x="8754318" y="-2137135"/>
              <a:ext cx="490583" cy="5831511"/>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13"/>
            <p:cNvSpPr/>
            <p:nvPr/>
          </p:nvSpPr>
          <p:spPr>
            <a:xfrm rot="-5400000">
              <a:off x="8403006" y="1365179"/>
              <a:ext cx="714890"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94" name="Google Shape;794;p13"/>
          <p:cNvGrpSpPr/>
          <p:nvPr/>
        </p:nvGrpSpPr>
        <p:grpSpPr>
          <a:xfrm>
            <a:off x="1134904" y="4290020"/>
            <a:ext cx="4195035" cy="4028963"/>
            <a:chOff x="851178" y="3217515"/>
            <a:chExt cx="3146276" cy="3021722"/>
          </a:xfrm>
        </p:grpSpPr>
        <p:sp>
          <p:nvSpPr>
            <p:cNvPr id="795" name="Google Shape;795;p13"/>
            <p:cNvSpPr/>
            <p:nvPr/>
          </p:nvSpPr>
          <p:spPr>
            <a:xfrm rot="-8116073">
              <a:off x="1306773" y="376902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13"/>
            <p:cNvSpPr/>
            <p:nvPr/>
          </p:nvSpPr>
          <p:spPr>
            <a:xfrm rot="5400000">
              <a:off x="851178" y="4503372"/>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13"/>
            <p:cNvSpPr/>
            <p:nvPr/>
          </p:nvSpPr>
          <p:spPr>
            <a:xfrm rot="-8116073">
              <a:off x="1306773" y="376902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8" name="Google Shape;798;p13"/>
            <p:cNvSpPr/>
            <p:nvPr/>
          </p:nvSpPr>
          <p:spPr>
            <a:xfrm rot="5400000">
              <a:off x="851178" y="4503372"/>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1722449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99"/>
        <p:cNvGrpSpPr/>
        <p:nvPr/>
      </p:nvGrpSpPr>
      <p:grpSpPr>
        <a:xfrm>
          <a:off x="0" y="0"/>
          <a:ext cx="0" cy="0"/>
          <a:chOff x="0" y="0"/>
          <a:chExt cx="0" cy="0"/>
        </a:xfrm>
      </p:grpSpPr>
      <p:sp>
        <p:nvSpPr>
          <p:cNvPr id="800" name="Google Shape;800;p14"/>
          <p:cNvSpPr txBox="1">
            <a:spLocks noGrp="1"/>
          </p:cNvSpPr>
          <p:nvPr>
            <p:ph type="title"/>
          </p:nvPr>
        </p:nvSpPr>
        <p:spPr>
          <a:xfrm>
            <a:off x="1749000" y="5315867"/>
            <a:ext cx="8694000" cy="6376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667"/>
            </a:lvl1pPr>
            <a:lvl2pPr lvl="1">
              <a:spcBef>
                <a:spcPts val="0"/>
              </a:spcBef>
              <a:spcAft>
                <a:spcPts val="0"/>
              </a:spcAft>
              <a:buSzPts val="2000"/>
              <a:buNone/>
              <a:defRPr sz="2667"/>
            </a:lvl2pPr>
            <a:lvl3pPr lvl="2">
              <a:spcBef>
                <a:spcPts val="0"/>
              </a:spcBef>
              <a:spcAft>
                <a:spcPts val="0"/>
              </a:spcAft>
              <a:buSzPts val="2000"/>
              <a:buNone/>
              <a:defRPr sz="2667"/>
            </a:lvl3pPr>
            <a:lvl4pPr lvl="3">
              <a:spcBef>
                <a:spcPts val="0"/>
              </a:spcBef>
              <a:spcAft>
                <a:spcPts val="0"/>
              </a:spcAft>
              <a:buSzPts val="2000"/>
              <a:buNone/>
              <a:defRPr sz="2667"/>
            </a:lvl4pPr>
            <a:lvl5pPr lvl="4">
              <a:spcBef>
                <a:spcPts val="0"/>
              </a:spcBef>
              <a:spcAft>
                <a:spcPts val="0"/>
              </a:spcAft>
              <a:buSzPts val="2000"/>
              <a:buNone/>
              <a:defRPr sz="2667"/>
            </a:lvl5pPr>
            <a:lvl6pPr lvl="5">
              <a:spcBef>
                <a:spcPts val="0"/>
              </a:spcBef>
              <a:spcAft>
                <a:spcPts val="0"/>
              </a:spcAft>
              <a:buSzPts val="2000"/>
              <a:buNone/>
              <a:defRPr sz="2667"/>
            </a:lvl6pPr>
            <a:lvl7pPr lvl="6">
              <a:spcBef>
                <a:spcPts val="0"/>
              </a:spcBef>
              <a:spcAft>
                <a:spcPts val="0"/>
              </a:spcAft>
              <a:buSzPts val="2000"/>
              <a:buNone/>
              <a:defRPr sz="2667"/>
            </a:lvl7pPr>
            <a:lvl8pPr lvl="7">
              <a:spcBef>
                <a:spcPts val="0"/>
              </a:spcBef>
              <a:spcAft>
                <a:spcPts val="0"/>
              </a:spcAft>
              <a:buSzPts val="2000"/>
              <a:buNone/>
              <a:defRPr sz="2667"/>
            </a:lvl8pPr>
            <a:lvl9pPr lvl="8">
              <a:spcBef>
                <a:spcPts val="0"/>
              </a:spcBef>
              <a:spcAft>
                <a:spcPts val="0"/>
              </a:spcAft>
              <a:buSzPts val="2000"/>
              <a:buNone/>
              <a:defRPr sz="2667"/>
            </a:lvl9pPr>
          </a:lstStyle>
          <a:p>
            <a:endParaRPr/>
          </a:p>
        </p:txBody>
      </p:sp>
      <p:sp>
        <p:nvSpPr>
          <p:cNvPr id="801" name="Google Shape;801;p14"/>
          <p:cNvSpPr txBox="1">
            <a:spLocks noGrp="1"/>
          </p:cNvSpPr>
          <p:nvPr>
            <p:ph type="subTitle" idx="1"/>
          </p:nvPr>
        </p:nvSpPr>
        <p:spPr>
          <a:xfrm>
            <a:off x="1749000" y="2579433"/>
            <a:ext cx="8694000" cy="2050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3200"/>
              <a:buNone/>
              <a:defRPr sz="4000"/>
            </a:lvl1pPr>
            <a:lvl2pPr lvl="1" algn="ctr" rtl="0">
              <a:lnSpc>
                <a:spcPct val="100000"/>
              </a:lnSpc>
              <a:spcBef>
                <a:spcPts val="0"/>
              </a:spcBef>
              <a:spcAft>
                <a:spcPts val="0"/>
              </a:spcAft>
              <a:buSzPts val="3200"/>
              <a:buNone/>
              <a:defRPr sz="4267"/>
            </a:lvl2pPr>
            <a:lvl3pPr lvl="2" algn="ctr" rtl="0">
              <a:lnSpc>
                <a:spcPct val="100000"/>
              </a:lnSpc>
              <a:spcBef>
                <a:spcPts val="0"/>
              </a:spcBef>
              <a:spcAft>
                <a:spcPts val="0"/>
              </a:spcAft>
              <a:buSzPts val="3200"/>
              <a:buNone/>
              <a:defRPr sz="4267"/>
            </a:lvl3pPr>
            <a:lvl4pPr lvl="3" algn="ctr" rtl="0">
              <a:lnSpc>
                <a:spcPct val="100000"/>
              </a:lnSpc>
              <a:spcBef>
                <a:spcPts val="0"/>
              </a:spcBef>
              <a:spcAft>
                <a:spcPts val="0"/>
              </a:spcAft>
              <a:buSzPts val="3200"/>
              <a:buNone/>
              <a:defRPr sz="4267"/>
            </a:lvl4pPr>
            <a:lvl5pPr lvl="4" algn="ctr" rtl="0">
              <a:lnSpc>
                <a:spcPct val="100000"/>
              </a:lnSpc>
              <a:spcBef>
                <a:spcPts val="0"/>
              </a:spcBef>
              <a:spcAft>
                <a:spcPts val="0"/>
              </a:spcAft>
              <a:buSzPts val="3200"/>
              <a:buNone/>
              <a:defRPr sz="4267"/>
            </a:lvl5pPr>
            <a:lvl6pPr lvl="5" algn="ctr" rtl="0">
              <a:lnSpc>
                <a:spcPct val="100000"/>
              </a:lnSpc>
              <a:spcBef>
                <a:spcPts val="0"/>
              </a:spcBef>
              <a:spcAft>
                <a:spcPts val="0"/>
              </a:spcAft>
              <a:buSzPts val="3200"/>
              <a:buNone/>
              <a:defRPr sz="4267"/>
            </a:lvl6pPr>
            <a:lvl7pPr lvl="6" algn="ctr" rtl="0">
              <a:lnSpc>
                <a:spcPct val="100000"/>
              </a:lnSpc>
              <a:spcBef>
                <a:spcPts val="0"/>
              </a:spcBef>
              <a:spcAft>
                <a:spcPts val="0"/>
              </a:spcAft>
              <a:buSzPts val="3200"/>
              <a:buNone/>
              <a:defRPr sz="4267"/>
            </a:lvl7pPr>
            <a:lvl8pPr lvl="7" algn="ctr" rtl="0">
              <a:lnSpc>
                <a:spcPct val="100000"/>
              </a:lnSpc>
              <a:spcBef>
                <a:spcPts val="0"/>
              </a:spcBef>
              <a:spcAft>
                <a:spcPts val="0"/>
              </a:spcAft>
              <a:buSzPts val="3200"/>
              <a:buNone/>
              <a:defRPr sz="4267"/>
            </a:lvl8pPr>
            <a:lvl9pPr lvl="8" algn="ctr" rtl="0">
              <a:lnSpc>
                <a:spcPct val="100000"/>
              </a:lnSpc>
              <a:spcBef>
                <a:spcPts val="0"/>
              </a:spcBef>
              <a:spcAft>
                <a:spcPts val="0"/>
              </a:spcAft>
              <a:buSzPts val="3200"/>
              <a:buNone/>
              <a:defRPr sz="4267"/>
            </a:lvl9pPr>
          </a:lstStyle>
          <a:p>
            <a:endParaRPr/>
          </a:p>
        </p:txBody>
      </p:sp>
      <p:grpSp>
        <p:nvGrpSpPr>
          <p:cNvPr id="802" name="Google Shape;802;p14"/>
          <p:cNvGrpSpPr/>
          <p:nvPr/>
        </p:nvGrpSpPr>
        <p:grpSpPr>
          <a:xfrm flipH="1">
            <a:off x="10890585" y="-6532205"/>
            <a:ext cx="4962601" cy="16181231"/>
            <a:chOff x="-3170262" y="3452177"/>
            <a:chExt cx="3721951" cy="12135923"/>
          </a:xfrm>
        </p:grpSpPr>
        <p:sp>
          <p:nvSpPr>
            <p:cNvPr id="803" name="Google Shape;803;p1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4" name="Google Shape;804;p1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1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6" name="Google Shape;806;p1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7" name="Google Shape;807;p1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8" name="Google Shape;808;p1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9" name="Google Shape;809;p1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0" name="Google Shape;810;p1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1" name="Google Shape;811;p1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2" name="Google Shape;812;p1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3" name="Google Shape;813;p1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4" name="Google Shape;814;p1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1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1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1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1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9" name="Google Shape;819;p1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0" name="Google Shape;820;p1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1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1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1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1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1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1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7" name="Google Shape;827;p1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1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1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1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1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1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1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1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1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1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1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1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9" name="Google Shape;839;p1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1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1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2" name="Google Shape;842;p1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3" name="Google Shape;843;p1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4" name="Google Shape;844;p1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5" name="Google Shape;845;p1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6" name="Google Shape;846;p1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1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8" name="Google Shape;848;p1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9" name="Google Shape;849;p1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0" name="Google Shape;850;p1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1" name="Google Shape;851;p1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2" name="Google Shape;852;p1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3" name="Google Shape;853;p1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4" name="Google Shape;854;p1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5" name="Google Shape;855;p1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6" name="Google Shape;856;p1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1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8" name="Google Shape;858;p1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59" name="Google Shape;859;p14"/>
          <p:cNvGrpSpPr/>
          <p:nvPr/>
        </p:nvGrpSpPr>
        <p:grpSpPr>
          <a:xfrm rot="10800000">
            <a:off x="-3804615" y="-3257838"/>
            <a:ext cx="4962601" cy="16181231"/>
            <a:chOff x="-3170262" y="3452177"/>
            <a:chExt cx="3721951" cy="12135923"/>
          </a:xfrm>
        </p:grpSpPr>
        <p:sp>
          <p:nvSpPr>
            <p:cNvPr id="860" name="Google Shape;860;p1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1" name="Google Shape;861;p1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2" name="Google Shape;862;p1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3" name="Google Shape;863;p1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4" name="Google Shape;864;p1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5" name="Google Shape;865;p1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6" name="Google Shape;866;p1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7" name="Google Shape;867;p1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8" name="Google Shape;868;p1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9" name="Google Shape;869;p1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0" name="Google Shape;870;p1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1" name="Google Shape;871;p1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2" name="Google Shape;872;p1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3" name="Google Shape;873;p1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4" name="Google Shape;874;p1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5" name="Google Shape;875;p1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6" name="Google Shape;876;p1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7" name="Google Shape;877;p1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8" name="Google Shape;878;p1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9" name="Google Shape;879;p1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0" name="Google Shape;880;p1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1" name="Google Shape;881;p1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2" name="Google Shape;882;p1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3" name="Google Shape;883;p1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4" name="Google Shape;884;p1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1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1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7" name="Google Shape;887;p1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8" name="Google Shape;888;p1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1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0" name="Google Shape;890;p1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1" name="Google Shape;891;p1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2" name="Google Shape;892;p1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3" name="Google Shape;893;p1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4" name="Google Shape;894;p1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5" name="Google Shape;895;p1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6" name="Google Shape;896;p1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7" name="Google Shape;897;p1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8" name="Google Shape;898;p1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9" name="Google Shape;899;p1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0" name="Google Shape;900;p1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1" name="Google Shape;901;p1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1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1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1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1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1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7" name="Google Shape;907;p1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1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9" name="Google Shape;909;p1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0" name="Google Shape;910;p1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1" name="Google Shape;911;p1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1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1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1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5" name="Google Shape;915;p1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16" name="Google Shape;916;p14"/>
          <p:cNvGrpSpPr/>
          <p:nvPr/>
        </p:nvGrpSpPr>
        <p:grpSpPr>
          <a:xfrm rot="10800000">
            <a:off x="11515453" y="4172817"/>
            <a:ext cx="348081" cy="5217688"/>
            <a:chOff x="7704114" y="-97112"/>
            <a:chExt cx="261061" cy="3913266"/>
          </a:xfrm>
        </p:grpSpPr>
        <p:sp>
          <p:nvSpPr>
            <p:cNvPr id="917" name="Google Shape;917;p14"/>
            <p:cNvSpPr/>
            <p:nvPr/>
          </p:nvSpPr>
          <p:spPr>
            <a:xfrm>
              <a:off x="7779425" y="-97112"/>
              <a:ext cx="185750" cy="3804950"/>
            </a:xfrm>
            <a:custGeom>
              <a:avLst/>
              <a:gdLst/>
              <a:ahLst/>
              <a:cxnLst/>
              <a:rect l="l" t="t" r="r" b="b"/>
              <a:pathLst>
                <a:path w="7430" h="152198" extrusionOk="0">
                  <a:moveTo>
                    <a:pt x="7366" y="0"/>
                  </a:moveTo>
                  <a:lnTo>
                    <a:pt x="7430" y="96755"/>
                  </a:lnTo>
                  <a:lnTo>
                    <a:pt x="0" y="107019"/>
                  </a:lnTo>
                  <a:lnTo>
                    <a:pt x="8" y="152198"/>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918" name="Google Shape;918;p14"/>
            <p:cNvSpPr/>
            <p:nvPr/>
          </p:nvSpPr>
          <p:spPr>
            <a:xfrm>
              <a:off x="7704114" y="3665554"/>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9" name="Google Shape;919;p14"/>
            <p:cNvSpPr/>
            <p:nvPr/>
          </p:nvSpPr>
          <p:spPr>
            <a:xfrm>
              <a:off x="7779425" y="-97112"/>
              <a:ext cx="185750" cy="3804950"/>
            </a:xfrm>
            <a:custGeom>
              <a:avLst/>
              <a:gdLst/>
              <a:ahLst/>
              <a:cxnLst/>
              <a:rect l="l" t="t" r="r" b="b"/>
              <a:pathLst>
                <a:path w="7430" h="152198" extrusionOk="0">
                  <a:moveTo>
                    <a:pt x="7366" y="0"/>
                  </a:moveTo>
                  <a:lnTo>
                    <a:pt x="7430" y="96755"/>
                  </a:lnTo>
                  <a:lnTo>
                    <a:pt x="0" y="107019"/>
                  </a:lnTo>
                  <a:lnTo>
                    <a:pt x="8" y="152198"/>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920" name="Google Shape;920;p14"/>
            <p:cNvSpPr/>
            <p:nvPr/>
          </p:nvSpPr>
          <p:spPr>
            <a:xfrm>
              <a:off x="7704114" y="3665554"/>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6314806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921"/>
        <p:cNvGrpSpPr/>
        <p:nvPr/>
      </p:nvGrpSpPr>
      <p:grpSpPr>
        <a:xfrm>
          <a:off x="0" y="0"/>
          <a:ext cx="0" cy="0"/>
          <a:chOff x="0" y="0"/>
          <a:chExt cx="0" cy="0"/>
        </a:xfrm>
      </p:grpSpPr>
      <p:sp>
        <p:nvSpPr>
          <p:cNvPr id="922" name="Google Shape;922;p15"/>
          <p:cNvSpPr txBox="1">
            <a:spLocks noGrp="1"/>
          </p:cNvSpPr>
          <p:nvPr>
            <p:ph type="title"/>
          </p:nvPr>
        </p:nvSpPr>
        <p:spPr>
          <a:xfrm>
            <a:off x="4052533" y="2416733"/>
            <a:ext cx="6307200" cy="9080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500"/>
              <a:buNone/>
              <a:defRPr sz="6000"/>
            </a:lvl1pPr>
            <a:lvl2pPr lvl="1" algn="l" rtl="0">
              <a:spcBef>
                <a:spcPts val="0"/>
              </a:spcBef>
              <a:spcAft>
                <a:spcPts val="0"/>
              </a:spcAft>
              <a:buSzPts val="4500"/>
              <a:buNone/>
              <a:defRPr sz="6000"/>
            </a:lvl2pPr>
            <a:lvl3pPr lvl="2" algn="l" rtl="0">
              <a:spcBef>
                <a:spcPts val="0"/>
              </a:spcBef>
              <a:spcAft>
                <a:spcPts val="0"/>
              </a:spcAft>
              <a:buSzPts val="4500"/>
              <a:buNone/>
              <a:defRPr sz="6000"/>
            </a:lvl3pPr>
            <a:lvl4pPr lvl="3" algn="l" rtl="0">
              <a:spcBef>
                <a:spcPts val="0"/>
              </a:spcBef>
              <a:spcAft>
                <a:spcPts val="0"/>
              </a:spcAft>
              <a:buSzPts val="4500"/>
              <a:buNone/>
              <a:defRPr sz="6000"/>
            </a:lvl4pPr>
            <a:lvl5pPr lvl="4" algn="l" rtl="0">
              <a:spcBef>
                <a:spcPts val="0"/>
              </a:spcBef>
              <a:spcAft>
                <a:spcPts val="0"/>
              </a:spcAft>
              <a:buSzPts val="4500"/>
              <a:buNone/>
              <a:defRPr sz="6000"/>
            </a:lvl5pPr>
            <a:lvl6pPr lvl="5" algn="l" rtl="0">
              <a:spcBef>
                <a:spcPts val="0"/>
              </a:spcBef>
              <a:spcAft>
                <a:spcPts val="0"/>
              </a:spcAft>
              <a:buSzPts val="4500"/>
              <a:buNone/>
              <a:defRPr sz="6000"/>
            </a:lvl6pPr>
            <a:lvl7pPr lvl="6" algn="l" rtl="0">
              <a:spcBef>
                <a:spcPts val="0"/>
              </a:spcBef>
              <a:spcAft>
                <a:spcPts val="0"/>
              </a:spcAft>
              <a:buSzPts val="4500"/>
              <a:buNone/>
              <a:defRPr sz="6000"/>
            </a:lvl7pPr>
            <a:lvl8pPr lvl="7" algn="l" rtl="0">
              <a:spcBef>
                <a:spcPts val="0"/>
              </a:spcBef>
              <a:spcAft>
                <a:spcPts val="0"/>
              </a:spcAft>
              <a:buSzPts val="4500"/>
              <a:buNone/>
              <a:defRPr sz="6000"/>
            </a:lvl8pPr>
            <a:lvl9pPr lvl="8" algn="l" rtl="0">
              <a:spcBef>
                <a:spcPts val="0"/>
              </a:spcBef>
              <a:spcAft>
                <a:spcPts val="0"/>
              </a:spcAft>
              <a:buSzPts val="4500"/>
              <a:buNone/>
              <a:defRPr sz="6000"/>
            </a:lvl9pPr>
          </a:lstStyle>
          <a:p>
            <a:endParaRPr/>
          </a:p>
        </p:txBody>
      </p:sp>
      <p:sp>
        <p:nvSpPr>
          <p:cNvPr id="923" name="Google Shape;923;p15"/>
          <p:cNvSpPr txBox="1">
            <a:spLocks noGrp="1"/>
          </p:cNvSpPr>
          <p:nvPr>
            <p:ph type="subTitle" idx="1"/>
          </p:nvPr>
        </p:nvSpPr>
        <p:spPr>
          <a:xfrm>
            <a:off x="4052533" y="3805800"/>
            <a:ext cx="5511200" cy="5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700"/>
              <a:buNone/>
              <a:defRPr sz="2267"/>
            </a:lvl1pPr>
            <a:lvl2pPr lvl="1" rtl="0">
              <a:lnSpc>
                <a:spcPct val="100000"/>
              </a:lnSpc>
              <a:spcBef>
                <a:spcPts val="0"/>
              </a:spcBef>
              <a:spcAft>
                <a:spcPts val="0"/>
              </a:spcAft>
              <a:buSzPts val="1700"/>
              <a:buNone/>
              <a:defRPr sz="2267"/>
            </a:lvl2pPr>
            <a:lvl3pPr lvl="2" rtl="0">
              <a:lnSpc>
                <a:spcPct val="100000"/>
              </a:lnSpc>
              <a:spcBef>
                <a:spcPts val="0"/>
              </a:spcBef>
              <a:spcAft>
                <a:spcPts val="0"/>
              </a:spcAft>
              <a:buSzPts val="1700"/>
              <a:buNone/>
              <a:defRPr sz="2267"/>
            </a:lvl3pPr>
            <a:lvl4pPr lvl="3" rtl="0">
              <a:lnSpc>
                <a:spcPct val="100000"/>
              </a:lnSpc>
              <a:spcBef>
                <a:spcPts val="0"/>
              </a:spcBef>
              <a:spcAft>
                <a:spcPts val="0"/>
              </a:spcAft>
              <a:buSzPts val="1700"/>
              <a:buNone/>
              <a:defRPr sz="2267"/>
            </a:lvl4pPr>
            <a:lvl5pPr lvl="4" rtl="0">
              <a:lnSpc>
                <a:spcPct val="100000"/>
              </a:lnSpc>
              <a:spcBef>
                <a:spcPts val="0"/>
              </a:spcBef>
              <a:spcAft>
                <a:spcPts val="0"/>
              </a:spcAft>
              <a:buSzPts val="1700"/>
              <a:buNone/>
              <a:defRPr sz="2267"/>
            </a:lvl5pPr>
            <a:lvl6pPr lvl="5" rtl="0">
              <a:lnSpc>
                <a:spcPct val="100000"/>
              </a:lnSpc>
              <a:spcBef>
                <a:spcPts val="0"/>
              </a:spcBef>
              <a:spcAft>
                <a:spcPts val="0"/>
              </a:spcAft>
              <a:buSzPts val="1700"/>
              <a:buNone/>
              <a:defRPr sz="2267"/>
            </a:lvl6pPr>
            <a:lvl7pPr lvl="6" rtl="0">
              <a:lnSpc>
                <a:spcPct val="100000"/>
              </a:lnSpc>
              <a:spcBef>
                <a:spcPts val="0"/>
              </a:spcBef>
              <a:spcAft>
                <a:spcPts val="0"/>
              </a:spcAft>
              <a:buSzPts val="1700"/>
              <a:buNone/>
              <a:defRPr sz="2267"/>
            </a:lvl7pPr>
            <a:lvl8pPr lvl="7" rtl="0">
              <a:lnSpc>
                <a:spcPct val="100000"/>
              </a:lnSpc>
              <a:spcBef>
                <a:spcPts val="0"/>
              </a:spcBef>
              <a:spcAft>
                <a:spcPts val="0"/>
              </a:spcAft>
              <a:buSzPts val="1700"/>
              <a:buNone/>
              <a:defRPr sz="2267"/>
            </a:lvl8pPr>
            <a:lvl9pPr lvl="8" rtl="0">
              <a:lnSpc>
                <a:spcPct val="100000"/>
              </a:lnSpc>
              <a:spcBef>
                <a:spcPts val="0"/>
              </a:spcBef>
              <a:spcAft>
                <a:spcPts val="0"/>
              </a:spcAft>
              <a:buSzPts val="1700"/>
              <a:buNone/>
              <a:defRPr sz="2267"/>
            </a:lvl9pPr>
          </a:lstStyle>
          <a:p>
            <a:endParaRPr/>
          </a:p>
        </p:txBody>
      </p:sp>
      <p:sp>
        <p:nvSpPr>
          <p:cNvPr id="924" name="Google Shape;924;p15"/>
          <p:cNvSpPr txBox="1">
            <a:spLocks noGrp="1"/>
          </p:cNvSpPr>
          <p:nvPr>
            <p:ph type="title" idx="2" hasCustomPrompt="1"/>
          </p:nvPr>
        </p:nvSpPr>
        <p:spPr>
          <a:xfrm>
            <a:off x="2165467" y="2879169"/>
            <a:ext cx="1435200" cy="109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64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grpSp>
        <p:nvGrpSpPr>
          <p:cNvPr id="925" name="Google Shape;925;p15"/>
          <p:cNvGrpSpPr/>
          <p:nvPr/>
        </p:nvGrpSpPr>
        <p:grpSpPr>
          <a:xfrm rot="5400000" flipH="1">
            <a:off x="4326834" y="-8888705"/>
            <a:ext cx="4962601" cy="16181231"/>
            <a:chOff x="-3170262" y="3452177"/>
            <a:chExt cx="3721951" cy="12135923"/>
          </a:xfrm>
        </p:grpSpPr>
        <p:sp>
          <p:nvSpPr>
            <p:cNvPr id="926" name="Google Shape;926;p15"/>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7" name="Google Shape;927;p15"/>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8" name="Google Shape;928;p15"/>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15"/>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0" name="Google Shape;930;p15"/>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1" name="Google Shape;931;p15"/>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15"/>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15"/>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4" name="Google Shape;934;p15"/>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5" name="Google Shape;935;p15"/>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6" name="Google Shape;936;p15"/>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7" name="Google Shape;937;p15"/>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8" name="Google Shape;938;p15"/>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9" name="Google Shape;939;p15"/>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0" name="Google Shape;940;p15"/>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1" name="Google Shape;941;p15"/>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2" name="Google Shape;942;p15"/>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3" name="Google Shape;943;p15"/>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4" name="Google Shape;944;p15"/>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5" name="Google Shape;945;p15"/>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6" name="Google Shape;946;p15"/>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15"/>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8" name="Google Shape;948;p15"/>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9" name="Google Shape;949;p15"/>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15"/>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1" name="Google Shape;951;p15"/>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2" name="Google Shape;952;p15"/>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3" name="Google Shape;953;p15"/>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4" name="Google Shape;954;p15"/>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5" name="Google Shape;955;p15"/>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6" name="Google Shape;956;p15"/>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7" name="Google Shape;957;p15"/>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15"/>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15"/>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15"/>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15"/>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2" name="Google Shape;962;p15"/>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3" name="Google Shape;963;p15"/>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4" name="Google Shape;964;p15"/>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5" name="Google Shape;965;p15"/>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6" name="Google Shape;966;p15"/>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7" name="Google Shape;967;p15"/>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8" name="Google Shape;968;p15"/>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9" name="Google Shape;969;p15"/>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0" name="Google Shape;970;p15"/>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1" name="Google Shape;971;p15"/>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2" name="Google Shape;972;p15"/>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3" name="Google Shape;973;p15"/>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4" name="Google Shape;974;p15"/>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5" name="Google Shape;975;p15"/>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6" name="Google Shape;976;p15"/>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7" name="Google Shape;977;p15"/>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8" name="Google Shape;978;p15"/>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9" name="Google Shape;979;p15"/>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0" name="Google Shape;980;p15"/>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1" name="Google Shape;981;p15"/>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82" name="Google Shape;982;p15"/>
          <p:cNvGrpSpPr/>
          <p:nvPr/>
        </p:nvGrpSpPr>
        <p:grpSpPr>
          <a:xfrm>
            <a:off x="-3343210" y="5346842"/>
            <a:ext cx="18241961" cy="4962601"/>
            <a:chOff x="-2507408" y="4010131"/>
            <a:chExt cx="13681471" cy="3721951"/>
          </a:xfrm>
        </p:grpSpPr>
        <p:sp>
          <p:nvSpPr>
            <p:cNvPr id="983" name="Google Shape;983;p15"/>
            <p:cNvSpPr/>
            <p:nvPr/>
          </p:nvSpPr>
          <p:spPr>
            <a:xfrm rot="-5400000">
              <a:off x="5294072" y="184294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15"/>
            <p:cNvSpPr/>
            <p:nvPr/>
          </p:nvSpPr>
          <p:spPr>
            <a:xfrm rot="-5400000">
              <a:off x="6009117" y="6527890"/>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5" name="Google Shape;985;p15"/>
            <p:cNvSpPr/>
            <p:nvPr/>
          </p:nvSpPr>
          <p:spPr>
            <a:xfrm rot="-5400000">
              <a:off x="7837772" y="7349837"/>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6" name="Google Shape;986;p15"/>
            <p:cNvSpPr/>
            <p:nvPr/>
          </p:nvSpPr>
          <p:spPr>
            <a:xfrm rot="-5400000">
              <a:off x="1414655" y="4861593"/>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7" name="Google Shape;987;p15"/>
            <p:cNvSpPr/>
            <p:nvPr/>
          </p:nvSpPr>
          <p:spPr>
            <a:xfrm rot="-5400000">
              <a:off x="4633252" y="4074752"/>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8" name="Google Shape;988;p15"/>
            <p:cNvSpPr/>
            <p:nvPr/>
          </p:nvSpPr>
          <p:spPr>
            <a:xfrm rot="-5400000">
              <a:off x="4844935" y="4074752"/>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9" name="Google Shape;989;p15"/>
            <p:cNvSpPr/>
            <p:nvPr/>
          </p:nvSpPr>
          <p:spPr>
            <a:xfrm rot="-5400000">
              <a:off x="5058986" y="4074809"/>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0" name="Google Shape;990;p15"/>
            <p:cNvSpPr/>
            <p:nvPr/>
          </p:nvSpPr>
          <p:spPr>
            <a:xfrm rot="-5400000">
              <a:off x="5270612" y="4074752"/>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1" name="Google Shape;991;p15"/>
            <p:cNvSpPr/>
            <p:nvPr/>
          </p:nvSpPr>
          <p:spPr>
            <a:xfrm rot="-5400000">
              <a:off x="5482295" y="4074752"/>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2" name="Google Shape;992;p15"/>
            <p:cNvSpPr/>
            <p:nvPr/>
          </p:nvSpPr>
          <p:spPr>
            <a:xfrm rot="-5400000">
              <a:off x="6394794" y="3705606"/>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3" name="Google Shape;993;p15"/>
            <p:cNvSpPr/>
            <p:nvPr/>
          </p:nvSpPr>
          <p:spPr>
            <a:xfrm rot="-5400000">
              <a:off x="526836" y="6351425"/>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15"/>
            <p:cNvSpPr/>
            <p:nvPr/>
          </p:nvSpPr>
          <p:spPr>
            <a:xfrm rot="10800000" flipH="1">
              <a:off x="8072788" y="4010131"/>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15"/>
            <p:cNvSpPr/>
            <p:nvPr/>
          </p:nvSpPr>
          <p:spPr>
            <a:xfrm rot="10800000" flipH="1">
              <a:off x="7051306" y="4011281"/>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15"/>
            <p:cNvSpPr/>
            <p:nvPr/>
          </p:nvSpPr>
          <p:spPr>
            <a:xfrm rot="10800000" flipH="1">
              <a:off x="11056539" y="4996931"/>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15"/>
            <p:cNvSpPr/>
            <p:nvPr/>
          </p:nvSpPr>
          <p:spPr>
            <a:xfrm rot="10800000" flipH="1">
              <a:off x="11056539" y="42864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15"/>
            <p:cNvSpPr/>
            <p:nvPr/>
          </p:nvSpPr>
          <p:spPr>
            <a:xfrm rot="10800000" flipH="1">
              <a:off x="11056539" y="452326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15"/>
            <p:cNvSpPr/>
            <p:nvPr/>
          </p:nvSpPr>
          <p:spPr>
            <a:xfrm rot="10800000" flipH="1">
              <a:off x="11056539" y="47600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15"/>
            <p:cNvSpPr/>
            <p:nvPr/>
          </p:nvSpPr>
          <p:spPr>
            <a:xfrm rot="10800000" flipH="1">
              <a:off x="5481164" y="7463931"/>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15"/>
            <p:cNvSpPr/>
            <p:nvPr/>
          </p:nvSpPr>
          <p:spPr>
            <a:xfrm rot="10800000" flipH="1">
              <a:off x="2956571"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15"/>
            <p:cNvSpPr/>
            <p:nvPr/>
          </p:nvSpPr>
          <p:spPr>
            <a:xfrm rot="10800000" flipH="1">
              <a:off x="1770967"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3" name="Google Shape;1003;p15"/>
            <p:cNvSpPr/>
            <p:nvPr/>
          </p:nvSpPr>
          <p:spPr>
            <a:xfrm rot="10800000" flipH="1">
              <a:off x="2008088"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15"/>
            <p:cNvSpPr/>
            <p:nvPr/>
          </p:nvSpPr>
          <p:spPr>
            <a:xfrm rot="10800000" flipH="1">
              <a:off x="2245208"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15"/>
            <p:cNvSpPr/>
            <p:nvPr/>
          </p:nvSpPr>
          <p:spPr>
            <a:xfrm rot="10800000" flipH="1">
              <a:off x="2482329"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15"/>
            <p:cNvSpPr/>
            <p:nvPr/>
          </p:nvSpPr>
          <p:spPr>
            <a:xfrm rot="10800000" flipH="1">
              <a:off x="2719450"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15"/>
            <p:cNvSpPr/>
            <p:nvPr/>
          </p:nvSpPr>
          <p:spPr>
            <a:xfrm rot="-5400000">
              <a:off x="5294072" y="184294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8" name="Google Shape;1008;p15"/>
            <p:cNvSpPr/>
            <p:nvPr/>
          </p:nvSpPr>
          <p:spPr>
            <a:xfrm rot="-5400000">
              <a:off x="6009117" y="6527890"/>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9" name="Google Shape;1009;p15"/>
            <p:cNvSpPr/>
            <p:nvPr/>
          </p:nvSpPr>
          <p:spPr>
            <a:xfrm rot="-5400000">
              <a:off x="7837772" y="7349837"/>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0" name="Google Shape;1010;p15"/>
            <p:cNvSpPr/>
            <p:nvPr/>
          </p:nvSpPr>
          <p:spPr>
            <a:xfrm rot="-5400000">
              <a:off x="1414655" y="4861593"/>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1" name="Google Shape;1011;p15"/>
            <p:cNvSpPr/>
            <p:nvPr/>
          </p:nvSpPr>
          <p:spPr>
            <a:xfrm rot="-5400000">
              <a:off x="4633252" y="4074752"/>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2" name="Google Shape;1012;p15"/>
            <p:cNvSpPr/>
            <p:nvPr/>
          </p:nvSpPr>
          <p:spPr>
            <a:xfrm rot="-5400000">
              <a:off x="4844935" y="4074752"/>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3" name="Google Shape;1013;p15"/>
            <p:cNvSpPr/>
            <p:nvPr/>
          </p:nvSpPr>
          <p:spPr>
            <a:xfrm rot="-5400000">
              <a:off x="5058986" y="4074809"/>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4" name="Google Shape;1014;p15"/>
            <p:cNvSpPr/>
            <p:nvPr/>
          </p:nvSpPr>
          <p:spPr>
            <a:xfrm rot="-5400000">
              <a:off x="5270612" y="4074752"/>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5" name="Google Shape;1015;p15"/>
            <p:cNvSpPr/>
            <p:nvPr/>
          </p:nvSpPr>
          <p:spPr>
            <a:xfrm rot="-5400000">
              <a:off x="5482295" y="4074752"/>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6" name="Google Shape;1016;p15"/>
            <p:cNvSpPr/>
            <p:nvPr/>
          </p:nvSpPr>
          <p:spPr>
            <a:xfrm rot="-5400000">
              <a:off x="526836" y="6351425"/>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7" name="Google Shape;1017;p15"/>
            <p:cNvSpPr/>
            <p:nvPr/>
          </p:nvSpPr>
          <p:spPr>
            <a:xfrm rot="10800000" flipH="1">
              <a:off x="8072788" y="4010131"/>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8" name="Google Shape;1018;p15"/>
            <p:cNvSpPr/>
            <p:nvPr/>
          </p:nvSpPr>
          <p:spPr>
            <a:xfrm rot="10800000" flipH="1">
              <a:off x="7051306" y="4011281"/>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9" name="Google Shape;1019;p15"/>
            <p:cNvSpPr/>
            <p:nvPr/>
          </p:nvSpPr>
          <p:spPr>
            <a:xfrm rot="10800000" flipH="1">
              <a:off x="11056539" y="4996931"/>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0" name="Google Shape;1020;p15"/>
            <p:cNvSpPr/>
            <p:nvPr/>
          </p:nvSpPr>
          <p:spPr>
            <a:xfrm rot="10800000" flipH="1">
              <a:off x="11056539" y="42864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1" name="Google Shape;1021;p15"/>
            <p:cNvSpPr/>
            <p:nvPr/>
          </p:nvSpPr>
          <p:spPr>
            <a:xfrm rot="10800000" flipH="1">
              <a:off x="11056539" y="452326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2" name="Google Shape;1022;p15"/>
            <p:cNvSpPr/>
            <p:nvPr/>
          </p:nvSpPr>
          <p:spPr>
            <a:xfrm rot="10800000" flipH="1">
              <a:off x="11056539" y="47600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3" name="Google Shape;1023;p15"/>
            <p:cNvSpPr/>
            <p:nvPr/>
          </p:nvSpPr>
          <p:spPr>
            <a:xfrm rot="10800000" flipH="1">
              <a:off x="2956571"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4" name="Google Shape;1024;p15"/>
            <p:cNvSpPr/>
            <p:nvPr/>
          </p:nvSpPr>
          <p:spPr>
            <a:xfrm rot="10800000" flipH="1">
              <a:off x="1770967"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5" name="Google Shape;1025;p15"/>
            <p:cNvSpPr/>
            <p:nvPr/>
          </p:nvSpPr>
          <p:spPr>
            <a:xfrm rot="10800000" flipH="1">
              <a:off x="2008088"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6" name="Google Shape;1026;p15"/>
            <p:cNvSpPr/>
            <p:nvPr/>
          </p:nvSpPr>
          <p:spPr>
            <a:xfrm rot="10800000" flipH="1">
              <a:off x="2245208"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7" name="Google Shape;1027;p15"/>
            <p:cNvSpPr/>
            <p:nvPr/>
          </p:nvSpPr>
          <p:spPr>
            <a:xfrm rot="10800000" flipH="1">
              <a:off x="2482329"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8" name="Google Shape;1028;p15"/>
            <p:cNvSpPr/>
            <p:nvPr/>
          </p:nvSpPr>
          <p:spPr>
            <a:xfrm rot="10800000" flipH="1">
              <a:off x="2719450" y="40865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29" name="Google Shape;1029;p15"/>
            <p:cNvGrpSpPr/>
            <p:nvPr/>
          </p:nvGrpSpPr>
          <p:grpSpPr>
            <a:xfrm>
              <a:off x="-2507408" y="4560924"/>
              <a:ext cx="6876983" cy="300288"/>
              <a:chOff x="-2507408" y="4560924"/>
              <a:chExt cx="6876983" cy="300288"/>
            </a:xfrm>
          </p:grpSpPr>
          <p:sp>
            <p:nvSpPr>
              <p:cNvPr id="1030" name="Google Shape;1030;p15"/>
              <p:cNvSpPr/>
              <p:nvPr/>
            </p:nvSpPr>
            <p:spPr>
              <a:xfrm rot="-5400000">
                <a:off x="846319" y="1337956"/>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1" name="Google Shape;1031;p15"/>
              <p:cNvSpPr/>
              <p:nvPr/>
            </p:nvSpPr>
            <p:spPr>
              <a:xfrm rot="10800000" flipH="1">
                <a:off x="-44930" y="45609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15"/>
              <p:cNvSpPr/>
              <p:nvPr/>
            </p:nvSpPr>
            <p:spPr>
              <a:xfrm rot="10800000" flipH="1">
                <a:off x="-44930" y="45609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8533764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033"/>
        <p:cNvGrpSpPr/>
        <p:nvPr/>
      </p:nvGrpSpPr>
      <p:grpSpPr>
        <a:xfrm>
          <a:off x="0" y="0"/>
          <a:ext cx="0" cy="0"/>
          <a:chOff x="0" y="0"/>
          <a:chExt cx="0" cy="0"/>
        </a:xfrm>
      </p:grpSpPr>
      <p:sp>
        <p:nvSpPr>
          <p:cNvPr id="1034" name="Google Shape;1034;p16"/>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grpSp>
        <p:nvGrpSpPr>
          <p:cNvPr id="1035" name="Google Shape;1035;p16"/>
          <p:cNvGrpSpPr/>
          <p:nvPr/>
        </p:nvGrpSpPr>
        <p:grpSpPr>
          <a:xfrm rot="-5400000" flipH="1">
            <a:off x="7313100" y="6008375"/>
            <a:ext cx="5630517" cy="5451748"/>
            <a:chOff x="8129425" y="2555026"/>
            <a:chExt cx="4222888" cy="4088811"/>
          </a:xfrm>
        </p:grpSpPr>
        <p:sp>
          <p:nvSpPr>
            <p:cNvPr id="1036" name="Google Shape;1036;p16"/>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16"/>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16"/>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9" name="Google Shape;1039;p16"/>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16"/>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16"/>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16"/>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16"/>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44" name="Google Shape;1044;p16"/>
          <p:cNvGrpSpPr/>
          <p:nvPr/>
        </p:nvGrpSpPr>
        <p:grpSpPr>
          <a:xfrm>
            <a:off x="-1800769" y="511467"/>
            <a:ext cx="2571693" cy="3768795"/>
            <a:chOff x="-1350577" y="383600"/>
            <a:chExt cx="1928770" cy="2826596"/>
          </a:xfrm>
        </p:grpSpPr>
        <p:sp>
          <p:nvSpPr>
            <p:cNvPr id="1045" name="Google Shape;1045;p16"/>
            <p:cNvSpPr/>
            <p:nvPr/>
          </p:nvSpPr>
          <p:spPr>
            <a:xfrm rot="5400000">
              <a:off x="-1711634" y="920412"/>
              <a:ext cx="2650694" cy="1753015"/>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6" name="Google Shape;1046;p16"/>
            <p:cNvSpPr/>
            <p:nvPr/>
          </p:nvSpPr>
          <p:spPr>
            <a:xfrm flipH="1">
              <a:off x="-1350577" y="3034311"/>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7" name="Google Shape;1047;p16"/>
            <p:cNvSpPr/>
            <p:nvPr/>
          </p:nvSpPr>
          <p:spPr>
            <a:xfrm flipH="1">
              <a:off x="402308" y="383600"/>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8" name="Google Shape;1048;p16"/>
            <p:cNvSpPr/>
            <p:nvPr/>
          </p:nvSpPr>
          <p:spPr>
            <a:xfrm flipH="1">
              <a:off x="402308" y="80986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9" name="Google Shape;1049;p16"/>
            <p:cNvSpPr/>
            <p:nvPr/>
          </p:nvSpPr>
          <p:spPr>
            <a:xfrm rot="5400000">
              <a:off x="-1711634" y="920412"/>
              <a:ext cx="2650694" cy="1753015"/>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0" name="Google Shape;1050;p16"/>
            <p:cNvSpPr/>
            <p:nvPr/>
          </p:nvSpPr>
          <p:spPr>
            <a:xfrm flipH="1">
              <a:off x="-1350577" y="3034311"/>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1" name="Google Shape;1051;p16"/>
            <p:cNvSpPr/>
            <p:nvPr/>
          </p:nvSpPr>
          <p:spPr>
            <a:xfrm flipH="1">
              <a:off x="402308" y="383600"/>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16"/>
            <p:cNvSpPr/>
            <p:nvPr/>
          </p:nvSpPr>
          <p:spPr>
            <a:xfrm flipH="1">
              <a:off x="402308" y="80986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53" name="Google Shape;1053;p16"/>
          <p:cNvGrpSpPr/>
          <p:nvPr/>
        </p:nvGrpSpPr>
        <p:grpSpPr>
          <a:xfrm rot="10800000">
            <a:off x="11421001" y="-392816"/>
            <a:ext cx="317252" cy="4297983"/>
            <a:chOff x="8202950" y="1983213"/>
            <a:chExt cx="237939" cy="3223487"/>
          </a:xfrm>
        </p:grpSpPr>
        <p:sp>
          <p:nvSpPr>
            <p:cNvPr id="1054" name="Google Shape;1054;p16"/>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055" name="Google Shape;1055;p16"/>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16"/>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057" name="Google Shape;1057;p16"/>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58" name="Google Shape;1058;p16"/>
          <p:cNvGrpSpPr/>
          <p:nvPr/>
        </p:nvGrpSpPr>
        <p:grpSpPr>
          <a:xfrm rot="5400000">
            <a:off x="-985899" y="860015"/>
            <a:ext cx="5026084" cy="15144076"/>
            <a:chOff x="-2722250" y="-1079764"/>
            <a:chExt cx="3769563" cy="11358057"/>
          </a:xfrm>
        </p:grpSpPr>
        <p:sp>
          <p:nvSpPr>
            <p:cNvPr id="1059" name="Google Shape;1059;p16"/>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0" name="Google Shape;1060;p16"/>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1" name="Google Shape;1061;p16"/>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2" name="Google Shape;1062;p16"/>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3" name="Google Shape;1063;p16"/>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4" name="Google Shape;1064;p16"/>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5" name="Google Shape;1065;p16"/>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6" name="Google Shape;1066;p16"/>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16"/>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8" name="Google Shape;1068;p16"/>
            <p:cNvSpPr/>
            <p:nvPr/>
          </p:nvSpPr>
          <p:spPr>
            <a:xfrm rot="-5400000">
              <a:off x="-3866449" y="6310625"/>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9" name="Google Shape;1069;p16"/>
            <p:cNvSpPr/>
            <p:nvPr/>
          </p:nvSpPr>
          <p:spPr>
            <a:xfrm rot="-5400000">
              <a:off x="-3866449" y="6310625"/>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16"/>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1" name="Google Shape;1071;p16"/>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2" name="Google Shape;1072;p16"/>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73" name="Google Shape;1073;p16"/>
          <p:cNvSpPr txBox="1">
            <a:spLocks noGrp="1"/>
          </p:cNvSpPr>
          <p:nvPr>
            <p:ph type="subTitle" idx="1"/>
          </p:nvPr>
        </p:nvSpPr>
        <p:spPr>
          <a:xfrm>
            <a:off x="1154200" y="2519325"/>
            <a:ext cx="2950400" cy="1046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74" name="Google Shape;1074;p16"/>
          <p:cNvSpPr txBox="1">
            <a:spLocks noGrp="1"/>
          </p:cNvSpPr>
          <p:nvPr>
            <p:ph type="subTitle" idx="2"/>
          </p:nvPr>
        </p:nvSpPr>
        <p:spPr>
          <a:xfrm>
            <a:off x="1154200" y="2011000"/>
            <a:ext cx="29504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075" name="Google Shape;1075;p16"/>
          <p:cNvSpPr txBox="1">
            <a:spLocks noGrp="1"/>
          </p:cNvSpPr>
          <p:nvPr>
            <p:ph type="subTitle" idx="3"/>
          </p:nvPr>
        </p:nvSpPr>
        <p:spPr>
          <a:xfrm>
            <a:off x="1154200" y="4247859"/>
            <a:ext cx="2950400" cy="1046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76" name="Google Shape;1076;p16"/>
          <p:cNvSpPr txBox="1">
            <a:spLocks noGrp="1"/>
          </p:cNvSpPr>
          <p:nvPr>
            <p:ph type="subTitle" idx="4"/>
          </p:nvPr>
        </p:nvSpPr>
        <p:spPr>
          <a:xfrm>
            <a:off x="1154200" y="3739533"/>
            <a:ext cx="29504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077" name="Google Shape;1077;p16"/>
          <p:cNvSpPr txBox="1">
            <a:spLocks noGrp="1"/>
          </p:cNvSpPr>
          <p:nvPr>
            <p:ph type="title" idx="5" hasCustomPrompt="1"/>
          </p:nvPr>
        </p:nvSpPr>
        <p:spPr>
          <a:xfrm>
            <a:off x="9499400" y="2308133"/>
            <a:ext cx="1538400" cy="81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700"/>
              <a:buNone/>
              <a:defRPr sz="4933"/>
            </a:lvl1pPr>
            <a:lvl2pPr lvl="1" algn="l" rtl="0">
              <a:spcBef>
                <a:spcPts val="0"/>
              </a:spcBef>
              <a:spcAft>
                <a:spcPts val="0"/>
              </a:spcAft>
              <a:buSzPts val="3700"/>
              <a:buNone/>
              <a:defRPr sz="4933"/>
            </a:lvl2pPr>
            <a:lvl3pPr lvl="2" algn="l" rtl="0">
              <a:spcBef>
                <a:spcPts val="0"/>
              </a:spcBef>
              <a:spcAft>
                <a:spcPts val="0"/>
              </a:spcAft>
              <a:buSzPts val="3700"/>
              <a:buNone/>
              <a:defRPr sz="4933"/>
            </a:lvl3pPr>
            <a:lvl4pPr lvl="3" algn="l" rtl="0">
              <a:spcBef>
                <a:spcPts val="0"/>
              </a:spcBef>
              <a:spcAft>
                <a:spcPts val="0"/>
              </a:spcAft>
              <a:buSzPts val="3700"/>
              <a:buNone/>
              <a:defRPr sz="4933"/>
            </a:lvl4pPr>
            <a:lvl5pPr lvl="4" algn="l" rtl="0">
              <a:spcBef>
                <a:spcPts val="0"/>
              </a:spcBef>
              <a:spcAft>
                <a:spcPts val="0"/>
              </a:spcAft>
              <a:buSzPts val="3700"/>
              <a:buNone/>
              <a:defRPr sz="4933"/>
            </a:lvl5pPr>
            <a:lvl6pPr lvl="5" algn="l" rtl="0">
              <a:spcBef>
                <a:spcPts val="0"/>
              </a:spcBef>
              <a:spcAft>
                <a:spcPts val="0"/>
              </a:spcAft>
              <a:buSzPts val="3700"/>
              <a:buNone/>
              <a:defRPr sz="4933"/>
            </a:lvl6pPr>
            <a:lvl7pPr lvl="6" algn="l" rtl="0">
              <a:spcBef>
                <a:spcPts val="0"/>
              </a:spcBef>
              <a:spcAft>
                <a:spcPts val="0"/>
              </a:spcAft>
              <a:buSzPts val="3700"/>
              <a:buNone/>
              <a:defRPr sz="4933"/>
            </a:lvl7pPr>
            <a:lvl8pPr lvl="7" algn="l" rtl="0">
              <a:spcBef>
                <a:spcPts val="0"/>
              </a:spcBef>
              <a:spcAft>
                <a:spcPts val="0"/>
              </a:spcAft>
              <a:buSzPts val="3700"/>
              <a:buNone/>
              <a:defRPr sz="4933"/>
            </a:lvl8pPr>
            <a:lvl9pPr lvl="8" algn="l" rtl="0">
              <a:spcBef>
                <a:spcPts val="0"/>
              </a:spcBef>
              <a:spcAft>
                <a:spcPts val="0"/>
              </a:spcAft>
              <a:buSzPts val="3700"/>
              <a:buNone/>
              <a:defRPr sz="4933"/>
            </a:lvl9pPr>
          </a:lstStyle>
          <a:p>
            <a:r>
              <a:t>xx%</a:t>
            </a:r>
          </a:p>
        </p:txBody>
      </p:sp>
      <p:sp>
        <p:nvSpPr>
          <p:cNvPr id="1078" name="Google Shape;1078;p16"/>
          <p:cNvSpPr txBox="1">
            <a:spLocks noGrp="1"/>
          </p:cNvSpPr>
          <p:nvPr>
            <p:ph type="title" idx="6" hasCustomPrompt="1"/>
          </p:nvPr>
        </p:nvSpPr>
        <p:spPr>
          <a:xfrm>
            <a:off x="9499400" y="4037500"/>
            <a:ext cx="1538400" cy="81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700"/>
              <a:buNone/>
              <a:defRPr sz="4933"/>
            </a:lvl1pPr>
            <a:lvl2pPr lvl="1" algn="l" rtl="0">
              <a:spcBef>
                <a:spcPts val="0"/>
              </a:spcBef>
              <a:spcAft>
                <a:spcPts val="0"/>
              </a:spcAft>
              <a:buSzPts val="3700"/>
              <a:buNone/>
              <a:defRPr sz="4933"/>
            </a:lvl2pPr>
            <a:lvl3pPr lvl="2" algn="l" rtl="0">
              <a:spcBef>
                <a:spcPts val="0"/>
              </a:spcBef>
              <a:spcAft>
                <a:spcPts val="0"/>
              </a:spcAft>
              <a:buSzPts val="3700"/>
              <a:buNone/>
              <a:defRPr sz="4933"/>
            </a:lvl3pPr>
            <a:lvl4pPr lvl="3" algn="l" rtl="0">
              <a:spcBef>
                <a:spcPts val="0"/>
              </a:spcBef>
              <a:spcAft>
                <a:spcPts val="0"/>
              </a:spcAft>
              <a:buSzPts val="3700"/>
              <a:buNone/>
              <a:defRPr sz="4933"/>
            </a:lvl4pPr>
            <a:lvl5pPr lvl="4" algn="l" rtl="0">
              <a:spcBef>
                <a:spcPts val="0"/>
              </a:spcBef>
              <a:spcAft>
                <a:spcPts val="0"/>
              </a:spcAft>
              <a:buSzPts val="3700"/>
              <a:buNone/>
              <a:defRPr sz="4933"/>
            </a:lvl5pPr>
            <a:lvl6pPr lvl="5" algn="l" rtl="0">
              <a:spcBef>
                <a:spcPts val="0"/>
              </a:spcBef>
              <a:spcAft>
                <a:spcPts val="0"/>
              </a:spcAft>
              <a:buSzPts val="3700"/>
              <a:buNone/>
              <a:defRPr sz="4933"/>
            </a:lvl6pPr>
            <a:lvl7pPr lvl="6" algn="l" rtl="0">
              <a:spcBef>
                <a:spcPts val="0"/>
              </a:spcBef>
              <a:spcAft>
                <a:spcPts val="0"/>
              </a:spcAft>
              <a:buSzPts val="3700"/>
              <a:buNone/>
              <a:defRPr sz="4933"/>
            </a:lvl7pPr>
            <a:lvl8pPr lvl="7" algn="l" rtl="0">
              <a:spcBef>
                <a:spcPts val="0"/>
              </a:spcBef>
              <a:spcAft>
                <a:spcPts val="0"/>
              </a:spcAft>
              <a:buSzPts val="3700"/>
              <a:buNone/>
              <a:defRPr sz="4933"/>
            </a:lvl8pPr>
            <a:lvl9pPr lvl="8" algn="l" rtl="0">
              <a:spcBef>
                <a:spcPts val="0"/>
              </a:spcBef>
              <a:spcAft>
                <a:spcPts val="0"/>
              </a:spcAft>
              <a:buSzPts val="3700"/>
              <a:buNone/>
              <a:defRPr sz="4933"/>
            </a:lvl9pPr>
          </a:lstStyle>
          <a:p>
            <a:r>
              <a:t>xx%</a:t>
            </a:r>
          </a:p>
        </p:txBody>
      </p:sp>
    </p:spTree>
    <p:extLst>
      <p:ext uri="{BB962C8B-B14F-4D97-AF65-F5344CB8AC3E}">
        <p14:creationId xmlns:p14="http://schemas.microsoft.com/office/powerpoint/2010/main" val="39047571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079"/>
        <p:cNvGrpSpPr/>
        <p:nvPr/>
      </p:nvGrpSpPr>
      <p:grpSpPr>
        <a:xfrm>
          <a:off x="0" y="0"/>
          <a:ext cx="0" cy="0"/>
          <a:chOff x="0" y="0"/>
          <a:chExt cx="0" cy="0"/>
        </a:xfrm>
      </p:grpSpPr>
      <p:grpSp>
        <p:nvGrpSpPr>
          <p:cNvPr id="1080" name="Google Shape;1080;p17"/>
          <p:cNvGrpSpPr/>
          <p:nvPr/>
        </p:nvGrpSpPr>
        <p:grpSpPr>
          <a:xfrm rot="10800000">
            <a:off x="11033985" y="-7742572"/>
            <a:ext cx="4962601" cy="16181231"/>
            <a:chOff x="-3170262" y="3452177"/>
            <a:chExt cx="3721951" cy="12135923"/>
          </a:xfrm>
        </p:grpSpPr>
        <p:sp>
          <p:nvSpPr>
            <p:cNvPr id="1081" name="Google Shape;1081;p17"/>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17"/>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17"/>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4" name="Google Shape;1084;p17"/>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5" name="Google Shape;1085;p17"/>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6" name="Google Shape;1086;p17"/>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7" name="Google Shape;1087;p17"/>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8" name="Google Shape;1088;p17"/>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9" name="Google Shape;1089;p17"/>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0" name="Google Shape;1090;p17"/>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1" name="Google Shape;1091;p17"/>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2" name="Google Shape;1092;p17"/>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3" name="Google Shape;1093;p17"/>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4" name="Google Shape;1094;p17"/>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5" name="Google Shape;1095;p17"/>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6" name="Google Shape;1096;p17"/>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7" name="Google Shape;1097;p17"/>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8" name="Google Shape;1098;p17"/>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9" name="Google Shape;1099;p17"/>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0" name="Google Shape;1100;p17"/>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1" name="Google Shape;1101;p17"/>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2" name="Google Shape;1102;p17"/>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3" name="Google Shape;1103;p17"/>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4" name="Google Shape;1104;p17"/>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5" name="Google Shape;1105;p17"/>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6" name="Google Shape;1106;p17"/>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7" name="Google Shape;1107;p17"/>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8" name="Google Shape;1108;p17"/>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9" name="Google Shape;1109;p17"/>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17"/>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1" name="Google Shape;1111;p17"/>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2" name="Google Shape;1112;p17"/>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3" name="Google Shape;1113;p17"/>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4" name="Google Shape;1114;p17"/>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5" name="Google Shape;1115;p17"/>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6" name="Google Shape;1116;p17"/>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7" name="Google Shape;1117;p17"/>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8" name="Google Shape;1118;p17"/>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9" name="Google Shape;1119;p17"/>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0" name="Google Shape;1120;p17"/>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1" name="Google Shape;1121;p17"/>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2" name="Google Shape;1122;p17"/>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3" name="Google Shape;1123;p17"/>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4" name="Google Shape;1124;p17"/>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17"/>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17"/>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17"/>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8" name="Google Shape;1128;p17"/>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9" name="Google Shape;1129;p17"/>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0" name="Google Shape;1130;p17"/>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1" name="Google Shape;1131;p17"/>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2" name="Google Shape;1132;p17"/>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3" name="Google Shape;1133;p17"/>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4" name="Google Shape;1134;p17"/>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17"/>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6" name="Google Shape;1136;p17"/>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37" name="Google Shape;1137;p17"/>
          <p:cNvGrpSpPr/>
          <p:nvPr/>
        </p:nvGrpSpPr>
        <p:grpSpPr>
          <a:xfrm>
            <a:off x="-3804615" y="-3508438"/>
            <a:ext cx="4962601" cy="16181231"/>
            <a:chOff x="-3170262" y="3452177"/>
            <a:chExt cx="3721951" cy="12135923"/>
          </a:xfrm>
        </p:grpSpPr>
        <p:sp>
          <p:nvSpPr>
            <p:cNvPr id="1138" name="Google Shape;1138;p17"/>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9" name="Google Shape;1139;p17"/>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0" name="Google Shape;1140;p17"/>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1" name="Google Shape;1141;p17"/>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2" name="Google Shape;1142;p17"/>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3" name="Google Shape;1143;p17"/>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4" name="Google Shape;1144;p17"/>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5" name="Google Shape;1145;p17"/>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6" name="Google Shape;1146;p17"/>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7" name="Google Shape;1147;p17"/>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8" name="Google Shape;1148;p17"/>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9" name="Google Shape;1149;p17"/>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0" name="Google Shape;1150;p17"/>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1" name="Google Shape;1151;p17"/>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2" name="Google Shape;1152;p17"/>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3" name="Google Shape;1153;p17"/>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17"/>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17"/>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17"/>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7" name="Google Shape;1157;p17"/>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8" name="Google Shape;1158;p17"/>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17"/>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0" name="Google Shape;1160;p17"/>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1" name="Google Shape;1161;p17"/>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2" name="Google Shape;1162;p17"/>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3" name="Google Shape;1163;p17"/>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17"/>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5" name="Google Shape;1165;p17"/>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6" name="Google Shape;1166;p17"/>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17"/>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17"/>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17"/>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0" name="Google Shape;1170;p17"/>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1" name="Google Shape;1171;p17"/>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17"/>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17"/>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17"/>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5" name="Google Shape;1175;p17"/>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6" name="Google Shape;1176;p17"/>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7" name="Google Shape;1177;p17"/>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8" name="Google Shape;1178;p17"/>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9" name="Google Shape;1179;p17"/>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0" name="Google Shape;1180;p17"/>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1" name="Google Shape;1181;p17"/>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2" name="Google Shape;1182;p17"/>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3" name="Google Shape;1183;p17"/>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4" name="Google Shape;1184;p17"/>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5" name="Google Shape;1185;p17"/>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6" name="Google Shape;1186;p17"/>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7" name="Google Shape;1187;p17"/>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8" name="Google Shape;1188;p17"/>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17"/>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17"/>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17"/>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2" name="Google Shape;1192;p17"/>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3" name="Google Shape;1193;p17"/>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94" name="Google Shape;1194;p17"/>
          <p:cNvSpPr txBox="1">
            <a:spLocks noGrp="1"/>
          </p:cNvSpPr>
          <p:nvPr>
            <p:ph type="title" hasCustomPrompt="1"/>
          </p:nvPr>
        </p:nvSpPr>
        <p:spPr>
          <a:xfrm>
            <a:off x="3224200" y="665633"/>
            <a:ext cx="5743600" cy="103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600"/>
              <a:buNone/>
              <a:defRPr sz="7466"/>
            </a:lvl1pPr>
            <a:lvl2pPr lvl="1" algn="ctr" rtl="0">
              <a:spcBef>
                <a:spcPts val="0"/>
              </a:spcBef>
              <a:spcAft>
                <a:spcPts val="0"/>
              </a:spcAft>
              <a:buSzPts val="5600"/>
              <a:buNone/>
              <a:defRPr sz="7466"/>
            </a:lvl2pPr>
            <a:lvl3pPr lvl="2" algn="ctr" rtl="0">
              <a:spcBef>
                <a:spcPts val="0"/>
              </a:spcBef>
              <a:spcAft>
                <a:spcPts val="0"/>
              </a:spcAft>
              <a:buSzPts val="5600"/>
              <a:buNone/>
              <a:defRPr sz="7466"/>
            </a:lvl3pPr>
            <a:lvl4pPr lvl="3" algn="ctr" rtl="0">
              <a:spcBef>
                <a:spcPts val="0"/>
              </a:spcBef>
              <a:spcAft>
                <a:spcPts val="0"/>
              </a:spcAft>
              <a:buSzPts val="5600"/>
              <a:buNone/>
              <a:defRPr sz="7466"/>
            </a:lvl4pPr>
            <a:lvl5pPr lvl="4" algn="ctr" rtl="0">
              <a:spcBef>
                <a:spcPts val="0"/>
              </a:spcBef>
              <a:spcAft>
                <a:spcPts val="0"/>
              </a:spcAft>
              <a:buSzPts val="5600"/>
              <a:buNone/>
              <a:defRPr sz="7466"/>
            </a:lvl5pPr>
            <a:lvl6pPr lvl="5" algn="ctr" rtl="0">
              <a:spcBef>
                <a:spcPts val="0"/>
              </a:spcBef>
              <a:spcAft>
                <a:spcPts val="0"/>
              </a:spcAft>
              <a:buSzPts val="5600"/>
              <a:buNone/>
              <a:defRPr sz="7466"/>
            </a:lvl6pPr>
            <a:lvl7pPr lvl="6" algn="ctr" rtl="0">
              <a:spcBef>
                <a:spcPts val="0"/>
              </a:spcBef>
              <a:spcAft>
                <a:spcPts val="0"/>
              </a:spcAft>
              <a:buSzPts val="5600"/>
              <a:buNone/>
              <a:defRPr sz="7466"/>
            </a:lvl7pPr>
            <a:lvl8pPr lvl="7" algn="ctr" rtl="0">
              <a:spcBef>
                <a:spcPts val="0"/>
              </a:spcBef>
              <a:spcAft>
                <a:spcPts val="0"/>
              </a:spcAft>
              <a:buSzPts val="5600"/>
              <a:buNone/>
              <a:defRPr sz="7466"/>
            </a:lvl8pPr>
            <a:lvl9pPr lvl="8" algn="ctr" rtl="0">
              <a:spcBef>
                <a:spcPts val="0"/>
              </a:spcBef>
              <a:spcAft>
                <a:spcPts val="0"/>
              </a:spcAft>
              <a:buSzPts val="5600"/>
              <a:buNone/>
              <a:defRPr sz="7466"/>
            </a:lvl9pPr>
          </a:lstStyle>
          <a:p>
            <a:r>
              <a:t>xx%</a:t>
            </a:r>
          </a:p>
        </p:txBody>
      </p:sp>
      <p:sp>
        <p:nvSpPr>
          <p:cNvPr id="1195" name="Google Shape;1195;p17"/>
          <p:cNvSpPr txBox="1">
            <a:spLocks noGrp="1"/>
          </p:cNvSpPr>
          <p:nvPr>
            <p:ph type="subTitle" idx="1"/>
          </p:nvPr>
        </p:nvSpPr>
        <p:spPr>
          <a:xfrm>
            <a:off x="3224195" y="1772233"/>
            <a:ext cx="5743600" cy="413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6" name="Google Shape;1196;p17"/>
          <p:cNvSpPr txBox="1">
            <a:spLocks noGrp="1"/>
          </p:cNvSpPr>
          <p:nvPr>
            <p:ph type="title" idx="2" hasCustomPrompt="1"/>
          </p:nvPr>
        </p:nvSpPr>
        <p:spPr>
          <a:xfrm>
            <a:off x="3224200" y="4559067"/>
            <a:ext cx="5743600" cy="103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600"/>
              <a:buNone/>
              <a:defRPr sz="7466"/>
            </a:lvl1pPr>
            <a:lvl2pPr lvl="1" algn="ctr" rtl="0">
              <a:spcBef>
                <a:spcPts val="0"/>
              </a:spcBef>
              <a:spcAft>
                <a:spcPts val="0"/>
              </a:spcAft>
              <a:buSzPts val="5600"/>
              <a:buNone/>
              <a:defRPr sz="7466"/>
            </a:lvl2pPr>
            <a:lvl3pPr lvl="2" algn="ctr" rtl="0">
              <a:spcBef>
                <a:spcPts val="0"/>
              </a:spcBef>
              <a:spcAft>
                <a:spcPts val="0"/>
              </a:spcAft>
              <a:buSzPts val="5600"/>
              <a:buNone/>
              <a:defRPr sz="7466"/>
            </a:lvl3pPr>
            <a:lvl4pPr lvl="3" algn="ctr" rtl="0">
              <a:spcBef>
                <a:spcPts val="0"/>
              </a:spcBef>
              <a:spcAft>
                <a:spcPts val="0"/>
              </a:spcAft>
              <a:buSzPts val="5600"/>
              <a:buNone/>
              <a:defRPr sz="7466"/>
            </a:lvl4pPr>
            <a:lvl5pPr lvl="4" algn="ctr" rtl="0">
              <a:spcBef>
                <a:spcPts val="0"/>
              </a:spcBef>
              <a:spcAft>
                <a:spcPts val="0"/>
              </a:spcAft>
              <a:buSzPts val="5600"/>
              <a:buNone/>
              <a:defRPr sz="7466"/>
            </a:lvl5pPr>
            <a:lvl6pPr lvl="5" algn="ctr" rtl="0">
              <a:spcBef>
                <a:spcPts val="0"/>
              </a:spcBef>
              <a:spcAft>
                <a:spcPts val="0"/>
              </a:spcAft>
              <a:buSzPts val="5600"/>
              <a:buNone/>
              <a:defRPr sz="7466"/>
            </a:lvl6pPr>
            <a:lvl7pPr lvl="6" algn="ctr" rtl="0">
              <a:spcBef>
                <a:spcPts val="0"/>
              </a:spcBef>
              <a:spcAft>
                <a:spcPts val="0"/>
              </a:spcAft>
              <a:buSzPts val="5600"/>
              <a:buNone/>
              <a:defRPr sz="7466"/>
            </a:lvl7pPr>
            <a:lvl8pPr lvl="7" algn="ctr" rtl="0">
              <a:spcBef>
                <a:spcPts val="0"/>
              </a:spcBef>
              <a:spcAft>
                <a:spcPts val="0"/>
              </a:spcAft>
              <a:buSzPts val="5600"/>
              <a:buNone/>
              <a:defRPr sz="7466"/>
            </a:lvl8pPr>
            <a:lvl9pPr lvl="8" algn="ctr" rtl="0">
              <a:spcBef>
                <a:spcPts val="0"/>
              </a:spcBef>
              <a:spcAft>
                <a:spcPts val="0"/>
              </a:spcAft>
              <a:buSzPts val="5600"/>
              <a:buNone/>
              <a:defRPr sz="7466"/>
            </a:lvl9pPr>
          </a:lstStyle>
          <a:p>
            <a:r>
              <a:t>xx%</a:t>
            </a:r>
          </a:p>
        </p:txBody>
      </p:sp>
      <p:sp>
        <p:nvSpPr>
          <p:cNvPr id="1197" name="Google Shape;1197;p17"/>
          <p:cNvSpPr txBox="1">
            <a:spLocks noGrp="1"/>
          </p:cNvSpPr>
          <p:nvPr>
            <p:ph type="subTitle" idx="3"/>
          </p:nvPr>
        </p:nvSpPr>
        <p:spPr>
          <a:xfrm>
            <a:off x="3224195" y="5665667"/>
            <a:ext cx="5743600" cy="413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8" name="Google Shape;1198;p17"/>
          <p:cNvSpPr txBox="1">
            <a:spLocks noGrp="1"/>
          </p:cNvSpPr>
          <p:nvPr>
            <p:ph type="title" idx="4" hasCustomPrompt="1"/>
          </p:nvPr>
        </p:nvSpPr>
        <p:spPr>
          <a:xfrm>
            <a:off x="3224200" y="2612351"/>
            <a:ext cx="5743600" cy="1031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2"/>
              </a:buClr>
              <a:buSzPts val="5600"/>
              <a:buNone/>
              <a:defRPr sz="7466">
                <a:solidFill>
                  <a:schemeClr val="lt2"/>
                </a:solidFill>
              </a:defRPr>
            </a:lvl1pPr>
            <a:lvl2pPr lvl="1" algn="ctr" rtl="0">
              <a:spcBef>
                <a:spcPts val="0"/>
              </a:spcBef>
              <a:spcAft>
                <a:spcPts val="0"/>
              </a:spcAft>
              <a:buClr>
                <a:schemeClr val="lt2"/>
              </a:buClr>
              <a:buSzPts val="5600"/>
              <a:buNone/>
              <a:defRPr sz="7466">
                <a:solidFill>
                  <a:schemeClr val="lt2"/>
                </a:solidFill>
              </a:defRPr>
            </a:lvl2pPr>
            <a:lvl3pPr lvl="2" algn="ctr" rtl="0">
              <a:spcBef>
                <a:spcPts val="0"/>
              </a:spcBef>
              <a:spcAft>
                <a:spcPts val="0"/>
              </a:spcAft>
              <a:buClr>
                <a:schemeClr val="lt2"/>
              </a:buClr>
              <a:buSzPts val="5600"/>
              <a:buNone/>
              <a:defRPr sz="7466">
                <a:solidFill>
                  <a:schemeClr val="lt2"/>
                </a:solidFill>
              </a:defRPr>
            </a:lvl3pPr>
            <a:lvl4pPr lvl="3" algn="ctr" rtl="0">
              <a:spcBef>
                <a:spcPts val="0"/>
              </a:spcBef>
              <a:spcAft>
                <a:spcPts val="0"/>
              </a:spcAft>
              <a:buClr>
                <a:schemeClr val="lt2"/>
              </a:buClr>
              <a:buSzPts val="5600"/>
              <a:buNone/>
              <a:defRPr sz="7466">
                <a:solidFill>
                  <a:schemeClr val="lt2"/>
                </a:solidFill>
              </a:defRPr>
            </a:lvl4pPr>
            <a:lvl5pPr lvl="4" algn="ctr" rtl="0">
              <a:spcBef>
                <a:spcPts val="0"/>
              </a:spcBef>
              <a:spcAft>
                <a:spcPts val="0"/>
              </a:spcAft>
              <a:buClr>
                <a:schemeClr val="lt2"/>
              </a:buClr>
              <a:buSzPts val="5600"/>
              <a:buNone/>
              <a:defRPr sz="7466">
                <a:solidFill>
                  <a:schemeClr val="lt2"/>
                </a:solidFill>
              </a:defRPr>
            </a:lvl5pPr>
            <a:lvl6pPr lvl="5" algn="ctr" rtl="0">
              <a:spcBef>
                <a:spcPts val="0"/>
              </a:spcBef>
              <a:spcAft>
                <a:spcPts val="0"/>
              </a:spcAft>
              <a:buClr>
                <a:schemeClr val="lt2"/>
              </a:buClr>
              <a:buSzPts val="5600"/>
              <a:buNone/>
              <a:defRPr sz="7466">
                <a:solidFill>
                  <a:schemeClr val="lt2"/>
                </a:solidFill>
              </a:defRPr>
            </a:lvl6pPr>
            <a:lvl7pPr lvl="6" algn="ctr" rtl="0">
              <a:spcBef>
                <a:spcPts val="0"/>
              </a:spcBef>
              <a:spcAft>
                <a:spcPts val="0"/>
              </a:spcAft>
              <a:buClr>
                <a:schemeClr val="lt2"/>
              </a:buClr>
              <a:buSzPts val="5600"/>
              <a:buNone/>
              <a:defRPr sz="7466">
                <a:solidFill>
                  <a:schemeClr val="lt2"/>
                </a:solidFill>
              </a:defRPr>
            </a:lvl7pPr>
            <a:lvl8pPr lvl="7" algn="ctr" rtl="0">
              <a:spcBef>
                <a:spcPts val="0"/>
              </a:spcBef>
              <a:spcAft>
                <a:spcPts val="0"/>
              </a:spcAft>
              <a:buClr>
                <a:schemeClr val="lt2"/>
              </a:buClr>
              <a:buSzPts val="5600"/>
              <a:buNone/>
              <a:defRPr sz="7466">
                <a:solidFill>
                  <a:schemeClr val="lt2"/>
                </a:solidFill>
              </a:defRPr>
            </a:lvl8pPr>
            <a:lvl9pPr lvl="8" algn="ctr" rtl="0">
              <a:spcBef>
                <a:spcPts val="0"/>
              </a:spcBef>
              <a:spcAft>
                <a:spcPts val="0"/>
              </a:spcAft>
              <a:buClr>
                <a:schemeClr val="lt2"/>
              </a:buClr>
              <a:buSzPts val="5600"/>
              <a:buNone/>
              <a:defRPr sz="7466">
                <a:solidFill>
                  <a:schemeClr val="lt2"/>
                </a:solidFill>
              </a:defRPr>
            </a:lvl9pPr>
          </a:lstStyle>
          <a:p>
            <a:r>
              <a:t>xx%</a:t>
            </a:r>
          </a:p>
        </p:txBody>
      </p:sp>
      <p:sp>
        <p:nvSpPr>
          <p:cNvPr id="1199" name="Google Shape;1199;p17"/>
          <p:cNvSpPr txBox="1">
            <a:spLocks noGrp="1"/>
          </p:cNvSpPr>
          <p:nvPr>
            <p:ph type="subTitle" idx="5"/>
          </p:nvPr>
        </p:nvSpPr>
        <p:spPr>
          <a:xfrm>
            <a:off x="3224195" y="3718951"/>
            <a:ext cx="5743600" cy="413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897525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200"/>
        <p:cNvGrpSpPr/>
        <p:nvPr/>
      </p:nvGrpSpPr>
      <p:grpSpPr>
        <a:xfrm>
          <a:off x="0" y="0"/>
          <a:ext cx="0" cy="0"/>
          <a:chOff x="0" y="0"/>
          <a:chExt cx="0" cy="0"/>
        </a:xfrm>
      </p:grpSpPr>
      <p:sp>
        <p:nvSpPr>
          <p:cNvPr id="1201" name="Google Shape;1201;p18"/>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202" name="Google Shape;1202;p18"/>
          <p:cNvGrpSpPr/>
          <p:nvPr/>
        </p:nvGrpSpPr>
        <p:grpSpPr>
          <a:xfrm>
            <a:off x="8312239" y="-15482"/>
            <a:ext cx="6905123" cy="6904604"/>
            <a:chOff x="6234179" y="-11612"/>
            <a:chExt cx="5178842" cy="5178453"/>
          </a:xfrm>
        </p:grpSpPr>
        <p:sp>
          <p:nvSpPr>
            <p:cNvPr id="1203" name="Google Shape;1203;p18"/>
            <p:cNvSpPr/>
            <p:nvPr/>
          </p:nvSpPr>
          <p:spPr>
            <a:xfrm rot="8083927">
              <a:off x="7007353" y="731965"/>
              <a:ext cx="3632494" cy="3691299"/>
            </a:xfrm>
            <a:custGeom>
              <a:avLst/>
              <a:gdLst/>
              <a:ahLst/>
              <a:cxnLst/>
              <a:rect l="l" t="t" r="r" b="b"/>
              <a:pathLst>
                <a:path w="65355" h="66413" fill="none" extrusionOk="0">
                  <a:moveTo>
                    <a:pt x="1" y="66412"/>
                  </a:moveTo>
                  <a:lnTo>
                    <a:pt x="37290" y="29123"/>
                  </a:lnTo>
                  <a:lnTo>
                    <a:pt x="45844" y="29123"/>
                  </a:lnTo>
                  <a:lnTo>
                    <a:pt x="58939" y="16048"/>
                  </a:lnTo>
                  <a:lnTo>
                    <a:pt x="58939" y="6436"/>
                  </a:lnTo>
                  <a:lnTo>
                    <a:pt x="65354"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18"/>
            <p:cNvSpPr/>
            <p:nvPr/>
          </p:nvSpPr>
          <p:spPr>
            <a:xfrm rot="8083927">
              <a:off x="7007353" y="731965"/>
              <a:ext cx="3632494" cy="3691299"/>
            </a:xfrm>
            <a:custGeom>
              <a:avLst/>
              <a:gdLst/>
              <a:ahLst/>
              <a:cxnLst/>
              <a:rect l="l" t="t" r="r" b="b"/>
              <a:pathLst>
                <a:path w="65355" h="66413" fill="none" extrusionOk="0">
                  <a:moveTo>
                    <a:pt x="1" y="66412"/>
                  </a:moveTo>
                  <a:lnTo>
                    <a:pt x="37290" y="29123"/>
                  </a:lnTo>
                  <a:lnTo>
                    <a:pt x="45844" y="29123"/>
                  </a:lnTo>
                  <a:lnTo>
                    <a:pt x="58939" y="16048"/>
                  </a:lnTo>
                  <a:lnTo>
                    <a:pt x="58939" y="6436"/>
                  </a:lnTo>
                  <a:lnTo>
                    <a:pt x="65354"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5" name="Google Shape;1205;p18"/>
            <p:cNvSpPr/>
            <p:nvPr/>
          </p:nvSpPr>
          <p:spPr>
            <a:xfrm rot="-5400000">
              <a:off x="8446017" y="223775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6" name="Google Shape;1206;p18"/>
            <p:cNvSpPr/>
            <p:nvPr/>
          </p:nvSpPr>
          <p:spPr>
            <a:xfrm rot="-5400000">
              <a:off x="8446017" y="223775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07" name="Google Shape;1207;p18"/>
          <p:cNvGrpSpPr/>
          <p:nvPr/>
        </p:nvGrpSpPr>
        <p:grpSpPr>
          <a:xfrm rot="10800000">
            <a:off x="-4075133" y="-9387951"/>
            <a:ext cx="5026084" cy="15144076"/>
            <a:chOff x="-2722250" y="-1079764"/>
            <a:chExt cx="3769563" cy="11358057"/>
          </a:xfrm>
        </p:grpSpPr>
        <p:sp>
          <p:nvSpPr>
            <p:cNvPr id="1208" name="Google Shape;1208;p18"/>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9" name="Google Shape;1209;p18"/>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18"/>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18"/>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18"/>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3" name="Google Shape;1213;p18"/>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18"/>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5" name="Google Shape;1215;p18"/>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6" name="Google Shape;1216;p18"/>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18"/>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8" name="Google Shape;1218;p18"/>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9" name="Google Shape;1219;p18"/>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0" name="Google Shape;1220;p18"/>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1" name="Google Shape;1221;p18"/>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22" name="Google Shape;1222;p18"/>
          <p:cNvGrpSpPr/>
          <p:nvPr/>
        </p:nvGrpSpPr>
        <p:grpSpPr>
          <a:xfrm>
            <a:off x="-4816763" y="2913902"/>
            <a:ext cx="5451748" cy="5451748"/>
            <a:chOff x="-3640848" y="2185426"/>
            <a:chExt cx="4088811" cy="4088811"/>
          </a:xfrm>
        </p:grpSpPr>
        <p:sp>
          <p:nvSpPr>
            <p:cNvPr id="1223" name="Google Shape;1223;p18"/>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4" name="Google Shape;1224;p18"/>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8673191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25"/>
        <p:cNvGrpSpPr/>
        <p:nvPr/>
      </p:nvGrpSpPr>
      <p:grpSpPr>
        <a:xfrm>
          <a:off x="0" y="0"/>
          <a:ext cx="0" cy="0"/>
          <a:chOff x="0" y="0"/>
          <a:chExt cx="0" cy="0"/>
        </a:xfrm>
      </p:grpSpPr>
      <p:sp>
        <p:nvSpPr>
          <p:cNvPr id="1226" name="Google Shape;1226;p19"/>
          <p:cNvSpPr txBox="1">
            <a:spLocks noGrp="1"/>
          </p:cNvSpPr>
          <p:nvPr>
            <p:ph type="title"/>
          </p:nvPr>
        </p:nvSpPr>
        <p:spPr>
          <a:xfrm>
            <a:off x="5601849" y="1619600"/>
            <a:ext cx="5629600" cy="1278800"/>
          </a:xfrm>
          <a:prstGeom prst="rect">
            <a:avLst/>
          </a:prstGeom>
        </p:spPr>
        <p:txBody>
          <a:bodyPr spcFirstLastPara="1" wrap="square" lIns="91425" tIns="91425" rIns="91425" bIns="91425" anchor="t" anchorCtr="0">
            <a:noAutofit/>
          </a:bodyPr>
          <a:lstStyle>
            <a:lvl1pPr lvl="0" rtl="0">
              <a:spcBef>
                <a:spcPts val="0"/>
              </a:spcBef>
              <a:spcAft>
                <a:spcPts val="0"/>
              </a:spcAft>
              <a:buSzPts val="7000"/>
              <a:buNone/>
              <a:defRPr sz="9333"/>
            </a:lvl1pPr>
            <a:lvl2pPr lvl="1" rtl="0">
              <a:spcBef>
                <a:spcPts val="0"/>
              </a:spcBef>
              <a:spcAft>
                <a:spcPts val="0"/>
              </a:spcAft>
              <a:buSzPts val="7000"/>
              <a:buNone/>
              <a:defRPr sz="9333"/>
            </a:lvl2pPr>
            <a:lvl3pPr lvl="2" rtl="0">
              <a:spcBef>
                <a:spcPts val="0"/>
              </a:spcBef>
              <a:spcAft>
                <a:spcPts val="0"/>
              </a:spcAft>
              <a:buSzPts val="7000"/>
              <a:buNone/>
              <a:defRPr sz="9333"/>
            </a:lvl3pPr>
            <a:lvl4pPr lvl="3" rtl="0">
              <a:spcBef>
                <a:spcPts val="0"/>
              </a:spcBef>
              <a:spcAft>
                <a:spcPts val="0"/>
              </a:spcAft>
              <a:buSzPts val="7000"/>
              <a:buNone/>
              <a:defRPr sz="9333"/>
            </a:lvl4pPr>
            <a:lvl5pPr lvl="4" rtl="0">
              <a:spcBef>
                <a:spcPts val="0"/>
              </a:spcBef>
              <a:spcAft>
                <a:spcPts val="0"/>
              </a:spcAft>
              <a:buSzPts val="7000"/>
              <a:buNone/>
              <a:defRPr sz="9333"/>
            </a:lvl5pPr>
            <a:lvl6pPr lvl="5" rtl="0">
              <a:spcBef>
                <a:spcPts val="0"/>
              </a:spcBef>
              <a:spcAft>
                <a:spcPts val="0"/>
              </a:spcAft>
              <a:buSzPts val="7000"/>
              <a:buNone/>
              <a:defRPr sz="9333"/>
            </a:lvl6pPr>
            <a:lvl7pPr lvl="6" rtl="0">
              <a:spcBef>
                <a:spcPts val="0"/>
              </a:spcBef>
              <a:spcAft>
                <a:spcPts val="0"/>
              </a:spcAft>
              <a:buSzPts val="7000"/>
              <a:buNone/>
              <a:defRPr sz="9333"/>
            </a:lvl7pPr>
            <a:lvl8pPr lvl="7" rtl="0">
              <a:spcBef>
                <a:spcPts val="0"/>
              </a:spcBef>
              <a:spcAft>
                <a:spcPts val="0"/>
              </a:spcAft>
              <a:buSzPts val="7000"/>
              <a:buNone/>
              <a:defRPr sz="9333"/>
            </a:lvl8pPr>
            <a:lvl9pPr lvl="8" rtl="0">
              <a:spcBef>
                <a:spcPts val="0"/>
              </a:spcBef>
              <a:spcAft>
                <a:spcPts val="0"/>
              </a:spcAft>
              <a:buSzPts val="7000"/>
              <a:buNone/>
              <a:defRPr sz="9333"/>
            </a:lvl9pPr>
          </a:lstStyle>
          <a:p>
            <a:endParaRPr/>
          </a:p>
        </p:txBody>
      </p:sp>
      <p:sp>
        <p:nvSpPr>
          <p:cNvPr id="1227" name="Google Shape;1227;p19"/>
          <p:cNvSpPr txBox="1">
            <a:spLocks noGrp="1"/>
          </p:cNvSpPr>
          <p:nvPr>
            <p:ph type="subTitle" idx="1"/>
          </p:nvPr>
        </p:nvSpPr>
        <p:spPr>
          <a:xfrm>
            <a:off x="5601849" y="3786767"/>
            <a:ext cx="5629600" cy="138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700"/>
              <a:buNone/>
              <a:defRPr sz="2267"/>
            </a:lvl1pPr>
            <a:lvl2pPr lvl="1" algn="ctr" rtl="0">
              <a:lnSpc>
                <a:spcPct val="100000"/>
              </a:lnSpc>
              <a:spcBef>
                <a:spcPts val="0"/>
              </a:spcBef>
              <a:spcAft>
                <a:spcPts val="0"/>
              </a:spcAft>
              <a:buSzPts val="1700"/>
              <a:buNone/>
              <a:defRPr sz="2267"/>
            </a:lvl2pPr>
            <a:lvl3pPr lvl="2" algn="ctr" rtl="0">
              <a:lnSpc>
                <a:spcPct val="100000"/>
              </a:lnSpc>
              <a:spcBef>
                <a:spcPts val="0"/>
              </a:spcBef>
              <a:spcAft>
                <a:spcPts val="0"/>
              </a:spcAft>
              <a:buSzPts val="1700"/>
              <a:buNone/>
              <a:defRPr sz="2267"/>
            </a:lvl3pPr>
            <a:lvl4pPr lvl="3" algn="ctr" rtl="0">
              <a:lnSpc>
                <a:spcPct val="100000"/>
              </a:lnSpc>
              <a:spcBef>
                <a:spcPts val="0"/>
              </a:spcBef>
              <a:spcAft>
                <a:spcPts val="0"/>
              </a:spcAft>
              <a:buSzPts val="1700"/>
              <a:buNone/>
              <a:defRPr sz="2267"/>
            </a:lvl4pPr>
            <a:lvl5pPr lvl="4" algn="ctr" rtl="0">
              <a:lnSpc>
                <a:spcPct val="100000"/>
              </a:lnSpc>
              <a:spcBef>
                <a:spcPts val="0"/>
              </a:spcBef>
              <a:spcAft>
                <a:spcPts val="0"/>
              </a:spcAft>
              <a:buSzPts val="1700"/>
              <a:buNone/>
              <a:defRPr sz="2267"/>
            </a:lvl5pPr>
            <a:lvl6pPr lvl="5" algn="ctr" rtl="0">
              <a:lnSpc>
                <a:spcPct val="100000"/>
              </a:lnSpc>
              <a:spcBef>
                <a:spcPts val="0"/>
              </a:spcBef>
              <a:spcAft>
                <a:spcPts val="0"/>
              </a:spcAft>
              <a:buSzPts val="1700"/>
              <a:buNone/>
              <a:defRPr sz="2267"/>
            </a:lvl6pPr>
            <a:lvl7pPr lvl="6" algn="ctr" rtl="0">
              <a:lnSpc>
                <a:spcPct val="100000"/>
              </a:lnSpc>
              <a:spcBef>
                <a:spcPts val="0"/>
              </a:spcBef>
              <a:spcAft>
                <a:spcPts val="0"/>
              </a:spcAft>
              <a:buSzPts val="1700"/>
              <a:buNone/>
              <a:defRPr sz="2267"/>
            </a:lvl7pPr>
            <a:lvl8pPr lvl="7" algn="ctr" rtl="0">
              <a:lnSpc>
                <a:spcPct val="100000"/>
              </a:lnSpc>
              <a:spcBef>
                <a:spcPts val="0"/>
              </a:spcBef>
              <a:spcAft>
                <a:spcPts val="0"/>
              </a:spcAft>
              <a:buSzPts val="1700"/>
              <a:buNone/>
              <a:defRPr sz="2267"/>
            </a:lvl8pPr>
            <a:lvl9pPr lvl="8" algn="ctr" rtl="0">
              <a:lnSpc>
                <a:spcPct val="100000"/>
              </a:lnSpc>
              <a:spcBef>
                <a:spcPts val="0"/>
              </a:spcBef>
              <a:spcAft>
                <a:spcPts val="0"/>
              </a:spcAft>
              <a:buSzPts val="1700"/>
              <a:buNone/>
              <a:defRPr sz="2267"/>
            </a:lvl9pPr>
          </a:lstStyle>
          <a:p>
            <a:endParaRPr/>
          </a:p>
        </p:txBody>
      </p:sp>
      <p:grpSp>
        <p:nvGrpSpPr>
          <p:cNvPr id="1228" name="Google Shape;1228;p19"/>
          <p:cNvGrpSpPr/>
          <p:nvPr/>
        </p:nvGrpSpPr>
        <p:grpSpPr>
          <a:xfrm rot="5400000" flipH="1">
            <a:off x="-900900" y="-2563498"/>
            <a:ext cx="5630517" cy="5451748"/>
            <a:chOff x="8129425" y="2555026"/>
            <a:chExt cx="4222888" cy="4088811"/>
          </a:xfrm>
        </p:grpSpPr>
        <p:sp>
          <p:nvSpPr>
            <p:cNvPr id="1229" name="Google Shape;1229;p19"/>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0" name="Google Shape;1230;p19"/>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1" name="Google Shape;1231;p19"/>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2" name="Google Shape;1232;p19"/>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3" name="Google Shape;1233;p19"/>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4" name="Google Shape;1234;p19"/>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5" name="Google Shape;1235;p19"/>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6" name="Google Shape;1236;p19"/>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37" name="Google Shape;1237;p19"/>
          <p:cNvGrpSpPr/>
          <p:nvPr/>
        </p:nvGrpSpPr>
        <p:grpSpPr>
          <a:xfrm>
            <a:off x="-293033" y="5132249"/>
            <a:ext cx="5026084" cy="15144076"/>
            <a:chOff x="-2722250" y="-1079764"/>
            <a:chExt cx="3769563" cy="11358057"/>
          </a:xfrm>
        </p:grpSpPr>
        <p:sp>
          <p:nvSpPr>
            <p:cNvPr id="1238" name="Google Shape;1238;p19"/>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9" name="Google Shape;1239;p19"/>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0" name="Google Shape;1240;p19"/>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19"/>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19"/>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3" name="Google Shape;1243;p19"/>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4" name="Google Shape;1244;p19"/>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5" name="Google Shape;1245;p19"/>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6" name="Google Shape;1246;p19"/>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19"/>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19"/>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19"/>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19"/>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19"/>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2" name="Google Shape;1252;p19"/>
          <p:cNvGrpSpPr/>
          <p:nvPr/>
        </p:nvGrpSpPr>
        <p:grpSpPr>
          <a:xfrm rot="10800000">
            <a:off x="-2087399" y="3968200"/>
            <a:ext cx="3339401" cy="6100401"/>
            <a:chOff x="8430775" y="-2181926"/>
            <a:chExt cx="2504551" cy="4575301"/>
          </a:xfrm>
        </p:grpSpPr>
        <p:sp>
          <p:nvSpPr>
            <p:cNvPr id="1253" name="Google Shape;1253;p19"/>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4" name="Google Shape;1254;p19"/>
            <p:cNvSpPr/>
            <p:nvPr/>
          </p:nvSpPr>
          <p:spPr>
            <a:xfrm>
              <a:off x="8430775" y="2242775"/>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19"/>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19"/>
            <p:cNvSpPr/>
            <p:nvPr/>
          </p:nvSpPr>
          <p:spPr>
            <a:xfrm>
              <a:off x="8430775" y="2242775"/>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7" name="Google Shape;1257;p19"/>
          <p:cNvGrpSpPr/>
          <p:nvPr/>
        </p:nvGrpSpPr>
        <p:grpSpPr>
          <a:xfrm flipH="1">
            <a:off x="-1858599" y="-13626085"/>
            <a:ext cx="5026084" cy="15144076"/>
            <a:chOff x="-2722250" y="-1079764"/>
            <a:chExt cx="3769563" cy="11358057"/>
          </a:xfrm>
        </p:grpSpPr>
        <p:sp>
          <p:nvSpPr>
            <p:cNvPr id="1258" name="Google Shape;1258;p19"/>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19"/>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19"/>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1" name="Google Shape;1261;p19"/>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2" name="Google Shape;1262;p19"/>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3" name="Google Shape;1263;p19"/>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4" name="Google Shape;1264;p19"/>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19"/>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19"/>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19"/>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19"/>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9" name="Google Shape;1269;p19"/>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0" name="Google Shape;1270;p19"/>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1" name="Google Shape;1271;p19"/>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4494421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272"/>
        <p:cNvGrpSpPr/>
        <p:nvPr/>
      </p:nvGrpSpPr>
      <p:grpSpPr>
        <a:xfrm>
          <a:off x="0" y="0"/>
          <a:ext cx="0" cy="0"/>
          <a:chOff x="0" y="0"/>
          <a:chExt cx="0" cy="0"/>
        </a:xfrm>
      </p:grpSpPr>
      <p:sp>
        <p:nvSpPr>
          <p:cNvPr id="1273" name="Google Shape;1273;p20"/>
          <p:cNvSpPr txBox="1">
            <a:spLocks noGrp="1"/>
          </p:cNvSpPr>
          <p:nvPr>
            <p:ph type="title"/>
          </p:nvPr>
        </p:nvSpPr>
        <p:spPr>
          <a:xfrm>
            <a:off x="1154167" y="1046300"/>
            <a:ext cx="4649600" cy="2603600"/>
          </a:xfrm>
          <a:prstGeom prst="rect">
            <a:avLst/>
          </a:prstGeom>
        </p:spPr>
        <p:txBody>
          <a:bodyPr spcFirstLastPara="1" wrap="square" lIns="91425" tIns="91425" rIns="91425" bIns="91425" anchor="t" anchorCtr="0">
            <a:noAutofit/>
          </a:bodyPr>
          <a:lstStyle>
            <a:lvl1pPr lvl="0" algn="l" rtl="0">
              <a:lnSpc>
                <a:spcPct val="90000"/>
              </a:lnSpc>
              <a:spcBef>
                <a:spcPts val="0"/>
              </a:spcBef>
              <a:spcAft>
                <a:spcPts val="0"/>
              </a:spcAft>
              <a:buSzPts val="3300"/>
              <a:buNone/>
              <a:defRPr/>
            </a:lvl1pPr>
            <a:lvl2pPr lvl="1" algn="l" rtl="0">
              <a:lnSpc>
                <a:spcPct val="90000"/>
              </a:lnSpc>
              <a:spcBef>
                <a:spcPts val="0"/>
              </a:spcBef>
              <a:spcAft>
                <a:spcPts val="0"/>
              </a:spcAft>
              <a:buSzPts val="3300"/>
              <a:buNone/>
              <a:defRPr/>
            </a:lvl2pPr>
            <a:lvl3pPr lvl="2" algn="l" rtl="0">
              <a:lnSpc>
                <a:spcPct val="90000"/>
              </a:lnSpc>
              <a:spcBef>
                <a:spcPts val="0"/>
              </a:spcBef>
              <a:spcAft>
                <a:spcPts val="0"/>
              </a:spcAft>
              <a:buSzPts val="3300"/>
              <a:buNone/>
              <a:defRPr/>
            </a:lvl3pPr>
            <a:lvl4pPr lvl="3" algn="l" rtl="0">
              <a:lnSpc>
                <a:spcPct val="90000"/>
              </a:lnSpc>
              <a:spcBef>
                <a:spcPts val="0"/>
              </a:spcBef>
              <a:spcAft>
                <a:spcPts val="0"/>
              </a:spcAft>
              <a:buSzPts val="3300"/>
              <a:buNone/>
              <a:defRPr/>
            </a:lvl4pPr>
            <a:lvl5pPr lvl="4" algn="l" rtl="0">
              <a:lnSpc>
                <a:spcPct val="90000"/>
              </a:lnSpc>
              <a:spcBef>
                <a:spcPts val="0"/>
              </a:spcBef>
              <a:spcAft>
                <a:spcPts val="0"/>
              </a:spcAft>
              <a:buSzPts val="3300"/>
              <a:buNone/>
              <a:defRPr/>
            </a:lvl5pPr>
            <a:lvl6pPr lvl="5" algn="l" rtl="0">
              <a:lnSpc>
                <a:spcPct val="90000"/>
              </a:lnSpc>
              <a:spcBef>
                <a:spcPts val="0"/>
              </a:spcBef>
              <a:spcAft>
                <a:spcPts val="0"/>
              </a:spcAft>
              <a:buSzPts val="3300"/>
              <a:buNone/>
              <a:defRPr/>
            </a:lvl6pPr>
            <a:lvl7pPr lvl="6" algn="l" rtl="0">
              <a:lnSpc>
                <a:spcPct val="90000"/>
              </a:lnSpc>
              <a:spcBef>
                <a:spcPts val="0"/>
              </a:spcBef>
              <a:spcAft>
                <a:spcPts val="0"/>
              </a:spcAft>
              <a:buSzPts val="3300"/>
              <a:buNone/>
              <a:defRPr/>
            </a:lvl7pPr>
            <a:lvl8pPr lvl="7" algn="l" rtl="0">
              <a:lnSpc>
                <a:spcPct val="90000"/>
              </a:lnSpc>
              <a:spcBef>
                <a:spcPts val="0"/>
              </a:spcBef>
              <a:spcAft>
                <a:spcPts val="0"/>
              </a:spcAft>
              <a:buSzPts val="3300"/>
              <a:buNone/>
              <a:defRPr/>
            </a:lvl8pPr>
            <a:lvl9pPr lvl="8" algn="l" rtl="0">
              <a:lnSpc>
                <a:spcPct val="90000"/>
              </a:lnSpc>
              <a:spcBef>
                <a:spcPts val="0"/>
              </a:spcBef>
              <a:spcAft>
                <a:spcPts val="0"/>
              </a:spcAft>
              <a:buSzPts val="3300"/>
              <a:buNone/>
              <a:defRPr/>
            </a:lvl9pPr>
          </a:lstStyle>
          <a:p>
            <a:endParaRPr/>
          </a:p>
        </p:txBody>
      </p:sp>
      <p:grpSp>
        <p:nvGrpSpPr>
          <p:cNvPr id="1274" name="Google Shape;1274;p20"/>
          <p:cNvGrpSpPr/>
          <p:nvPr/>
        </p:nvGrpSpPr>
        <p:grpSpPr>
          <a:xfrm>
            <a:off x="-1286227" y="-1575484"/>
            <a:ext cx="4028963" cy="4195035"/>
            <a:chOff x="-1081045" y="-1072813"/>
            <a:chExt cx="3021722" cy="3146276"/>
          </a:xfrm>
        </p:grpSpPr>
        <p:sp>
          <p:nvSpPr>
            <p:cNvPr id="1275" name="Google Shape;1275;p20"/>
            <p:cNvSpPr/>
            <p:nvPr/>
          </p:nvSpPr>
          <p:spPr>
            <a:xfrm rot="8083927">
              <a:off x="-160775" y="-609433"/>
              <a:ext cx="881792" cy="881848"/>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6" name="Google Shape;1276;p20"/>
            <p:cNvSpPr/>
            <p:nvPr/>
          </p:nvSpPr>
          <p:spPr>
            <a:xfrm rot="8083927">
              <a:off x="-748556" y="-51985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7" name="Google Shape;1277;p20"/>
            <p:cNvSpPr/>
            <p:nvPr/>
          </p:nvSpPr>
          <p:spPr>
            <a:xfrm>
              <a:off x="204813" y="1922863"/>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8" name="Google Shape;1278;p20"/>
            <p:cNvSpPr/>
            <p:nvPr/>
          </p:nvSpPr>
          <p:spPr>
            <a:xfrm>
              <a:off x="227276" y="438150"/>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9" name="Google Shape;1279;p20"/>
            <p:cNvSpPr/>
            <p:nvPr/>
          </p:nvSpPr>
          <p:spPr>
            <a:xfrm rot="8083927">
              <a:off x="-160775" y="-609433"/>
              <a:ext cx="881792" cy="881848"/>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0" name="Google Shape;1280;p20"/>
            <p:cNvSpPr/>
            <p:nvPr/>
          </p:nvSpPr>
          <p:spPr>
            <a:xfrm>
              <a:off x="227276" y="438150"/>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1" name="Google Shape;1281;p20"/>
            <p:cNvSpPr/>
            <p:nvPr/>
          </p:nvSpPr>
          <p:spPr>
            <a:xfrm rot="8083927">
              <a:off x="-748556" y="-51985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2" name="Google Shape;1282;p20"/>
            <p:cNvSpPr/>
            <p:nvPr/>
          </p:nvSpPr>
          <p:spPr>
            <a:xfrm>
              <a:off x="204813" y="1922863"/>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3" name="Google Shape;1283;p20"/>
          <p:cNvGrpSpPr/>
          <p:nvPr/>
        </p:nvGrpSpPr>
        <p:grpSpPr>
          <a:xfrm>
            <a:off x="-3633681" y="6111970"/>
            <a:ext cx="9169311" cy="404797"/>
            <a:chOff x="-2725261" y="4583977"/>
            <a:chExt cx="6876983" cy="303598"/>
          </a:xfrm>
        </p:grpSpPr>
        <p:sp>
          <p:nvSpPr>
            <p:cNvPr id="1284" name="Google Shape;1284;p20"/>
            <p:cNvSpPr/>
            <p:nvPr/>
          </p:nvSpPr>
          <p:spPr>
            <a:xfrm rot="5400000">
              <a:off x="628467" y="123025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5" name="Google Shape;1285;p20"/>
            <p:cNvSpPr/>
            <p:nvPr/>
          </p:nvSpPr>
          <p:spPr>
            <a:xfrm rot="5400000">
              <a:off x="628467" y="123025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6" name="Google Shape;1286;p20"/>
            <p:cNvSpPr/>
            <p:nvPr/>
          </p:nvSpPr>
          <p:spPr>
            <a:xfrm rot="10800000">
              <a:off x="-901276" y="46194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7" name="Google Shape;1287;p20"/>
            <p:cNvSpPr/>
            <p:nvPr/>
          </p:nvSpPr>
          <p:spPr>
            <a:xfrm rot="10800000">
              <a:off x="-901276" y="46194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88" name="Google Shape;1288;p20"/>
          <p:cNvSpPr txBox="1">
            <a:spLocks noGrp="1"/>
          </p:cNvSpPr>
          <p:nvPr>
            <p:ph type="subTitle" idx="1"/>
          </p:nvPr>
        </p:nvSpPr>
        <p:spPr>
          <a:xfrm>
            <a:off x="1154167" y="4136333"/>
            <a:ext cx="4649600" cy="14892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700"/>
              <a:buNone/>
              <a:defRPr sz="2267"/>
            </a:lvl1pPr>
            <a:lvl2pPr lvl="1" rtl="0">
              <a:lnSpc>
                <a:spcPct val="100000"/>
              </a:lnSpc>
              <a:spcBef>
                <a:spcPts val="0"/>
              </a:spcBef>
              <a:spcAft>
                <a:spcPts val="0"/>
              </a:spcAft>
              <a:buSzPts val="1700"/>
              <a:buNone/>
              <a:defRPr sz="2267"/>
            </a:lvl2pPr>
            <a:lvl3pPr lvl="2" rtl="0">
              <a:lnSpc>
                <a:spcPct val="100000"/>
              </a:lnSpc>
              <a:spcBef>
                <a:spcPts val="0"/>
              </a:spcBef>
              <a:spcAft>
                <a:spcPts val="0"/>
              </a:spcAft>
              <a:buSzPts val="1700"/>
              <a:buNone/>
              <a:defRPr sz="2267"/>
            </a:lvl3pPr>
            <a:lvl4pPr lvl="3" rtl="0">
              <a:lnSpc>
                <a:spcPct val="100000"/>
              </a:lnSpc>
              <a:spcBef>
                <a:spcPts val="0"/>
              </a:spcBef>
              <a:spcAft>
                <a:spcPts val="0"/>
              </a:spcAft>
              <a:buSzPts val="1700"/>
              <a:buNone/>
              <a:defRPr sz="2267"/>
            </a:lvl4pPr>
            <a:lvl5pPr lvl="4" rtl="0">
              <a:lnSpc>
                <a:spcPct val="100000"/>
              </a:lnSpc>
              <a:spcBef>
                <a:spcPts val="0"/>
              </a:spcBef>
              <a:spcAft>
                <a:spcPts val="0"/>
              </a:spcAft>
              <a:buSzPts val="1700"/>
              <a:buNone/>
              <a:defRPr sz="2267"/>
            </a:lvl5pPr>
            <a:lvl6pPr lvl="5" rtl="0">
              <a:lnSpc>
                <a:spcPct val="100000"/>
              </a:lnSpc>
              <a:spcBef>
                <a:spcPts val="0"/>
              </a:spcBef>
              <a:spcAft>
                <a:spcPts val="0"/>
              </a:spcAft>
              <a:buSzPts val="1700"/>
              <a:buNone/>
              <a:defRPr sz="2267"/>
            </a:lvl6pPr>
            <a:lvl7pPr lvl="6" rtl="0">
              <a:lnSpc>
                <a:spcPct val="100000"/>
              </a:lnSpc>
              <a:spcBef>
                <a:spcPts val="0"/>
              </a:spcBef>
              <a:spcAft>
                <a:spcPts val="0"/>
              </a:spcAft>
              <a:buSzPts val="1700"/>
              <a:buNone/>
              <a:defRPr sz="2267"/>
            </a:lvl7pPr>
            <a:lvl8pPr lvl="7" rtl="0">
              <a:lnSpc>
                <a:spcPct val="100000"/>
              </a:lnSpc>
              <a:spcBef>
                <a:spcPts val="0"/>
              </a:spcBef>
              <a:spcAft>
                <a:spcPts val="0"/>
              </a:spcAft>
              <a:buSzPts val="1700"/>
              <a:buNone/>
              <a:defRPr sz="2267"/>
            </a:lvl8pPr>
            <a:lvl9pPr lvl="8" rtl="0">
              <a:lnSpc>
                <a:spcPct val="100000"/>
              </a:lnSpc>
              <a:spcBef>
                <a:spcPts val="0"/>
              </a:spcBef>
              <a:spcAft>
                <a:spcPts val="0"/>
              </a:spcAft>
              <a:buSzPts val="1700"/>
              <a:buNone/>
              <a:defRPr sz="2267"/>
            </a:lvl9pPr>
          </a:lstStyle>
          <a:p>
            <a:endParaRPr/>
          </a:p>
        </p:txBody>
      </p:sp>
    </p:spTree>
    <p:extLst>
      <p:ext uri="{BB962C8B-B14F-4D97-AF65-F5344CB8AC3E}">
        <p14:creationId xmlns:p14="http://schemas.microsoft.com/office/powerpoint/2010/main" val="27595112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289"/>
        <p:cNvGrpSpPr/>
        <p:nvPr/>
      </p:nvGrpSpPr>
      <p:grpSpPr>
        <a:xfrm>
          <a:off x="0" y="0"/>
          <a:ext cx="0" cy="0"/>
          <a:chOff x="0" y="0"/>
          <a:chExt cx="0" cy="0"/>
        </a:xfrm>
      </p:grpSpPr>
      <p:sp>
        <p:nvSpPr>
          <p:cNvPr id="1290" name="Google Shape;1290;p21"/>
          <p:cNvSpPr txBox="1">
            <a:spLocks noGrp="1"/>
          </p:cNvSpPr>
          <p:nvPr>
            <p:ph type="title"/>
          </p:nvPr>
        </p:nvSpPr>
        <p:spPr>
          <a:xfrm>
            <a:off x="5212433" y="1777000"/>
            <a:ext cx="5152800" cy="6376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383" name="Google Shape;1383;p21"/>
          <p:cNvSpPr txBox="1">
            <a:spLocks noGrp="1"/>
          </p:cNvSpPr>
          <p:nvPr>
            <p:ph type="subTitle" idx="1"/>
          </p:nvPr>
        </p:nvSpPr>
        <p:spPr>
          <a:xfrm>
            <a:off x="5543433" y="3097733"/>
            <a:ext cx="4490800" cy="1573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320936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384"/>
        <p:cNvGrpSpPr/>
        <p:nvPr/>
      </p:nvGrpSpPr>
      <p:grpSpPr>
        <a:xfrm>
          <a:off x="0" y="0"/>
          <a:ext cx="0" cy="0"/>
          <a:chOff x="0" y="0"/>
          <a:chExt cx="0" cy="0"/>
        </a:xfrm>
      </p:grpSpPr>
      <p:grpSp>
        <p:nvGrpSpPr>
          <p:cNvPr id="1385" name="Google Shape;1385;p22"/>
          <p:cNvGrpSpPr/>
          <p:nvPr/>
        </p:nvGrpSpPr>
        <p:grpSpPr>
          <a:xfrm>
            <a:off x="-2962697" y="-7978405"/>
            <a:ext cx="5026084" cy="14964919"/>
            <a:chOff x="-2316848" y="-5983804"/>
            <a:chExt cx="3769563" cy="11223689"/>
          </a:xfrm>
        </p:grpSpPr>
        <p:sp>
          <p:nvSpPr>
            <p:cNvPr id="1386" name="Google Shape;1386;p22"/>
            <p:cNvSpPr/>
            <p:nvPr/>
          </p:nvSpPr>
          <p:spPr>
            <a:xfrm rot="5400000">
              <a:off x="-6067251" y="-214600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22"/>
            <p:cNvSpPr/>
            <p:nvPr/>
          </p:nvSpPr>
          <p:spPr>
            <a:xfrm rot="5400000">
              <a:off x="-2316848" y="541641"/>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22"/>
            <p:cNvSpPr/>
            <p:nvPr/>
          </p:nvSpPr>
          <p:spPr>
            <a:xfrm rot="5400000">
              <a:off x="-3459352" y="-1662800"/>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9" name="Google Shape;1389;p22"/>
            <p:cNvSpPr/>
            <p:nvPr/>
          </p:nvSpPr>
          <p:spPr>
            <a:xfrm rot="5400000">
              <a:off x="-6067251" y="-214600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0" name="Google Shape;1390;p22"/>
            <p:cNvSpPr/>
            <p:nvPr/>
          </p:nvSpPr>
          <p:spPr>
            <a:xfrm rot="5400000">
              <a:off x="-2316848" y="541641"/>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1" name="Google Shape;1391;p22"/>
            <p:cNvSpPr/>
            <p:nvPr/>
          </p:nvSpPr>
          <p:spPr>
            <a:xfrm rot="5400000">
              <a:off x="-3459352" y="-1662800"/>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2" name="Google Shape;1392;p22"/>
            <p:cNvSpPr/>
            <p:nvPr/>
          </p:nvSpPr>
          <p:spPr>
            <a:xfrm rot="5400000">
              <a:off x="-1123983" y="485592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3" name="Google Shape;1393;p22"/>
            <p:cNvSpPr/>
            <p:nvPr/>
          </p:nvSpPr>
          <p:spPr>
            <a:xfrm rot="5400000">
              <a:off x="1184556" y="26356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4" name="Google Shape;1394;p22"/>
            <p:cNvSpPr/>
            <p:nvPr/>
          </p:nvSpPr>
          <p:spPr>
            <a:xfrm rot="5400000">
              <a:off x="40365" y="-4197312"/>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395;p22"/>
            <p:cNvSpPr/>
            <p:nvPr/>
          </p:nvSpPr>
          <p:spPr>
            <a:xfrm rot="5400000">
              <a:off x="40365" y="-4197312"/>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396;p22"/>
            <p:cNvSpPr/>
            <p:nvPr/>
          </p:nvSpPr>
          <p:spPr>
            <a:xfrm rot="5400000">
              <a:off x="1184556" y="26356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7" name="Google Shape;1397;p22"/>
            <p:cNvSpPr/>
            <p:nvPr/>
          </p:nvSpPr>
          <p:spPr>
            <a:xfrm rot="5400000">
              <a:off x="-1123983" y="485592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398" name="Google Shape;1398;p22"/>
          <p:cNvCxnSpPr/>
          <p:nvPr/>
        </p:nvCxnSpPr>
        <p:spPr>
          <a:xfrm rot="10800000">
            <a:off x="11813400" y="4220000"/>
            <a:ext cx="0" cy="306720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grpSp>
        <p:nvGrpSpPr>
          <p:cNvPr id="1399" name="Google Shape;1399;p22"/>
          <p:cNvGrpSpPr/>
          <p:nvPr/>
        </p:nvGrpSpPr>
        <p:grpSpPr>
          <a:xfrm rot="10800000" flipH="1">
            <a:off x="11455700" y="-1603781"/>
            <a:ext cx="5630517" cy="5451748"/>
            <a:chOff x="8129425" y="2555026"/>
            <a:chExt cx="4222888" cy="4088811"/>
          </a:xfrm>
        </p:grpSpPr>
        <p:sp>
          <p:nvSpPr>
            <p:cNvPr id="1400" name="Google Shape;1400;p22"/>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1" name="Google Shape;1401;p22"/>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2" name="Google Shape;1402;p22"/>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403;p22"/>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404;p22"/>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405;p22"/>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6" name="Google Shape;1406;p22"/>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7" name="Google Shape;1407;p22"/>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408" name="Google Shape;1408;p22"/>
          <p:cNvCxnSpPr/>
          <p:nvPr/>
        </p:nvCxnSpPr>
        <p:spPr>
          <a:xfrm rot="10800000">
            <a:off x="11813400" y="4220000"/>
            <a:ext cx="0" cy="306720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grpSp>
        <p:nvGrpSpPr>
          <p:cNvPr id="1409" name="Google Shape;1409;p22"/>
          <p:cNvGrpSpPr/>
          <p:nvPr/>
        </p:nvGrpSpPr>
        <p:grpSpPr>
          <a:xfrm>
            <a:off x="10937267" y="2644285"/>
            <a:ext cx="317252" cy="4297983"/>
            <a:chOff x="8202950" y="1983213"/>
            <a:chExt cx="237939" cy="3223487"/>
          </a:xfrm>
        </p:grpSpPr>
        <p:sp>
          <p:nvSpPr>
            <p:cNvPr id="1410" name="Google Shape;1410;p22"/>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411" name="Google Shape;1411;p22"/>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2" name="Google Shape;1412;p22"/>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413" name="Google Shape;1413;p22"/>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14" name="Google Shape;1414;p22"/>
          <p:cNvGrpSpPr/>
          <p:nvPr/>
        </p:nvGrpSpPr>
        <p:grpSpPr>
          <a:xfrm>
            <a:off x="10272153" y="-129483"/>
            <a:ext cx="348081" cy="5217688"/>
            <a:chOff x="7704114" y="-97112"/>
            <a:chExt cx="261061" cy="3913266"/>
          </a:xfrm>
        </p:grpSpPr>
        <p:sp>
          <p:nvSpPr>
            <p:cNvPr id="1415" name="Google Shape;1415;p22"/>
            <p:cNvSpPr/>
            <p:nvPr/>
          </p:nvSpPr>
          <p:spPr>
            <a:xfrm>
              <a:off x="7779425" y="-97112"/>
              <a:ext cx="185750" cy="3804950"/>
            </a:xfrm>
            <a:custGeom>
              <a:avLst/>
              <a:gdLst/>
              <a:ahLst/>
              <a:cxnLst/>
              <a:rect l="l" t="t" r="r" b="b"/>
              <a:pathLst>
                <a:path w="7430" h="152198" extrusionOk="0">
                  <a:moveTo>
                    <a:pt x="7366" y="0"/>
                  </a:moveTo>
                  <a:lnTo>
                    <a:pt x="7430" y="96755"/>
                  </a:lnTo>
                  <a:lnTo>
                    <a:pt x="0" y="107019"/>
                  </a:lnTo>
                  <a:lnTo>
                    <a:pt x="8" y="152198"/>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416" name="Google Shape;1416;p22"/>
            <p:cNvSpPr/>
            <p:nvPr/>
          </p:nvSpPr>
          <p:spPr>
            <a:xfrm>
              <a:off x="7704114" y="3665554"/>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7" name="Google Shape;1417;p22"/>
            <p:cNvSpPr/>
            <p:nvPr/>
          </p:nvSpPr>
          <p:spPr>
            <a:xfrm>
              <a:off x="7779425" y="-97112"/>
              <a:ext cx="185750" cy="3804950"/>
            </a:xfrm>
            <a:custGeom>
              <a:avLst/>
              <a:gdLst/>
              <a:ahLst/>
              <a:cxnLst/>
              <a:rect l="l" t="t" r="r" b="b"/>
              <a:pathLst>
                <a:path w="7430" h="152198" extrusionOk="0">
                  <a:moveTo>
                    <a:pt x="7366" y="0"/>
                  </a:moveTo>
                  <a:lnTo>
                    <a:pt x="7430" y="96755"/>
                  </a:lnTo>
                  <a:lnTo>
                    <a:pt x="0" y="107019"/>
                  </a:lnTo>
                  <a:lnTo>
                    <a:pt x="8" y="152198"/>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418" name="Google Shape;1418;p22"/>
            <p:cNvSpPr/>
            <p:nvPr/>
          </p:nvSpPr>
          <p:spPr>
            <a:xfrm>
              <a:off x="7704114" y="3665554"/>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19" name="Google Shape;1419;p22"/>
          <p:cNvGrpSpPr/>
          <p:nvPr/>
        </p:nvGrpSpPr>
        <p:grpSpPr>
          <a:xfrm rot="-5400000" flipH="1">
            <a:off x="-1300967" y="6005169"/>
            <a:ext cx="5630517" cy="5451748"/>
            <a:chOff x="8129425" y="2555026"/>
            <a:chExt cx="4222888" cy="4088811"/>
          </a:xfrm>
        </p:grpSpPr>
        <p:sp>
          <p:nvSpPr>
            <p:cNvPr id="1420" name="Google Shape;1420;p22"/>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1" name="Google Shape;1421;p22"/>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2" name="Google Shape;1422;p22"/>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3" name="Google Shape;1423;p22"/>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4" name="Google Shape;1424;p22"/>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5" name="Google Shape;1425;p22"/>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6" name="Google Shape;1426;p22"/>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7" name="Google Shape;1427;p22"/>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28" name="Google Shape;1428;p22"/>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429" name="Google Shape;1429;p22"/>
          <p:cNvSpPr txBox="1">
            <a:spLocks noGrp="1"/>
          </p:cNvSpPr>
          <p:nvPr>
            <p:ph type="body" idx="1"/>
          </p:nvPr>
        </p:nvSpPr>
        <p:spPr>
          <a:xfrm>
            <a:off x="3158200" y="2173233"/>
            <a:ext cx="5493600" cy="29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Tree>
    <p:extLst>
      <p:ext uri="{BB962C8B-B14F-4D97-AF65-F5344CB8AC3E}">
        <p14:creationId xmlns:p14="http://schemas.microsoft.com/office/powerpoint/2010/main" val="10085003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430"/>
        <p:cNvGrpSpPr/>
        <p:nvPr/>
      </p:nvGrpSpPr>
      <p:grpSpPr>
        <a:xfrm>
          <a:off x="0" y="0"/>
          <a:ext cx="0" cy="0"/>
          <a:chOff x="0" y="0"/>
          <a:chExt cx="0" cy="0"/>
        </a:xfrm>
      </p:grpSpPr>
      <p:sp>
        <p:nvSpPr>
          <p:cNvPr id="1431" name="Google Shape;1431;p23"/>
          <p:cNvSpPr txBox="1">
            <a:spLocks noGrp="1"/>
          </p:cNvSpPr>
          <p:nvPr>
            <p:ph type="title"/>
          </p:nvPr>
        </p:nvSpPr>
        <p:spPr>
          <a:xfrm>
            <a:off x="6424100" y="1734351"/>
            <a:ext cx="4215600" cy="1599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432" name="Google Shape;1432;p23"/>
          <p:cNvSpPr txBox="1">
            <a:spLocks noGrp="1"/>
          </p:cNvSpPr>
          <p:nvPr>
            <p:ph type="subTitle" idx="1"/>
          </p:nvPr>
        </p:nvSpPr>
        <p:spPr>
          <a:xfrm>
            <a:off x="6424100" y="3397400"/>
            <a:ext cx="4215600" cy="1599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700"/>
              <a:buNone/>
              <a:defRPr sz="2267"/>
            </a:lvl1pPr>
            <a:lvl2pPr lvl="1" algn="ctr" rtl="0">
              <a:lnSpc>
                <a:spcPct val="100000"/>
              </a:lnSpc>
              <a:spcBef>
                <a:spcPts val="0"/>
              </a:spcBef>
              <a:spcAft>
                <a:spcPts val="0"/>
              </a:spcAft>
              <a:buSzPts val="1700"/>
              <a:buNone/>
              <a:defRPr sz="2267"/>
            </a:lvl2pPr>
            <a:lvl3pPr lvl="2" algn="ctr" rtl="0">
              <a:lnSpc>
                <a:spcPct val="100000"/>
              </a:lnSpc>
              <a:spcBef>
                <a:spcPts val="0"/>
              </a:spcBef>
              <a:spcAft>
                <a:spcPts val="0"/>
              </a:spcAft>
              <a:buSzPts val="1700"/>
              <a:buNone/>
              <a:defRPr sz="2267"/>
            </a:lvl3pPr>
            <a:lvl4pPr lvl="3" algn="ctr" rtl="0">
              <a:lnSpc>
                <a:spcPct val="100000"/>
              </a:lnSpc>
              <a:spcBef>
                <a:spcPts val="0"/>
              </a:spcBef>
              <a:spcAft>
                <a:spcPts val="0"/>
              </a:spcAft>
              <a:buSzPts val="1700"/>
              <a:buNone/>
              <a:defRPr sz="2267"/>
            </a:lvl4pPr>
            <a:lvl5pPr lvl="4" algn="ctr" rtl="0">
              <a:lnSpc>
                <a:spcPct val="100000"/>
              </a:lnSpc>
              <a:spcBef>
                <a:spcPts val="0"/>
              </a:spcBef>
              <a:spcAft>
                <a:spcPts val="0"/>
              </a:spcAft>
              <a:buSzPts val="1700"/>
              <a:buNone/>
              <a:defRPr sz="2267"/>
            </a:lvl5pPr>
            <a:lvl6pPr lvl="5" algn="ctr" rtl="0">
              <a:lnSpc>
                <a:spcPct val="100000"/>
              </a:lnSpc>
              <a:spcBef>
                <a:spcPts val="0"/>
              </a:spcBef>
              <a:spcAft>
                <a:spcPts val="0"/>
              </a:spcAft>
              <a:buSzPts val="1700"/>
              <a:buNone/>
              <a:defRPr sz="2267"/>
            </a:lvl6pPr>
            <a:lvl7pPr lvl="6" algn="ctr" rtl="0">
              <a:lnSpc>
                <a:spcPct val="100000"/>
              </a:lnSpc>
              <a:spcBef>
                <a:spcPts val="0"/>
              </a:spcBef>
              <a:spcAft>
                <a:spcPts val="0"/>
              </a:spcAft>
              <a:buSzPts val="1700"/>
              <a:buNone/>
              <a:defRPr sz="2267"/>
            </a:lvl7pPr>
            <a:lvl8pPr lvl="7" algn="ctr" rtl="0">
              <a:lnSpc>
                <a:spcPct val="100000"/>
              </a:lnSpc>
              <a:spcBef>
                <a:spcPts val="0"/>
              </a:spcBef>
              <a:spcAft>
                <a:spcPts val="0"/>
              </a:spcAft>
              <a:buSzPts val="1700"/>
              <a:buNone/>
              <a:defRPr sz="2267"/>
            </a:lvl8pPr>
            <a:lvl9pPr lvl="8" algn="ctr" rtl="0">
              <a:lnSpc>
                <a:spcPct val="100000"/>
              </a:lnSpc>
              <a:spcBef>
                <a:spcPts val="0"/>
              </a:spcBef>
              <a:spcAft>
                <a:spcPts val="0"/>
              </a:spcAft>
              <a:buSzPts val="1700"/>
              <a:buNone/>
              <a:defRPr sz="2267"/>
            </a:lvl9pPr>
          </a:lstStyle>
          <a:p>
            <a:endParaRPr/>
          </a:p>
        </p:txBody>
      </p:sp>
      <p:grpSp>
        <p:nvGrpSpPr>
          <p:cNvPr id="1433" name="Google Shape;1433;p23"/>
          <p:cNvGrpSpPr/>
          <p:nvPr/>
        </p:nvGrpSpPr>
        <p:grpSpPr>
          <a:xfrm flipH="1">
            <a:off x="11429167" y="-3131469"/>
            <a:ext cx="5026084" cy="15144076"/>
            <a:chOff x="-2722250" y="-1079764"/>
            <a:chExt cx="3769563" cy="11358057"/>
          </a:xfrm>
        </p:grpSpPr>
        <p:sp>
          <p:nvSpPr>
            <p:cNvPr id="1434" name="Google Shape;1434;p23"/>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23"/>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23"/>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23"/>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8" name="Google Shape;1438;p23"/>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9" name="Google Shape;1439;p23"/>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0" name="Google Shape;1440;p23"/>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23"/>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2" name="Google Shape;1442;p23"/>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3" name="Google Shape;1443;p23"/>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4" name="Google Shape;1444;p23"/>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5" name="Google Shape;1445;p23"/>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6" name="Google Shape;1446;p23"/>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7" name="Google Shape;1447;p23"/>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48" name="Google Shape;1448;p23"/>
          <p:cNvGrpSpPr/>
          <p:nvPr/>
        </p:nvGrpSpPr>
        <p:grpSpPr>
          <a:xfrm rot="5400000">
            <a:off x="-1864293" y="5981902"/>
            <a:ext cx="5630517" cy="5451748"/>
            <a:chOff x="8129425" y="2555026"/>
            <a:chExt cx="4222888" cy="4088811"/>
          </a:xfrm>
        </p:grpSpPr>
        <p:sp>
          <p:nvSpPr>
            <p:cNvPr id="1449" name="Google Shape;1449;p23"/>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23"/>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1" name="Google Shape;1451;p23"/>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2" name="Google Shape;1452;p23"/>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23"/>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4" name="Google Shape;1454;p23"/>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5" name="Google Shape;1455;p23"/>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6" name="Google Shape;1456;p23"/>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57" name="Google Shape;1457;p23"/>
          <p:cNvGrpSpPr/>
          <p:nvPr/>
        </p:nvGrpSpPr>
        <p:grpSpPr>
          <a:xfrm rot="-5400000" flipH="1">
            <a:off x="-1691863" y="-1170318"/>
            <a:ext cx="4028963" cy="4195035"/>
            <a:chOff x="7186293" y="-290625"/>
            <a:chExt cx="3021722" cy="3146276"/>
          </a:xfrm>
        </p:grpSpPr>
        <p:sp>
          <p:nvSpPr>
            <p:cNvPr id="1458" name="Google Shape;1458;p23"/>
            <p:cNvSpPr/>
            <p:nvPr/>
          </p:nvSpPr>
          <p:spPr>
            <a:xfrm rot="8083927">
              <a:off x="7518781" y="26232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9" name="Google Shape;1459;p23"/>
            <p:cNvSpPr/>
            <p:nvPr/>
          </p:nvSpPr>
          <p:spPr>
            <a:xfrm rot="10800000">
              <a:off x="8474463" y="2705051"/>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0" name="Google Shape;1460;p23"/>
            <p:cNvSpPr/>
            <p:nvPr/>
          </p:nvSpPr>
          <p:spPr>
            <a:xfrm rot="8083927">
              <a:off x="7518781" y="26232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1" name="Google Shape;1461;p23"/>
            <p:cNvSpPr/>
            <p:nvPr/>
          </p:nvSpPr>
          <p:spPr>
            <a:xfrm rot="10800000">
              <a:off x="8474463" y="2705051"/>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3536561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1462"/>
        <p:cNvGrpSpPr/>
        <p:nvPr/>
      </p:nvGrpSpPr>
      <p:grpSpPr>
        <a:xfrm>
          <a:off x="0" y="0"/>
          <a:ext cx="0" cy="0"/>
          <a:chOff x="0" y="0"/>
          <a:chExt cx="0" cy="0"/>
        </a:xfrm>
      </p:grpSpPr>
      <p:sp>
        <p:nvSpPr>
          <p:cNvPr id="1463" name="Google Shape;1463;p24"/>
          <p:cNvSpPr txBox="1">
            <a:spLocks noGrp="1"/>
          </p:cNvSpPr>
          <p:nvPr>
            <p:ph type="title"/>
          </p:nvPr>
        </p:nvSpPr>
        <p:spPr>
          <a:xfrm>
            <a:off x="6424100" y="1734351"/>
            <a:ext cx="4215600" cy="1599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464" name="Google Shape;1464;p24"/>
          <p:cNvSpPr txBox="1">
            <a:spLocks noGrp="1"/>
          </p:cNvSpPr>
          <p:nvPr>
            <p:ph type="subTitle" idx="1"/>
          </p:nvPr>
        </p:nvSpPr>
        <p:spPr>
          <a:xfrm>
            <a:off x="6424100" y="3397400"/>
            <a:ext cx="4215600" cy="1599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700"/>
              <a:buNone/>
              <a:defRPr sz="2267"/>
            </a:lvl1pPr>
            <a:lvl2pPr lvl="1" algn="ctr" rtl="0">
              <a:lnSpc>
                <a:spcPct val="100000"/>
              </a:lnSpc>
              <a:spcBef>
                <a:spcPts val="0"/>
              </a:spcBef>
              <a:spcAft>
                <a:spcPts val="0"/>
              </a:spcAft>
              <a:buSzPts val="1700"/>
              <a:buNone/>
              <a:defRPr sz="2267"/>
            </a:lvl2pPr>
            <a:lvl3pPr lvl="2" algn="ctr" rtl="0">
              <a:lnSpc>
                <a:spcPct val="100000"/>
              </a:lnSpc>
              <a:spcBef>
                <a:spcPts val="0"/>
              </a:spcBef>
              <a:spcAft>
                <a:spcPts val="0"/>
              </a:spcAft>
              <a:buSzPts val="1700"/>
              <a:buNone/>
              <a:defRPr sz="2267"/>
            </a:lvl3pPr>
            <a:lvl4pPr lvl="3" algn="ctr" rtl="0">
              <a:lnSpc>
                <a:spcPct val="100000"/>
              </a:lnSpc>
              <a:spcBef>
                <a:spcPts val="0"/>
              </a:spcBef>
              <a:spcAft>
                <a:spcPts val="0"/>
              </a:spcAft>
              <a:buSzPts val="1700"/>
              <a:buNone/>
              <a:defRPr sz="2267"/>
            </a:lvl4pPr>
            <a:lvl5pPr lvl="4" algn="ctr" rtl="0">
              <a:lnSpc>
                <a:spcPct val="100000"/>
              </a:lnSpc>
              <a:spcBef>
                <a:spcPts val="0"/>
              </a:spcBef>
              <a:spcAft>
                <a:spcPts val="0"/>
              </a:spcAft>
              <a:buSzPts val="1700"/>
              <a:buNone/>
              <a:defRPr sz="2267"/>
            </a:lvl5pPr>
            <a:lvl6pPr lvl="5" algn="ctr" rtl="0">
              <a:lnSpc>
                <a:spcPct val="100000"/>
              </a:lnSpc>
              <a:spcBef>
                <a:spcPts val="0"/>
              </a:spcBef>
              <a:spcAft>
                <a:spcPts val="0"/>
              </a:spcAft>
              <a:buSzPts val="1700"/>
              <a:buNone/>
              <a:defRPr sz="2267"/>
            </a:lvl6pPr>
            <a:lvl7pPr lvl="6" algn="ctr" rtl="0">
              <a:lnSpc>
                <a:spcPct val="100000"/>
              </a:lnSpc>
              <a:spcBef>
                <a:spcPts val="0"/>
              </a:spcBef>
              <a:spcAft>
                <a:spcPts val="0"/>
              </a:spcAft>
              <a:buSzPts val="1700"/>
              <a:buNone/>
              <a:defRPr sz="2267"/>
            </a:lvl7pPr>
            <a:lvl8pPr lvl="7" algn="ctr" rtl="0">
              <a:lnSpc>
                <a:spcPct val="100000"/>
              </a:lnSpc>
              <a:spcBef>
                <a:spcPts val="0"/>
              </a:spcBef>
              <a:spcAft>
                <a:spcPts val="0"/>
              </a:spcAft>
              <a:buSzPts val="1700"/>
              <a:buNone/>
              <a:defRPr sz="2267"/>
            </a:lvl8pPr>
            <a:lvl9pPr lvl="8" algn="ctr" rtl="0">
              <a:lnSpc>
                <a:spcPct val="100000"/>
              </a:lnSpc>
              <a:spcBef>
                <a:spcPts val="0"/>
              </a:spcBef>
              <a:spcAft>
                <a:spcPts val="0"/>
              </a:spcAft>
              <a:buSzPts val="1700"/>
              <a:buNone/>
              <a:defRPr sz="2267"/>
            </a:lvl9pPr>
          </a:lstStyle>
          <a:p>
            <a:endParaRPr/>
          </a:p>
        </p:txBody>
      </p:sp>
      <p:grpSp>
        <p:nvGrpSpPr>
          <p:cNvPr id="1465" name="Google Shape;1465;p24"/>
          <p:cNvGrpSpPr/>
          <p:nvPr/>
        </p:nvGrpSpPr>
        <p:grpSpPr>
          <a:xfrm>
            <a:off x="-4090349" y="-4035397"/>
            <a:ext cx="4962601" cy="16181231"/>
            <a:chOff x="-3170262" y="3452177"/>
            <a:chExt cx="3721951" cy="12135923"/>
          </a:xfrm>
        </p:grpSpPr>
        <p:sp>
          <p:nvSpPr>
            <p:cNvPr id="1466" name="Google Shape;1466;p2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7" name="Google Shape;1467;p2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8" name="Google Shape;1468;p2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9" name="Google Shape;1469;p2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0" name="Google Shape;1470;p2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1" name="Google Shape;1471;p2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2" name="Google Shape;1472;p2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3" name="Google Shape;1473;p2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4" name="Google Shape;1474;p2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5" name="Google Shape;1475;p2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6" name="Google Shape;1476;p2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7" name="Google Shape;1477;p2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8" name="Google Shape;1478;p2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9" name="Google Shape;1479;p2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0" name="Google Shape;1480;p2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1" name="Google Shape;1481;p2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2" name="Google Shape;1482;p2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3" name="Google Shape;1483;p2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4" name="Google Shape;1484;p2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5" name="Google Shape;1485;p2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6" name="Google Shape;1486;p2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2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2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2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0" name="Google Shape;1490;p2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1" name="Google Shape;1491;p2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2" name="Google Shape;1492;p2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2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2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2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6" name="Google Shape;1496;p2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7" name="Google Shape;1497;p2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2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2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0" name="Google Shape;1500;p2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1" name="Google Shape;1501;p2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2" name="Google Shape;1502;p2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2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2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2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2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2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8" name="Google Shape;1508;p2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9" name="Google Shape;1509;p2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2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2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2" name="Google Shape;1512;p2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3" name="Google Shape;1513;p2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4" name="Google Shape;1514;p2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5" name="Google Shape;1515;p2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6" name="Google Shape;1516;p2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7" name="Google Shape;1517;p2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8" name="Google Shape;1518;p2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9" name="Google Shape;1519;p2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0" name="Google Shape;1520;p24"/>
          <p:cNvGrpSpPr/>
          <p:nvPr/>
        </p:nvGrpSpPr>
        <p:grpSpPr>
          <a:xfrm>
            <a:off x="11429418" y="-3380130"/>
            <a:ext cx="4962601" cy="16181231"/>
            <a:chOff x="-3170262" y="3452177"/>
            <a:chExt cx="3721951" cy="12135923"/>
          </a:xfrm>
        </p:grpSpPr>
        <p:sp>
          <p:nvSpPr>
            <p:cNvPr id="1521" name="Google Shape;1521;p2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2" name="Google Shape;1522;p2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3" name="Google Shape;1523;p2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4" name="Google Shape;1524;p2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2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2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7" name="Google Shape;1527;p2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8" name="Google Shape;1528;p2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2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2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2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2" name="Google Shape;1532;p2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2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4" name="Google Shape;1534;p2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5" name="Google Shape;1535;p2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2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2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8" name="Google Shape;1538;p2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9" name="Google Shape;1539;p2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2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2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2" name="Google Shape;1542;p2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3" name="Google Shape;1543;p2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2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2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6" name="Google Shape;1546;p2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7" name="Google Shape;1547;p2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8" name="Google Shape;1548;p2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9" name="Google Shape;1549;p2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0" name="Google Shape;1550;p2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1" name="Google Shape;1551;p2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2" name="Google Shape;1552;p2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3" name="Google Shape;1553;p2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4" name="Google Shape;1554;p2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5" name="Google Shape;1555;p2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6" name="Google Shape;1556;p2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7" name="Google Shape;1557;p2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8" name="Google Shape;1558;p2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9" name="Google Shape;1559;p2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0" name="Google Shape;1560;p2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1" name="Google Shape;1561;p2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2" name="Google Shape;1562;p2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3" name="Google Shape;1563;p2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4" name="Google Shape;1564;p2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5" name="Google Shape;1565;p2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6" name="Google Shape;1566;p2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7" name="Google Shape;1567;p2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8" name="Google Shape;1568;p2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9" name="Google Shape;1569;p2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0" name="Google Shape;1570;p2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1" name="Google Shape;1571;p2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2" name="Google Shape;1572;p2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3" name="Google Shape;1573;p2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4" name="Google Shape;1574;p2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921296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1575"/>
        <p:cNvGrpSpPr/>
        <p:nvPr/>
      </p:nvGrpSpPr>
      <p:grpSpPr>
        <a:xfrm>
          <a:off x="0" y="0"/>
          <a:ext cx="0" cy="0"/>
          <a:chOff x="0" y="0"/>
          <a:chExt cx="0" cy="0"/>
        </a:xfrm>
      </p:grpSpPr>
      <p:sp>
        <p:nvSpPr>
          <p:cNvPr id="1576" name="Google Shape;1576;p25"/>
          <p:cNvSpPr txBox="1">
            <a:spLocks noGrp="1"/>
          </p:cNvSpPr>
          <p:nvPr>
            <p:ph type="title"/>
          </p:nvPr>
        </p:nvSpPr>
        <p:spPr>
          <a:xfrm>
            <a:off x="1816533" y="1734351"/>
            <a:ext cx="4215600" cy="1599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577" name="Google Shape;1577;p25"/>
          <p:cNvSpPr txBox="1">
            <a:spLocks noGrp="1"/>
          </p:cNvSpPr>
          <p:nvPr>
            <p:ph type="subTitle" idx="1"/>
          </p:nvPr>
        </p:nvSpPr>
        <p:spPr>
          <a:xfrm>
            <a:off x="1816533" y="3397400"/>
            <a:ext cx="4215600" cy="1599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700"/>
              <a:buNone/>
              <a:defRPr sz="2267"/>
            </a:lvl1pPr>
            <a:lvl2pPr lvl="1" algn="ctr" rtl="0">
              <a:lnSpc>
                <a:spcPct val="100000"/>
              </a:lnSpc>
              <a:spcBef>
                <a:spcPts val="0"/>
              </a:spcBef>
              <a:spcAft>
                <a:spcPts val="0"/>
              </a:spcAft>
              <a:buSzPts val="1700"/>
              <a:buNone/>
              <a:defRPr sz="2267"/>
            </a:lvl2pPr>
            <a:lvl3pPr lvl="2" algn="ctr" rtl="0">
              <a:lnSpc>
                <a:spcPct val="100000"/>
              </a:lnSpc>
              <a:spcBef>
                <a:spcPts val="0"/>
              </a:spcBef>
              <a:spcAft>
                <a:spcPts val="0"/>
              </a:spcAft>
              <a:buSzPts val="1700"/>
              <a:buNone/>
              <a:defRPr sz="2267"/>
            </a:lvl3pPr>
            <a:lvl4pPr lvl="3" algn="ctr" rtl="0">
              <a:lnSpc>
                <a:spcPct val="100000"/>
              </a:lnSpc>
              <a:spcBef>
                <a:spcPts val="0"/>
              </a:spcBef>
              <a:spcAft>
                <a:spcPts val="0"/>
              </a:spcAft>
              <a:buSzPts val="1700"/>
              <a:buNone/>
              <a:defRPr sz="2267"/>
            </a:lvl4pPr>
            <a:lvl5pPr lvl="4" algn="ctr" rtl="0">
              <a:lnSpc>
                <a:spcPct val="100000"/>
              </a:lnSpc>
              <a:spcBef>
                <a:spcPts val="0"/>
              </a:spcBef>
              <a:spcAft>
                <a:spcPts val="0"/>
              </a:spcAft>
              <a:buSzPts val="1700"/>
              <a:buNone/>
              <a:defRPr sz="2267"/>
            </a:lvl5pPr>
            <a:lvl6pPr lvl="5" algn="ctr" rtl="0">
              <a:lnSpc>
                <a:spcPct val="100000"/>
              </a:lnSpc>
              <a:spcBef>
                <a:spcPts val="0"/>
              </a:spcBef>
              <a:spcAft>
                <a:spcPts val="0"/>
              </a:spcAft>
              <a:buSzPts val="1700"/>
              <a:buNone/>
              <a:defRPr sz="2267"/>
            </a:lvl6pPr>
            <a:lvl7pPr lvl="6" algn="ctr" rtl="0">
              <a:lnSpc>
                <a:spcPct val="100000"/>
              </a:lnSpc>
              <a:spcBef>
                <a:spcPts val="0"/>
              </a:spcBef>
              <a:spcAft>
                <a:spcPts val="0"/>
              </a:spcAft>
              <a:buSzPts val="1700"/>
              <a:buNone/>
              <a:defRPr sz="2267"/>
            </a:lvl7pPr>
            <a:lvl8pPr lvl="7" algn="ctr" rtl="0">
              <a:lnSpc>
                <a:spcPct val="100000"/>
              </a:lnSpc>
              <a:spcBef>
                <a:spcPts val="0"/>
              </a:spcBef>
              <a:spcAft>
                <a:spcPts val="0"/>
              </a:spcAft>
              <a:buSzPts val="1700"/>
              <a:buNone/>
              <a:defRPr sz="2267"/>
            </a:lvl8pPr>
            <a:lvl9pPr lvl="8" algn="ctr" rtl="0">
              <a:lnSpc>
                <a:spcPct val="100000"/>
              </a:lnSpc>
              <a:spcBef>
                <a:spcPts val="0"/>
              </a:spcBef>
              <a:spcAft>
                <a:spcPts val="0"/>
              </a:spcAft>
              <a:buSzPts val="1700"/>
              <a:buNone/>
              <a:defRPr sz="2267"/>
            </a:lvl9pPr>
          </a:lstStyle>
          <a:p>
            <a:endParaRPr/>
          </a:p>
        </p:txBody>
      </p:sp>
    </p:spTree>
    <p:extLst>
      <p:ext uri="{BB962C8B-B14F-4D97-AF65-F5344CB8AC3E}">
        <p14:creationId xmlns:p14="http://schemas.microsoft.com/office/powerpoint/2010/main" val="41826379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659"/>
        <p:cNvGrpSpPr/>
        <p:nvPr/>
      </p:nvGrpSpPr>
      <p:grpSpPr>
        <a:xfrm>
          <a:off x="0" y="0"/>
          <a:ext cx="0" cy="0"/>
          <a:chOff x="0" y="0"/>
          <a:chExt cx="0" cy="0"/>
        </a:xfrm>
      </p:grpSpPr>
      <p:sp>
        <p:nvSpPr>
          <p:cNvPr id="1660" name="Google Shape;1660;p26"/>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1661" name="Google Shape;1661;p26"/>
          <p:cNvSpPr txBox="1">
            <a:spLocks noGrp="1"/>
          </p:cNvSpPr>
          <p:nvPr>
            <p:ph type="body" idx="1"/>
          </p:nvPr>
        </p:nvSpPr>
        <p:spPr>
          <a:xfrm>
            <a:off x="950967" y="2406400"/>
            <a:ext cx="5115200" cy="3106400"/>
          </a:xfrm>
          <a:prstGeom prst="rect">
            <a:avLst/>
          </a:prstGeom>
        </p:spPr>
        <p:txBody>
          <a:bodyPr spcFirstLastPara="1" wrap="square" lIns="91425" tIns="91425" rIns="91425" bIns="91425" anchor="t" anchorCtr="0">
            <a:noAutofit/>
          </a:bodyPr>
          <a:lstStyle>
            <a:lvl1pPr marL="609585" lvl="0" indent="-406390" rtl="0">
              <a:lnSpc>
                <a:spcPct val="115000"/>
              </a:lnSpc>
              <a:spcBef>
                <a:spcPts val="0"/>
              </a:spcBef>
              <a:spcAft>
                <a:spcPts val="0"/>
              </a:spcAft>
              <a:buSzPts val="1200"/>
              <a:buChar char="●"/>
              <a:defRPr sz="1600"/>
            </a:lvl1pPr>
            <a:lvl2pPr marL="1219170" lvl="1" indent="-406390" rtl="0">
              <a:lnSpc>
                <a:spcPct val="115000"/>
              </a:lnSpc>
              <a:spcBef>
                <a:spcPts val="2133"/>
              </a:spcBef>
              <a:spcAft>
                <a:spcPts val="0"/>
              </a:spcAft>
              <a:buSzPts val="1200"/>
              <a:buChar char="○"/>
              <a:defRPr sz="1600"/>
            </a:lvl2pPr>
            <a:lvl3pPr marL="1828754" lvl="2" indent="-406390" rtl="0">
              <a:lnSpc>
                <a:spcPct val="115000"/>
              </a:lnSpc>
              <a:spcBef>
                <a:spcPts val="2133"/>
              </a:spcBef>
              <a:spcAft>
                <a:spcPts val="0"/>
              </a:spcAft>
              <a:buSzPts val="1200"/>
              <a:buChar char="■"/>
              <a:defRPr sz="1600"/>
            </a:lvl3pPr>
            <a:lvl4pPr marL="2438339" lvl="3" indent="-406390" rtl="0">
              <a:lnSpc>
                <a:spcPct val="115000"/>
              </a:lnSpc>
              <a:spcBef>
                <a:spcPts val="2133"/>
              </a:spcBef>
              <a:spcAft>
                <a:spcPts val="0"/>
              </a:spcAft>
              <a:buSzPts val="1200"/>
              <a:buChar char="●"/>
              <a:defRPr sz="1600"/>
            </a:lvl4pPr>
            <a:lvl5pPr marL="3047924" lvl="4" indent="-406390" rtl="0">
              <a:lnSpc>
                <a:spcPct val="115000"/>
              </a:lnSpc>
              <a:spcBef>
                <a:spcPts val="2133"/>
              </a:spcBef>
              <a:spcAft>
                <a:spcPts val="0"/>
              </a:spcAft>
              <a:buSzPts val="1200"/>
              <a:buChar char="○"/>
              <a:defRPr sz="1600"/>
            </a:lvl5pPr>
            <a:lvl6pPr marL="3657509" lvl="5" indent="-406390" rtl="0">
              <a:lnSpc>
                <a:spcPct val="115000"/>
              </a:lnSpc>
              <a:spcBef>
                <a:spcPts val="2133"/>
              </a:spcBef>
              <a:spcAft>
                <a:spcPts val="0"/>
              </a:spcAft>
              <a:buSzPts val="1200"/>
              <a:buChar char="■"/>
              <a:defRPr sz="1600"/>
            </a:lvl6pPr>
            <a:lvl7pPr marL="4267093" lvl="6" indent="-406390" rtl="0">
              <a:lnSpc>
                <a:spcPct val="115000"/>
              </a:lnSpc>
              <a:spcBef>
                <a:spcPts val="2133"/>
              </a:spcBef>
              <a:spcAft>
                <a:spcPts val="0"/>
              </a:spcAft>
              <a:buSzPts val="1200"/>
              <a:buChar char="●"/>
              <a:defRPr sz="1600"/>
            </a:lvl7pPr>
            <a:lvl8pPr marL="4876678" lvl="7" indent="-406390" rtl="0">
              <a:lnSpc>
                <a:spcPct val="115000"/>
              </a:lnSpc>
              <a:spcBef>
                <a:spcPts val="2133"/>
              </a:spcBef>
              <a:spcAft>
                <a:spcPts val="0"/>
              </a:spcAft>
              <a:buSzPts val="1200"/>
              <a:buChar char="○"/>
              <a:defRPr sz="1600"/>
            </a:lvl8pPr>
            <a:lvl9pPr marL="5486263" lvl="8" indent="-406390" rtl="0">
              <a:lnSpc>
                <a:spcPct val="115000"/>
              </a:lnSpc>
              <a:spcBef>
                <a:spcPts val="2133"/>
              </a:spcBef>
              <a:spcAft>
                <a:spcPts val="2133"/>
              </a:spcAft>
              <a:buSzPts val="1200"/>
              <a:buChar char="■"/>
              <a:defRPr sz="1600"/>
            </a:lvl9pPr>
          </a:lstStyle>
          <a:p>
            <a:endParaRPr/>
          </a:p>
        </p:txBody>
      </p:sp>
      <p:sp>
        <p:nvSpPr>
          <p:cNvPr id="1662" name="Google Shape;1662;p26"/>
          <p:cNvSpPr txBox="1">
            <a:spLocks noGrp="1"/>
          </p:cNvSpPr>
          <p:nvPr>
            <p:ph type="body" idx="2"/>
          </p:nvPr>
        </p:nvSpPr>
        <p:spPr>
          <a:xfrm>
            <a:off x="6127767" y="2406400"/>
            <a:ext cx="5115200" cy="3106400"/>
          </a:xfrm>
          <a:prstGeom prst="rect">
            <a:avLst/>
          </a:prstGeom>
        </p:spPr>
        <p:txBody>
          <a:bodyPr spcFirstLastPara="1" wrap="square" lIns="91425" tIns="91425" rIns="91425" bIns="91425" anchor="t" anchorCtr="0">
            <a:noAutofit/>
          </a:bodyPr>
          <a:lstStyle>
            <a:lvl1pPr marL="609585" lvl="0" indent="-406390" rtl="0">
              <a:lnSpc>
                <a:spcPct val="115000"/>
              </a:lnSpc>
              <a:spcBef>
                <a:spcPts val="0"/>
              </a:spcBef>
              <a:spcAft>
                <a:spcPts val="0"/>
              </a:spcAft>
              <a:buSzPts val="1200"/>
              <a:buChar char="●"/>
              <a:defRPr sz="1600"/>
            </a:lvl1pPr>
            <a:lvl2pPr marL="1219170" lvl="1" indent="-406390" rtl="0">
              <a:lnSpc>
                <a:spcPct val="115000"/>
              </a:lnSpc>
              <a:spcBef>
                <a:spcPts val="2133"/>
              </a:spcBef>
              <a:spcAft>
                <a:spcPts val="0"/>
              </a:spcAft>
              <a:buSzPts val="1200"/>
              <a:buChar char="○"/>
              <a:defRPr sz="1600"/>
            </a:lvl2pPr>
            <a:lvl3pPr marL="1828754" lvl="2" indent="-406390" rtl="0">
              <a:lnSpc>
                <a:spcPct val="115000"/>
              </a:lnSpc>
              <a:spcBef>
                <a:spcPts val="2133"/>
              </a:spcBef>
              <a:spcAft>
                <a:spcPts val="0"/>
              </a:spcAft>
              <a:buSzPts val="1200"/>
              <a:buChar char="■"/>
              <a:defRPr sz="1600"/>
            </a:lvl3pPr>
            <a:lvl4pPr marL="2438339" lvl="3" indent="-406390" rtl="0">
              <a:lnSpc>
                <a:spcPct val="115000"/>
              </a:lnSpc>
              <a:spcBef>
                <a:spcPts val="2133"/>
              </a:spcBef>
              <a:spcAft>
                <a:spcPts val="0"/>
              </a:spcAft>
              <a:buSzPts val="1200"/>
              <a:buChar char="●"/>
              <a:defRPr sz="1600"/>
            </a:lvl4pPr>
            <a:lvl5pPr marL="3047924" lvl="4" indent="-406390" rtl="0">
              <a:lnSpc>
                <a:spcPct val="115000"/>
              </a:lnSpc>
              <a:spcBef>
                <a:spcPts val="2133"/>
              </a:spcBef>
              <a:spcAft>
                <a:spcPts val="0"/>
              </a:spcAft>
              <a:buSzPts val="1200"/>
              <a:buChar char="○"/>
              <a:defRPr sz="1600"/>
            </a:lvl5pPr>
            <a:lvl6pPr marL="3657509" lvl="5" indent="-406390" rtl="0">
              <a:lnSpc>
                <a:spcPct val="115000"/>
              </a:lnSpc>
              <a:spcBef>
                <a:spcPts val="2133"/>
              </a:spcBef>
              <a:spcAft>
                <a:spcPts val="0"/>
              </a:spcAft>
              <a:buSzPts val="1200"/>
              <a:buChar char="■"/>
              <a:defRPr sz="1600"/>
            </a:lvl6pPr>
            <a:lvl7pPr marL="4267093" lvl="6" indent="-406390" rtl="0">
              <a:lnSpc>
                <a:spcPct val="115000"/>
              </a:lnSpc>
              <a:spcBef>
                <a:spcPts val="2133"/>
              </a:spcBef>
              <a:spcAft>
                <a:spcPts val="0"/>
              </a:spcAft>
              <a:buSzPts val="1200"/>
              <a:buChar char="●"/>
              <a:defRPr sz="1600"/>
            </a:lvl7pPr>
            <a:lvl8pPr marL="4876678" lvl="7" indent="-406390" rtl="0">
              <a:lnSpc>
                <a:spcPct val="115000"/>
              </a:lnSpc>
              <a:spcBef>
                <a:spcPts val="2133"/>
              </a:spcBef>
              <a:spcAft>
                <a:spcPts val="0"/>
              </a:spcAft>
              <a:buSzPts val="1200"/>
              <a:buChar char="○"/>
              <a:defRPr sz="1600"/>
            </a:lvl8pPr>
            <a:lvl9pPr marL="5486263" lvl="8" indent="-406390" rtl="0">
              <a:lnSpc>
                <a:spcPct val="115000"/>
              </a:lnSpc>
              <a:spcBef>
                <a:spcPts val="2133"/>
              </a:spcBef>
              <a:spcAft>
                <a:spcPts val="2133"/>
              </a:spcAft>
              <a:buSzPts val="1200"/>
              <a:buChar char="■"/>
              <a:defRPr sz="1600"/>
            </a:lvl9pPr>
          </a:lstStyle>
          <a:p>
            <a:endParaRPr/>
          </a:p>
        </p:txBody>
      </p:sp>
      <p:sp>
        <p:nvSpPr>
          <p:cNvPr id="1663" name="Google Shape;1663;p26"/>
          <p:cNvSpPr txBox="1">
            <a:spLocks noGrp="1"/>
          </p:cNvSpPr>
          <p:nvPr>
            <p:ph type="subTitle" idx="3"/>
          </p:nvPr>
        </p:nvSpPr>
        <p:spPr>
          <a:xfrm>
            <a:off x="951000" y="1739100"/>
            <a:ext cx="10290000" cy="46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664" name="Google Shape;1664;p26"/>
          <p:cNvGrpSpPr/>
          <p:nvPr/>
        </p:nvGrpSpPr>
        <p:grpSpPr>
          <a:xfrm rot="5400000">
            <a:off x="-1804754" y="-1259536"/>
            <a:ext cx="4028963" cy="4195035"/>
            <a:chOff x="-1064015" y="2306598"/>
            <a:chExt cx="3021722" cy="3146276"/>
          </a:xfrm>
        </p:grpSpPr>
        <p:sp>
          <p:nvSpPr>
            <p:cNvPr id="1665" name="Google Shape;1665;p26"/>
            <p:cNvSpPr/>
            <p:nvPr/>
          </p:nvSpPr>
          <p:spPr>
            <a:xfrm rot="-2716073">
              <a:off x="-731526" y="298121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6" name="Google Shape;1666;p26"/>
            <p:cNvSpPr/>
            <p:nvPr/>
          </p:nvSpPr>
          <p:spPr>
            <a:xfrm>
              <a:off x="518938" y="2306598"/>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7" name="Google Shape;1667;p26"/>
            <p:cNvSpPr/>
            <p:nvPr/>
          </p:nvSpPr>
          <p:spPr>
            <a:xfrm rot="-2716073">
              <a:off x="-731526" y="298121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8" name="Google Shape;1668;p26"/>
            <p:cNvSpPr/>
            <p:nvPr/>
          </p:nvSpPr>
          <p:spPr>
            <a:xfrm>
              <a:off x="518938" y="2306598"/>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69" name="Google Shape;1669;p26"/>
          <p:cNvGrpSpPr/>
          <p:nvPr/>
        </p:nvGrpSpPr>
        <p:grpSpPr>
          <a:xfrm rot="10800000">
            <a:off x="10930168" y="-841235"/>
            <a:ext cx="1544233" cy="3758819"/>
            <a:chOff x="-444950" y="2746461"/>
            <a:chExt cx="1158175" cy="2819114"/>
          </a:xfrm>
        </p:grpSpPr>
        <p:sp>
          <p:nvSpPr>
            <p:cNvPr id="1670" name="Google Shape;1670;p26"/>
            <p:cNvSpPr/>
            <p:nvPr/>
          </p:nvSpPr>
          <p:spPr>
            <a:xfrm>
              <a:off x="248038" y="2856850"/>
              <a:ext cx="267975" cy="1554325"/>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671" name="Google Shape;1671;p26"/>
            <p:cNvSpPr/>
            <p:nvPr/>
          </p:nvSpPr>
          <p:spPr>
            <a:xfrm>
              <a:off x="-438775" y="4411175"/>
              <a:ext cx="1152000" cy="11544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2" name="Google Shape;1672;p26"/>
            <p:cNvSpPr/>
            <p:nvPr/>
          </p:nvSpPr>
          <p:spPr>
            <a:xfrm>
              <a:off x="-254275" y="4596125"/>
              <a:ext cx="783000" cy="7845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3" name="Google Shape;1673;p26"/>
            <p:cNvSpPr/>
            <p:nvPr/>
          </p:nvSpPr>
          <p:spPr>
            <a:xfrm>
              <a:off x="241863" y="2856850"/>
              <a:ext cx="267975" cy="1554325"/>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674" name="Google Shape;1674;p26"/>
            <p:cNvSpPr/>
            <p:nvPr/>
          </p:nvSpPr>
          <p:spPr>
            <a:xfrm>
              <a:off x="-444950" y="4411175"/>
              <a:ext cx="1152000" cy="11544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5" name="Google Shape;1675;p26"/>
            <p:cNvSpPr/>
            <p:nvPr/>
          </p:nvSpPr>
          <p:spPr>
            <a:xfrm>
              <a:off x="-260450" y="4596125"/>
              <a:ext cx="783000" cy="7845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6" name="Google Shape;1676;p26"/>
            <p:cNvSpPr/>
            <p:nvPr/>
          </p:nvSpPr>
          <p:spPr>
            <a:xfrm>
              <a:off x="189739" y="2746461"/>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7" name="Google Shape;1677;p26"/>
            <p:cNvSpPr/>
            <p:nvPr/>
          </p:nvSpPr>
          <p:spPr>
            <a:xfrm>
              <a:off x="189739" y="2746461"/>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78" name="Google Shape;1678;p26"/>
          <p:cNvGrpSpPr/>
          <p:nvPr/>
        </p:nvGrpSpPr>
        <p:grpSpPr>
          <a:xfrm rot="-5400000" flipH="1">
            <a:off x="7313100" y="6008375"/>
            <a:ext cx="5630517" cy="5451748"/>
            <a:chOff x="8129425" y="2555026"/>
            <a:chExt cx="4222888" cy="4088811"/>
          </a:xfrm>
        </p:grpSpPr>
        <p:sp>
          <p:nvSpPr>
            <p:cNvPr id="1679" name="Google Shape;1679;p26"/>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0" name="Google Shape;1680;p26"/>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1" name="Google Shape;1681;p26"/>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2" name="Google Shape;1682;p26"/>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3" name="Google Shape;1683;p26"/>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4" name="Google Shape;1684;p26"/>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5" name="Google Shape;1685;p26"/>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6" name="Google Shape;1686;p26"/>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87" name="Google Shape;1687;p26"/>
          <p:cNvGrpSpPr/>
          <p:nvPr/>
        </p:nvGrpSpPr>
        <p:grpSpPr>
          <a:xfrm>
            <a:off x="-3140010" y="6132565"/>
            <a:ext cx="9169311" cy="400384"/>
            <a:chOff x="-2355008" y="4599424"/>
            <a:chExt cx="6876983" cy="300288"/>
          </a:xfrm>
        </p:grpSpPr>
        <p:sp>
          <p:nvSpPr>
            <p:cNvPr id="1688" name="Google Shape;1688;p26"/>
            <p:cNvSpPr/>
            <p:nvPr/>
          </p:nvSpPr>
          <p:spPr>
            <a:xfrm rot="-5400000">
              <a:off x="998719" y="1376456"/>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9" name="Google Shape;1689;p26"/>
            <p:cNvSpPr/>
            <p:nvPr/>
          </p:nvSpPr>
          <p:spPr>
            <a:xfrm rot="10800000" flipH="1">
              <a:off x="107470" y="45994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0" name="Google Shape;1690;p26"/>
            <p:cNvSpPr/>
            <p:nvPr/>
          </p:nvSpPr>
          <p:spPr>
            <a:xfrm rot="-5400000">
              <a:off x="998719" y="1376456"/>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1" name="Google Shape;1691;p26"/>
            <p:cNvSpPr/>
            <p:nvPr/>
          </p:nvSpPr>
          <p:spPr>
            <a:xfrm rot="10800000" flipH="1">
              <a:off x="107470" y="45994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0869724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692"/>
        <p:cNvGrpSpPr/>
        <p:nvPr/>
      </p:nvGrpSpPr>
      <p:grpSpPr>
        <a:xfrm>
          <a:off x="0" y="0"/>
          <a:ext cx="0" cy="0"/>
          <a:chOff x="0" y="0"/>
          <a:chExt cx="0" cy="0"/>
        </a:xfrm>
      </p:grpSpPr>
      <p:sp>
        <p:nvSpPr>
          <p:cNvPr id="1693" name="Google Shape;1693;p27"/>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1694" name="Google Shape;1694;p27"/>
          <p:cNvSpPr txBox="1">
            <a:spLocks noGrp="1"/>
          </p:cNvSpPr>
          <p:nvPr>
            <p:ph type="subTitle" idx="1"/>
          </p:nvPr>
        </p:nvSpPr>
        <p:spPr>
          <a:xfrm>
            <a:off x="1154163" y="4287588"/>
            <a:ext cx="3086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95" name="Google Shape;1695;p27"/>
          <p:cNvSpPr txBox="1">
            <a:spLocks noGrp="1"/>
          </p:cNvSpPr>
          <p:nvPr>
            <p:ph type="subTitle" idx="2"/>
          </p:nvPr>
        </p:nvSpPr>
        <p:spPr>
          <a:xfrm>
            <a:off x="1154163" y="3739087"/>
            <a:ext cx="3086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696" name="Google Shape;1696;p27"/>
          <p:cNvSpPr txBox="1">
            <a:spLocks noGrp="1"/>
          </p:cNvSpPr>
          <p:nvPr>
            <p:ph type="subTitle" idx="3"/>
          </p:nvPr>
        </p:nvSpPr>
        <p:spPr>
          <a:xfrm>
            <a:off x="7951829" y="4287588"/>
            <a:ext cx="3086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97" name="Google Shape;1697;p27"/>
          <p:cNvSpPr txBox="1">
            <a:spLocks noGrp="1"/>
          </p:cNvSpPr>
          <p:nvPr>
            <p:ph type="subTitle" idx="4"/>
          </p:nvPr>
        </p:nvSpPr>
        <p:spPr>
          <a:xfrm>
            <a:off x="7951829" y="3739087"/>
            <a:ext cx="3086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698" name="Google Shape;1698;p27"/>
          <p:cNvSpPr txBox="1">
            <a:spLocks noGrp="1"/>
          </p:cNvSpPr>
          <p:nvPr>
            <p:ph type="subTitle" idx="5"/>
          </p:nvPr>
        </p:nvSpPr>
        <p:spPr>
          <a:xfrm>
            <a:off x="4552996" y="4287588"/>
            <a:ext cx="3086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99" name="Google Shape;1699;p27"/>
          <p:cNvSpPr txBox="1">
            <a:spLocks noGrp="1"/>
          </p:cNvSpPr>
          <p:nvPr>
            <p:ph type="subTitle" idx="6"/>
          </p:nvPr>
        </p:nvSpPr>
        <p:spPr>
          <a:xfrm>
            <a:off x="4552996" y="3739087"/>
            <a:ext cx="3086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grpSp>
        <p:nvGrpSpPr>
          <p:cNvPr id="1700" name="Google Shape;1700;p27"/>
          <p:cNvGrpSpPr/>
          <p:nvPr/>
        </p:nvGrpSpPr>
        <p:grpSpPr>
          <a:xfrm flipH="1">
            <a:off x="11350670" y="2913902"/>
            <a:ext cx="5451748" cy="5451748"/>
            <a:chOff x="-3640848" y="2185426"/>
            <a:chExt cx="4088811" cy="4088811"/>
          </a:xfrm>
        </p:grpSpPr>
        <p:sp>
          <p:nvSpPr>
            <p:cNvPr id="1701" name="Google Shape;1701;p27"/>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2" name="Google Shape;1702;p27"/>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03" name="Google Shape;1703;p27"/>
          <p:cNvGrpSpPr/>
          <p:nvPr/>
        </p:nvGrpSpPr>
        <p:grpSpPr>
          <a:xfrm rot="10800000" flipH="1">
            <a:off x="8727985" y="-13905451"/>
            <a:ext cx="5026084" cy="15144076"/>
            <a:chOff x="-2722250" y="-1079764"/>
            <a:chExt cx="3769563" cy="11358057"/>
          </a:xfrm>
        </p:grpSpPr>
        <p:sp>
          <p:nvSpPr>
            <p:cNvPr id="1704" name="Google Shape;1704;p27"/>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5" name="Google Shape;1705;p27"/>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6" name="Google Shape;1706;p27"/>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7" name="Google Shape;1707;p27"/>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8" name="Google Shape;1708;p27"/>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9" name="Google Shape;1709;p27"/>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0" name="Google Shape;1710;p27"/>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1" name="Google Shape;1711;p27"/>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2" name="Google Shape;1712;p27"/>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3" name="Google Shape;1713;p27"/>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4" name="Google Shape;1714;p27"/>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5" name="Google Shape;1715;p27"/>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6" name="Google Shape;1716;p27"/>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7" name="Google Shape;1717;p27"/>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18" name="Google Shape;1718;p27"/>
          <p:cNvGrpSpPr/>
          <p:nvPr/>
        </p:nvGrpSpPr>
        <p:grpSpPr>
          <a:xfrm rot="-5400000" flipH="1">
            <a:off x="-1300967" y="6221935"/>
            <a:ext cx="5630517" cy="5451748"/>
            <a:chOff x="8129425" y="2555026"/>
            <a:chExt cx="4222888" cy="4088811"/>
          </a:xfrm>
        </p:grpSpPr>
        <p:sp>
          <p:nvSpPr>
            <p:cNvPr id="1719" name="Google Shape;1719;p27"/>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0" name="Google Shape;1720;p27"/>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1" name="Google Shape;1721;p27"/>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2" name="Google Shape;1722;p27"/>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3" name="Google Shape;1723;p27"/>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4" name="Google Shape;1724;p27"/>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5" name="Google Shape;1725;p27"/>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6" name="Google Shape;1726;p27"/>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27" name="Google Shape;1727;p27"/>
          <p:cNvGrpSpPr/>
          <p:nvPr/>
        </p:nvGrpSpPr>
        <p:grpSpPr>
          <a:xfrm rot="10800000" flipH="1">
            <a:off x="-1489808" y="-1446130"/>
            <a:ext cx="2643967" cy="2684767"/>
            <a:chOff x="746900" y="-550225"/>
            <a:chExt cx="1982975" cy="2013575"/>
          </a:xfrm>
        </p:grpSpPr>
        <p:sp>
          <p:nvSpPr>
            <p:cNvPr id="1728" name="Google Shape;1728;p27"/>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chemeClr val="accent1"/>
              </a:solidFill>
              <a:prstDash val="solid"/>
              <a:round/>
              <a:headEnd type="none" w="med" len="med"/>
              <a:tailEnd type="none" w="med" len="med"/>
            </a:ln>
            <a:effectLst>
              <a:outerShdw blurRad="128588" dist="19050" algn="bl" rotWithShape="0">
                <a:schemeClr val="accent1"/>
              </a:outerShdw>
            </a:effectLst>
          </p:spPr>
          <p:txBody>
            <a:bodyPr/>
            <a:lstStyle/>
            <a:p>
              <a:endParaRPr lang="en-US" sz="2400"/>
            </a:p>
          </p:txBody>
        </p:sp>
        <p:sp>
          <p:nvSpPr>
            <p:cNvPr id="1729" name="Google Shape;1729;p27"/>
            <p:cNvSpPr/>
            <p:nvPr/>
          </p:nvSpPr>
          <p:spPr>
            <a:xfrm>
              <a:off x="746900" y="1312750"/>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0" name="Google Shape;1730;p27"/>
            <p:cNvSpPr/>
            <p:nvPr/>
          </p:nvSpPr>
          <p:spPr>
            <a:xfrm>
              <a:off x="2579275" y="-550225"/>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1" name="Google Shape;1731;p27"/>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grpSp>
    </p:spTree>
    <p:extLst>
      <p:ext uri="{BB962C8B-B14F-4D97-AF65-F5344CB8AC3E}">
        <p14:creationId xmlns:p14="http://schemas.microsoft.com/office/powerpoint/2010/main" val="38199817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732"/>
        <p:cNvGrpSpPr/>
        <p:nvPr/>
      </p:nvGrpSpPr>
      <p:grpSpPr>
        <a:xfrm>
          <a:off x="0" y="0"/>
          <a:ext cx="0" cy="0"/>
          <a:chOff x="0" y="0"/>
          <a:chExt cx="0" cy="0"/>
        </a:xfrm>
      </p:grpSpPr>
      <p:sp>
        <p:nvSpPr>
          <p:cNvPr id="1733" name="Google Shape;1733;p28"/>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1734" name="Google Shape;1734;p28"/>
          <p:cNvSpPr txBox="1">
            <a:spLocks noGrp="1"/>
          </p:cNvSpPr>
          <p:nvPr>
            <p:ph type="subTitle" idx="1"/>
          </p:nvPr>
        </p:nvSpPr>
        <p:spPr>
          <a:xfrm>
            <a:off x="1645584" y="4341628"/>
            <a:ext cx="27124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35" name="Google Shape;1735;p28"/>
          <p:cNvSpPr txBox="1">
            <a:spLocks noGrp="1"/>
          </p:cNvSpPr>
          <p:nvPr>
            <p:ph type="subTitle" idx="2"/>
          </p:nvPr>
        </p:nvSpPr>
        <p:spPr>
          <a:xfrm>
            <a:off x="1645584" y="3833300"/>
            <a:ext cx="27124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736" name="Google Shape;1736;p28"/>
          <p:cNvSpPr txBox="1">
            <a:spLocks noGrp="1"/>
          </p:cNvSpPr>
          <p:nvPr>
            <p:ph type="subTitle" idx="3"/>
          </p:nvPr>
        </p:nvSpPr>
        <p:spPr>
          <a:xfrm>
            <a:off x="7833984" y="4341628"/>
            <a:ext cx="27124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37" name="Google Shape;1737;p28"/>
          <p:cNvSpPr txBox="1">
            <a:spLocks noGrp="1"/>
          </p:cNvSpPr>
          <p:nvPr>
            <p:ph type="subTitle" idx="4"/>
          </p:nvPr>
        </p:nvSpPr>
        <p:spPr>
          <a:xfrm>
            <a:off x="7833984" y="3833300"/>
            <a:ext cx="27124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738" name="Google Shape;1738;p28"/>
          <p:cNvSpPr txBox="1">
            <a:spLocks noGrp="1"/>
          </p:cNvSpPr>
          <p:nvPr>
            <p:ph type="subTitle" idx="5"/>
          </p:nvPr>
        </p:nvSpPr>
        <p:spPr>
          <a:xfrm>
            <a:off x="4739784" y="4341628"/>
            <a:ext cx="27124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39" name="Google Shape;1739;p28"/>
          <p:cNvSpPr txBox="1">
            <a:spLocks noGrp="1"/>
          </p:cNvSpPr>
          <p:nvPr>
            <p:ph type="subTitle" idx="6"/>
          </p:nvPr>
        </p:nvSpPr>
        <p:spPr>
          <a:xfrm>
            <a:off x="4739784" y="3833300"/>
            <a:ext cx="27124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grpSp>
        <p:nvGrpSpPr>
          <p:cNvPr id="1740" name="Google Shape;1740;p28"/>
          <p:cNvGrpSpPr/>
          <p:nvPr/>
        </p:nvGrpSpPr>
        <p:grpSpPr>
          <a:xfrm>
            <a:off x="11266085" y="-8211072"/>
            <a:ext cx="4962601" cy="16102855"/>
            <a:chOff x="13964588" y="-8700304"/>
            <a:chExt cx="3721951" cy="12077141"/>
          </a:xfrm>
        </p:grpSpPr>
        <p:sp>
          <p:nvSpPr>
            <p:cNvPr id="1741" name="Google Shape;1741;p28"/>
            <p:cNvSpPr/>
            <p:nvPr/>
          </p:nvSpPr>
          <p:spPr>
            <a:xfrm rot="10800000">
              <a:off x="14099828" y="-8657781"/>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2" name="Google Shape;1742;p28"/>
            <p:cNvSpPr/>
            <p:nvPr/>
          </p:nvSpPr>
          <p:spPr>
            <a:xfrm rot="10800000">
              <a:off x="17552407" y="-4605535"/>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3" name="Google Shape;1743;p28"/>
            <p:cNvSpPr/>
            <p:nvPr/>
          </p:nvSpPr>
          <p:spPr>
            <a:xfrm rot="10800000">
              <a:off x="17583010" y="-5642847"/>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4" name="Google Shape;1744;p28"/>
            <p:cNvSpPr/>
            <p:nvPr/>
          </p:nvSpPr>
          <p:spPr>
            <a:xfrm rot="10800000">
              <a:off x="17133783" y="-1684415"/>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5" name="Google Shape;1745;p28"/>
            <p:cNvSpPr/>
            <p:nvPr/>
          </p:nvSpPr>
          <p:spPr>
            <a:xfrm rot="10800000">
              <a:off x="14073899" y="-2448893"/>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6" name="Google Shape;1746;p28"/>
            <p:cNvSpPr/>
            <p:nvPr/>
          </p:nvSpPr>
          <p:spPr>
            <a:xfrm rot="10800000">
              <a:off x="14073899" y="-2660577"/>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7" name="Google Shape;1747;p28"/>
            <p:cNvSpPr/>
            <p:nvPr/>
          </p:nvSpPr>
          <p:spPr>
            <a:xfrm rot="10800000">
              <a:off x="14073899" y="-2874570"/>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8" name="Google Shape;1748;p28"/>
            <p:cNvSpPr/>
            <p:nvPr/>
          </p:nvSpPr>
          <p:spPr>
            <a:xfrm rot="10800000">
              <a:off x="14073899" y="-3086253"/>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9" name="Google Shape;1749;p28"/>
            <p:cNvSpPr/>
            <p:nvPr/>
          </p:nvSpPr>
          <p:spPr>
            <a:xfrm rot="10800000">
              <a:off x="14073899" y="-329793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0" name="Google Shape;1750;p28"/>
            <p:cNvSpPr/>
            <p:nvPr/>
          </p:nvSpPr>
          <p:spPr>
            <a:xfrm rot="10800000">
              <a:off x="17013790" y="-7444292"/>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1" name="Google Shape;1751;p28"/>
            <p:cNvSpPr/>
            <p:nvPr/>
          </p:nvSpPr>
          <p:spPr>
            <a:xfrm rot="10800000">
              <a:off x="17133775" y="1118912"/>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2" name="Google Shape;1752;p28"/>
            <p:cNvSpPr/>
            <p:nvPr/>
          </p:nvSpPr>
          <p:spPr>
            <a:xfrm rot="5400000" flipH="1">
              <a:off x="12940794" y="-689097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3" name="Google Shape;1753;p28"/>
            <p:cNvSpPr/>
            <p:nvPr/>
          </p:nvSpPr>
          <p:spPr>
            <a:xfrm rot="5400000" flipH="1">
              <a:off x="13745938" y="-5065499"/>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4" name="Google Shape;1754;p28"/>
            <p:cNvSpPr/>
            <p:nvPr/>
          </p:nvSpPr>
          <p:spPr>
            <a:xfrm rot="5400000" flipH="1">
              <a:off x="14951387" y="-870030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5" name="Google Shape;1755;p28"/>
            <p:cNvSpPr/>
            <p:nvPr/>
          </p:nvSpPr>
          <p:spPr>
            <a:xfrm rot="5400000" flipH="1">
              <a:off x="14240888" y="-870030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6" name="Google Shape;1756;p28"/>
            <p:cNvSpPr/>
            <p:nvPr/>
          </p:nvSpPr>
          <p:spPr>
            <a:xfrm rot="5400000" flipH="1">
              <a:off x="14477721" y="-870030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7" name="Google Shape;1757;p28"/>
            <p:cNvSpPr/>
            <p:nvPr/>
          </p:nvSpPr>
          <p:spPr>
            <a:xfrm rot="5400000" flipH="1">
              <a:off x="14714554" y="-870030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8" name="Google Shape;1758;p28"/>
            <p:cNvSpPr/>
            <p:nvPr/>
          </p:nvSpPr>
          <p:spPr>
            <a:xfrm rot="5400000" flipH="1">
              <a:off x="17196667" y="-3497278"/>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9" name="Google Shape;1759;p28"/>
            <p:cNvSpPr/>
            <p:nvPr/>
          </p:nvSpPr>
          <p:spPr>
            <a:xfrm rot="5400000" flipH="1">
              <a:off x="14041054" y="-60033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0" name="Google Shape;1760;p28"/>
            <p:cNvSpPr/>
            <p:nvPr/>
          </p:nvSpPr>
          <p:spPr>
            <a:xfrm rot="5400000" flipH="1">
              <a:off x="14041054" y="5852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1" name="Google Shape;1761;p28"/>
            <p:cNvSpPr/>
            <p:nvPr/>
          </p:nvSpPr>
          <p:spPr>
            <a:xfrm rot="5400000" flipH="1">
              <a:off x="14041054" y="3481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2" name="Google Shape;1762;p28"/>
            <p:cNvSpPr/>
            <p:nvPr/>
          </p:nvSpPr>
          <p:spPr>
            <a:xfrm rot="5400000" flipH="1">
              <a:off x="14041054" y="11102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3" name="Google Shape;1763;p28"/>
            <p:cNvSpPr/>
            <p:nvPr/>
          </p:nvSpPr>
          <p:spPr>
            <a:xfrm rot="5400000" flipH="1">
              <a:off x="14041054" y="-12609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4" name="Google Shape;1764;p28"/>
            <p:cNvSpPr/>
            <p:nvPr/>
          </p:nvSpPr>
          <p:spPr>
            <a:xfrm rot="5400000" flipH="1">
              <a:off x="14041054" y="-36321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5" name="Google Shape;1765;p28"/>
            <p:cNvSpPr/>
            <p:nvPr/>
          </p:nvSpPr>
          <p:spPr>
            <a:xfrm rot="10800000">
              <a:off x="14099828" y="-8657781"/>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6" name="Google Shape;1766;p28"/>
            <p:cNvSpPr/>
            <p:nvPr/>
          </p:nvSpPr>
          <p:spPr>
            <a:xfrm rot="10800000">
              <a:off x="17552407" y="-4605535"/>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7" name="Google Shape;1767;p28"/>
            <p:cNvSpPr/>
            <p:nvPr/>
          </p:nvSpPr>
          <p:spPr>
            <a:xfrm rot="10800000">
              <a:off x="17583010" y="-5642847"/>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8" name="Google Shape;1768;p28"/>
            <p:cNvSpPr/>
            <p:nvPr/>
          </p:nvSpPr>
          <p:spPr>
            <a:xfrm rot="10800000">
              <a:off x="17133783" y="-1684415"/>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9" name="Google Shape;1769;p28"/>
            <p:cNvSpPr/>
            <p:nvPr/>
          </p:nvSpPr>
          <p:spPr>
            <a:xfrm rot="10800000">
              <a:off x="14073899" y="-2448893"/>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0" name="Google Shape;1770;p28"/>
            <p:cNvSpPr/>
            <p:nvPr/>
          </p:nvSpPr>
          <p:spPr>
            <a:xfrm rot="10800000">
              <a:off x="14073899" y="-2660577"/>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1" name="Google Shape;1771;p28"/>
            <p:cNvSpPr/>
            <p:nvPr/>
          </p:nvSpPr>
          <p:spPr>
            <a:xfrm rot="10800000">
              <a:off x="14073899" y="-2874570"/>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2" name="Google Shape;1772;p28"/>
            <p:cNvSpPr/>
            <p:nvPr/>
          </p:nvSpPr>
          <p:spPr>
            <a:xfrm rot="10800000">
              <a:off x="14073899" y="-3086253"/>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3" name="Google Shape;1773;p28"/>
            <p:cNvSpPr/>
            <p:nvPr/>
          </p:nvSpPr>
          <p:spPr>
            <a:xfrm rot="10800000">
              <a:off x="14073899" y="-329793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4" name="Google Shape;1774;p28"/>
            <p:cNvSpPr/>
            <p:nvPr/>
          </p:nvSpPr>
          <p:spPr>
            <a:xfrm rot="10800000">
              <a:off x="17013790" y="-7444292"/>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5" name="Google Shape;1775;p28"/>
            <p:cNvSpPr/>
            <p:nvPr/>
          </p:nvSpPr>
          <p:spPr>
            <a:xfrm rot="10800000">
              <a:off x="17133775" y="1118912"/>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6" name="Google Shape;1776;p28"/>
            <p:cNvSpPr/>
            <p:nvPr/>
          </p:nvSpPr>
          <p:spPr>
            <a:xfrm rot="5400000" flipH="1">
              <a:off x="12940794" y="-689097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7" name="Google Shape;1777;p28"/>
            <p:cNvSpPr/>
            <p:nvPr/>
          </p:nvSpPr>
          <p:spPr>
            <a:xfrm rot="5400000" flipH="1">
              <a:off x="13745938" y="-5065499"/>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8" name="Google Shape;1778;p28"/>
            <p:cNvSpPr/>
            <p:nvPr/>
          </p:nvSpPr>
          <p:spPr>
            <a:xfrm rot="5400000" flipH="1">
              <a:off x="14951387" y="-870030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9" name="Google Shape;1779;p28"/>
            <p:cNvSpPr/>
            <p:nvPr/>
          </p:nvSpPr>
          <p:spPr>
            <a:xfrm rot="5400000" flipH="1">
              <a:off x="14240888" y="-870030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0" name="Google Shape;1780;p28"/>
            <p:cNvSpPr/>
            <p:nvPr/>
          </p:nvSpPr>
          <p:spPr>
            <a:xfrm rot="5400000" flipH="1">
              <a:off x="14477721" y="-870030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1" name="Google Shape;1781;p28"/>
            <p:cNvSpPr/>
            <p:nvPr/>
          </p:nvSpPr>
          <p:spPr>
            <a:xfrm rot="5400000" flipH="1">
              <a:off x="14714554" y="-870030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2" name="Google Shape;1782;p28"/>
            <p:cNvSpPr/>
            <p:nvPr/>
          </p:nvSpPr>
          <p:spPr>
            <a:xfrm rot="5400000" flipH="1">
              <a:off x="17196667" y="-3497278"/>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3" name="Google Shape;1783;p28"/>
            <p:cNvSpPr/>
            <p:nvPr/>
          </p:nvSpPr>
          <p:spPr>
            <a:xfrm rot="5400000" flipH="1">
              <a:off x="14041054" y="-60033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4" name="Google Shape;1784;p28"/>
            <p:cNvSpPr/>
            <p:nvPr/>
          </p:nvSpPr>
          <p:spPr>
            <a:xfrm rot="5400000" flipH="1">
              <a:off x="14041054" y="5852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5" name="Google Shape;1785;p28"/>
            <p:cNvSpPr/>
            <p:nvPr/>
          </p:nvSpPr>
          <p:spPr>
            <a:xfrm rot="5400000" flipH="1">
              <a:off x="14041054" y="3481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6" name="Google Shape;1786;p28"/>
            <p:cNvSpPr/>
            <p:nvPr/>
          </p:nvSpPr>
          <p:spPr>
            <a:xfrm rot="5400000" flipH="1">
              <a:off x="14041054" y="11102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7" name="Google Shape;1787;p28"/>
            <p:cNvSpPr/>
            <p:nvPr/>
          </p:nvSpPr>
          <p:spPr>
            <a:xfrm rot="5400000" flipH="1">
              <a:off x="14041054" y="-12609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8" name="Google Shape;1788;p28"/>
            <p:cNvSpPr/>
            <p:nvPr/>
          </p:nvSpPr>
          <p:spPr>
            <a:xfrm rot="5400000" flipH="1">
              <a:off x="14041054" y="-36321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89" name="Google Shape;1789;p28"/>
          <p:cNvGrpSpPr/>
          <p:nvPr/>
        </p:nvGrpSpPr>
        <p:grpSpPr>
          <a:xfrm>
            <a:off x="7342239" y="6081233"/>
            <a:ext cx="9279260" cy="501964"/>
            <a:chOff x="5506679" y="4560924"/>
            <a:chExt cx="6959445" cy="376473"/>
          </a:xfrm>
        </p:grpSpPr>
        <p:sp>
          <p:nvSpPr>
            <p:cNvPr id="1790" name="Google Shape;1790;p28"/>
            <p:cNvSpPr/>
            <p:nvPr/>
          </p:nvSpPr>
          <p:spPr>
            <a:xfrm rot="-5400000">
              <a:off x="8942869" y="1337956"/>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1" name="Google Shape;1791;p28"/>
            <p:cNvSpPr/>
            <p:nvPr/>
          </p:nvSpPr>
          <p:spPr>
            <a:xfrm rot="10800000" flipH="1">
              <a:off x="8051620" y="45609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2" name="Google Shape;1792;p28"/>
            <p:cNvSpPr/>
            <p:nvPr/>
          </p:nvSpPr>
          <p:spPr>
            <a:xfrm rot="10800000" flipH="1">
              <a:off x="8051620" y="45609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3" name="Google Shape;1793;p28"/>
            <p:cNvSpPr/>
            <p:nvPr/>
          </p:nvSpPr>
          <p:spPr>
            <a:xfrm rot="-5400000" flipH="1">
              <a:off x="5506679" y="4786797"/>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94" name="Google Shape;1794;p28"/>
          <p:cNvSpPr/>
          <p:nvPr/>
        </p:nvSpPr>
        <p:spPr>
          <a:xfrm>
            <a:off x="-14264" y="540567"/>
            <a:ext cx="1280141" cy="357535"/>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95" name="Google Shape;1795;p28"/>
          <p:cNvSpPr/>
          <p:nvPr/>
        </p:nvSpPr>
        <p:spPr>
          <a:xfrm>
            <a:off x="-14264" y="540567"/>
            <a:ext cx="1280141" cy="357535"/>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96" name="Google Shape;1796;p28"/>
          <p:cNvGrpSpPr/>
          <p:nvPr/>
        </p:nvGrpSpPr>
        <p:grpSpPr>
          <a:xfrm>
            <a:off x="693584" y="1291785"/>
            <a:ext cx="156697" cy="959731"/>
            <a:chOff x="824987" y="359239"/>
            <a:chExt cx="117523" cy="719798"/>
          </a:xfrm>
        </p:grpSpPr>
        <p:sp>
          <p:nvSpPr>
            <p:cNvPr id="1797" name="Google Shape;1797;p28"/>
            <p:cNvSpPr/>
            <p:nvPr/>
          </p:nvSpPr>
          <p:spPr>
            <a:xfrm rot="-5400000">
              <a:off x="824987" y="35923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8" name="Google Shape;1798;p28"/>
            <p:cNvSpPr/>
            <p:nvPr/>
          </p:nvSpPr>
          <p:spPr>
            <a:xfrm rot="-5400000">
              <a:off x="824987" y="96151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9" name="Google Shape;1799;p28"/>
            <p:cNvSpPr/>
            <p:nvPr/>
          </p:nvSpPr>
          <p:spPr>
            <a:xfrm rot="-5400000">
              <a:off x="824987" y="76075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0" name="Google Shape;1800;p28"/>
            <p:cNvSpPr/>
            <p:nvPr/>
          </p:nvSpPr>
          <p:spPr>
            <a:xfrm rot="-5400000">
              <a:off x="824987" y="55999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1" name="Google Shape;1801;p28"/>
            <p:cNvSpPr/>
            <p:nvPr/>
          </p:nvSpPr>
          <p:spPr>
            <a:xfrm rot="-5400000">
              <a:off x="824987" y="35923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2" name="Google Shape;1802;p28"/>
            <p:cNvSpPr/>
            <p:nvPr/>
          </p:nvSpPr>
          <p:spPr>
            <a:xfrm rot="-5400000">
              <a:off x="824987" y="96151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3" name="Google Shape;1803;p28"/>
            <p:cNvSpPr/>
            <p:nvPr/>
          </p:nvSpPr>
          <p:spPr>
            <a:xfrm rot="-5400000">
              <a:off x="824987" y="76075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4" name="Google Shape;1804;p28"/>
            <p:cNvSpPr/>
            <p:nvPr/>
          </p:nvSpPr>
          <p:spPr>
            <a:xfrm rot="-5400000">
              <a:off x="824987" y="55999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05" name="Google Shape;1805;p28"/>
          <p:cNvGrpSpPr/>
          <p:nvPr/>
        </p:nvGrpSpPr>
        <p:grpSpPr>
          <a:xfrm>
            <a:off x="-22885238" y="613186"/>
            <a:ext cx="24216831" cy="7427028"/>
            <a:chOff x="-17163929" y="459889"/>
            <a:chExt cx="18162623" cy="5570271"/>
          </a:xfrm>
        </p:grpSpPr>
        <p:sp>
          <p:nvSpPr>
            <p:cNvPr id="1806" name="Google Shape;1806;p28"/>
            <p:cNvSpPr/>
            <p:nvPr/>
          </p:nvSpPr>
          <p:spPr>
            <a:xfrm rot="-5400000" flipH="1">
              <a:off x="-7801323" y="-2908571"/>
              <a:ext cx="5290499" cy="12182095"/>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7" name="Google Shape;1807;p28"/>
            <p:cNvSpPr/>
            <p:nvPr/>
          </p:nvSpPr>
          <p:spPr>
            <a:xfrm rot="-5400000" flipH="1">
              <a:off x="-6731174" y="-940985"/>
              <a:ext cx="173" cy="3203058"/>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8" name="Google Shape;1808;p28"/>
            <p:cNvSpPr/>
            <p:nvPr/>
          </p:nvSpPr>
          <p:spPr>
            <a:xfrm rot="-5400000" flipH="1">
              <a:off x="-3994401" y="197532"/>
              <a:ext cx="173" cy="834423"/>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9" name="Google Shape;1809;p28"/>
            <p:cNvSpPr/>
            <p:nvPr/>
          </p:nvSpPr>
          <p:spPr>
            <a:xfrm rot="-5400000" flipH="1">
              <a:off x="-13607258" y="-2818783"/>
              <a:ext cx="637224" cy="7574620"/>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0" name="Google Shape;1810;p28"/>
            <p:cNvSpPr/>
            <p:nvPr/>
          </p:nvSpPr>
          <p:spPr>
            <a:xfrm rot="-5400000" flipH="1">
              <a:off x="-17524796" y="3625937"/>
              <a:ext cx="2650694" cy="1753015"/>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1" name="Google Shape;1811;p28"/>
            <p:cNvSpPr/>
            <p:nvPr/>
          </p:nvSpPr>
          <p:spPr>
            <a:xfrm rot="-5400000" flipH="1">
              <a:off x="-8790284" y="5433450"/>
              <a:ext cx="366227" cy="499997"/>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2" name="Google Shape;1812;p28"/>
            <p:cNvSpPr/>
            <p:nvPr/>
          </p:nvSpPr>
          <p:spPr>
            <a:xfrm rot="-5400000" flipH="1">
              <a:off x="-8473478" y="5433450"/>
              <a:ext cx="366227" cy="499997"/>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3" name="Google Shape;1813;p28"/>
            <p:cNvSpPr/>
            <p:nvPr/>
          </p:nvSpPr>
          <p:spPr>
            <a:xfrm rot="-5400000" flipH="1">
              <a:off x="-8153130" y="5433537"/>
              <a:ext cx="366227" cy="499824"/>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4" name="Google Shape;1814;p28"/>
            <p:cNvSpPr/>
            <p:nvPr/>
          </p:nvSpPr>
          <p:spPr>
            <a:xfrm rot="-5400000" flipH="1">
              <a:off x="-7836411" y="5433450"/>
              <a:ext cx="366227" cy="499997"/>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5" name="Google Shape;1815;p28"/>
            <p:cNvSpPr/>
            <p:nvPr/>
          </p:nvSpPr>
          <p:spPr>
            <a:xfrm rot="-5400000" flipH="1">
              <a:off x="-7519606" y="5433450"/>
              <a:ext cx="366227" cy="499997"/>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6" name="Google Shape;1816;p28"/>
            <p:cNvSpPr/>
            <p:nvPr/>
          </p:nvSpPr>
          <p:spPr>
            <a:xfrm rot="-5400000" flipH="1">
              <a:off x="-6153992" y="-3806147"/>
              <a:ext cx="253714" cy="10292027"/>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7" name="Google Shape;1817;p28"/>
            <p:cNvSpPr/>
            <p:nvPr/>
          </p:nvSpPr>
          <p:spPr>
            <a:xfrm rot="-5400000" flipH="1">
              <a:off x="-14935953" y="47964"/>
              <a:ext cx="173" cy="2478209"/>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8" name="Google Shape;1818;p28"/>
            <p:cNvSpPr/>
            <p:nvPr/>
          </p:nvSpPr>
          <p:spPr>
            <a:xfrm>
              <a:off x="-3642674" y="5628846"/>
              <a:ext cx="3465732" cy="401314"/>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9" name="Google Shape;1819;p28"/>
            <p:cNvSpPr/>
            <p:nvPr/>
          </p:nvSpPr>
          <p:spPr>
            <a:xfrm>
              <a:off x="-5171424" y="5627125"/>
              <a:ext cx="1059201" cy="401314"/>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0" name="Google Shape;1820;p28"/>
            <p:cNvSpPr/>
            <p:nvPr/>
          </p:nvSpPr>
          <p:spPr>
            <a:xfrm>
              <a:off x="822808" y="4377431"/>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1" name="Google Shape;1821;p28"/>
            <p:cNvSpPr/>
            <p:nvPr/>
          </p:nvSpPr>
          <p:spPr>
            <a:xfrm>
              <a:off x="822808" y="5440765"/>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2" name="Google Shape;1822;p28"/>
            <p:cNvSpPr/>
            <p:nvPr/>
          </p:nvSpPr>
          <p:spPr>
            <a:xfrm>
              <a:off x="822808" y="5086320"/>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3" name="Google Shape;1823;p28"/>
            <p:cNvSpPr/>
            <p:nvPr/>
          </p:nvSpPr>
          <p:spPr>
            <a:xfrm>
              <a:off x="822808" y="473187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4" name="Google Shape;1824;p28"/>
            <p:cNvSpPr/>
            <p:nvPr/>
          </p:nvSpPr>
          <p:spPr>
            <a:xfrm>
              <a:off x="-7521298" y="459889"/>
              <a:ext cx="1064982" cy="401314"/>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5" name="Google Shape;1825;p28"/>
            <p:cNvSpPr/>
            <p:nvPr/>
          </p:nvSpPr>
          <p:spPr>
            <a:xfrm>
              <a:off x="-11299605"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6" name="Google Shape;1826;p28"/>
            <p:cNvSpPr/>
            <p:nvPr/>
          </p:nvSpPr>
          <p:spPr>
            <a:xfrm>
              <a:off x="-13073979"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7" name="Google Shape;1827;p28"/>
            <p:cNvSpPr/>
            <p:nvPr/>
          </p:nvSpPr>
          <p:spPr>
            <a:xfrm>
              <a:off x="-12719104"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8" name="Google Shape;1828;p28"/>
            <p:cNvSpPr/>
            <p:nvPr/>
          </p:nvSpPr>
          <p:spPr>
            <a:xfrm>
              <a:off x="-12364229"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9" name="Google Shape;1829;p28"/>
            <p:cNvSpPr/>
            <p:nvPr/>
          </p:nvSpPr>
          <p:spPr>
            <a:xfrm>
              <a:off x="-12009354"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0" name="Google Shape;1830;p28"/>
            <p:cNvSpPr/>
            <p:nvPr/>
          </p:nvSpPr>
          <p:spPr>
            <a:xfrm>
              <a:off x="-11654479"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1" name="Google Shape;1831;p28"/>
            <p:cNvSpPr/>
            <p:nvPr/>
          </p:nvSpPr>
          <p:spPr>
            <a:xfrm>
              <a:off x="-15411044"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2" name="Google Shape;1832;p28"/>
            <p:cNvSpPr/>
            <p:nvPr/>
          </p:nvSpPr>
          <p:spPr>
            <a:xfrm>
              <a:off x="-17163929" y="3089125"/>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3" name="Google Shape;1833;p28"/>
            <p:cNvSpPr/>
            <p:nvPr/>
          </p:nvSpPr>
          <p:spPr>
            <a:xfrm>
              <a:off x="-17163929" y="3515391"/>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4" name="Google Shape;1834;p28"/>
            <p:cNvSpPr/>
            <p:nvPr/>
          </p:nvSpPr>
          <p:spPr>
            <a:xfrm rot="-5400000" flipH="1">
              <a:off x="-7801323" y="-2908571"/>
              <a:ext cx="5290499" cy="12182095"/>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5" name="Google Shape;1835;p28"/>
            <p:cNvSpPr/>
            <p:nvPr/>
          </p:nvSpPr>
          <p:spPr>
            <a:xfrm rot="-5400000" flipH="1">
              <a:off x="-6731174" y="-940985"/>
              <a:ext cx="173" cy="3203058"/>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6" name="Google Shape;1836;p28"/>
            <p:cNvSpPr/>
            <p:nvPr/>
          </p:nvSpPr>
          <p:spPr>
            <a:xfrm rot="-5400000" flipH="1">
              <a:off x="-3994401" y="197532"/>
              <a:ext cx="173" cy="834423"/>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7" name="Google Shape;1837;p28"/>
            <p:cNvSpPr/>
            <p:nvPr/>
          </p:nvSpPr>
          <p:spPr>
            <a:xfrm rot="-5400000" flipH="1">
              <a:off x="-13607258" y="-2818783"/>
              <a:ext cx="637224" cy="7574620"/>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8" name="Google Shape;1838;p28"/>
            <p:cNvSpPr/>
            <p:nvPr/>
          </p:nvSpPr>
          <p:spPr>
            <a:xfrm rot="-5400000" flipH="1">
              <a:off x="-17524796" y="3625937"/>
              <a:ext cx="2650694" cy="1753015"/>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9" name="Google Shape;1839;p28"/>
            <p:cNvSpPr/>
            <p:nvPr/>
          </p:nvSpPr>
          <p:spPr>
            <a:xfrm rot="-5400000" flipH="1">
              <a:off x="-8790284" y="5433450"/>
              <a:ext cx="366227" cy="499997"/>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0" name="Google Shape;1840;p28"/>
            <p:cNvSpPr/>
            <p:nvPr/>
          </p:nvSpPr>
          <p:spPr>
            <a:xfrm rot="-5400000" flipH="1">
              <a:off x="-8473478" y="5433450"/>
              <a:ext cx="366227" cy="499997"/>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1" name="Google Shape;1841;p28"/>
            <p:cNvSpPr/>
            <p:nvPr/>
          </p:nvSpPr>
          <p:spPr>
            <a:xfrm rot="-5400000" flipH="1">
              <a:off x="-8153130" y="5433537"/>
              <a:ext cx="366227" cy="499824"/>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2" name="Google Shape;1842;p28"/>
            <p:cNvSpPr/>
            <p:nvPr/>
          </p:nvSpPr>
          <p:spPr>
            <a:xfrm rot="-5400000" flipH="1">
              <a:off x="-7836411" y="5433450"/>
              <a:ext cx="366227" cy="499997"/>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3" name="Google Shape;1843;p28"/>
            <p:cNvSpPr/>
            <p:nvPr/>
          </p:nvSpPr>
          <p:spPr>
            <a:xfrm rot="-5400000" flipH="1">
              <a:off x="-7519606" y="5433450"/>
              <a:ext cx="366227" cy="499997"/>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4" name="Google Shape;1844;p28"/>
            <p:cNvSpPr/>
            <p:nvPr/>
          </p:nvSpPr>
          <p:spPr>
            <a:xfrm rot="-5400000" flipH="1">
              <a:off x="-6153992" y="-3806147"/>
              <a:ext cx="253714" cy="10292027"/>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5" name="Google Shape;1845;p28"/>
            <p:cNvSpPr/>
            <p:nvPr/>
          </p:nvSpPr>
          <p:spPr>
            <a:xfrm rot="-5400000" flipH="1">
              <a:off x="-14935953" y="47964"/>
              <a:ext cx="173" cy="2478209"/>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6" name="Google Shape;1846;p28"/>
            <p:cNvSpPr/>
            <p:nvPr/>
          </p:nvSpPr>
          <p:spPr>
            <a:xfrm>
              <a:off x="-3642674" y="5628846"/>
              <a:ext cx="3465732" cy="401314"/>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7" name="Google Shape;1847;p28"/>
            <p:cNvSpPr/>
            <p:nvPr/>
          </p:nvSpPr>
          <p:spPr>
            <a:xfrm>
              <a:off x="-5171424" y="5627125"/>
              <a:ext cx="1059201" cy="401314"/>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8" name="Google Shape;1848;p28"/>
            <p:cNvSpPr/>
            <p:nvPr/>
          </p:nvSpPr>
          <p:spPr>
            <a:xfrm>
              <a:off x="822808" y="4377431"/>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9" name="Google Shape;1849;p28"/>
            <p:cNvSpPr/>
            <p:nvPr/>
          </p:nvSpPr>
          <p:spPr>
            <a:xfrm>
              <a:off x="822808" y="5440765"/>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0" name="Google Shape;1850;p28"/>
            <p:cNvSpPr/>
            <p:nvPr/>
          </p:nvSpPr>
          <p:spPr>
            <a:xfrm>
              <a:off x="822808" y="5086320"/>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1" name="Google Shape;1851;p28"/>
            <p:cNvSpPr/>
            <p:nvPr/>
          </p:nvSpPr>
          <p:spPr>
            <a:xfrm>
              <a:off x="822808" y="473187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2" name="Google Shape;1852;p28"/>
            <p:cNvSpPr/>
            <p:nvPr/>
          </p:nvSpPr>
          <p:spPr>
            <a:xfrm>
              <a:off x="-7521298" y="459889"/>
              <a:ext cx="1064982" cy="401314"/>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3" name="Google Shape;1853;p28"/>
            <p:cNvSpPr/>
            <p:nvPr/>
          </p:nvSpPr>
          <p:spPr>
            <a:xfrm>
              <a:off x="-11299605"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4" name="Google Shape;1854;p28"/>
            <p:cNvSpPr/>
            <p:nvPr/>
          </p:nvSpPr>
          <p:spPr>
            <a:xfrm>
              <a:off x="-13073979"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5" name="Google Shape;1855;p28"/>
            <p:cNvSpPr/>
            <p:nvPr/>
          </p:nvSpPr>
          <p:spPr>
            <a:xfrm>
              <a:off x="-12719104"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6" name="Google Shape;1856;p28"/>
            <p:cNvSpPr/>
            <p:nvPr/>
          </p:nvSpPr>
          <p:spPr>
            <a:xfrm>
              <a:off x="-12364229"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7" name="Google Shape;1857;p28"/>
            <p:cNvSpPr/>
            <p:nvPr/>
          </p:nvSpPr>
          <p:spPr>
            <a:xfrm>
              <a:off x="-12009354"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8" name="Google Shape;1858;p28"/>
            <p:cNvSpPr/>
            <p:nvPr/>
          </p:nvSpPr>
          <p:spPr>
            <a:xfrm>
              <a:off x="-11654479"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9" name="Google Shape;1859;p28"/>
            <p:cNvSpPr/>
            <p:nvPr/>
          </p:nvSpPr>
          <p:spPr>
            <a:xfrm>
              <a:off x="-15411044" y="573983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0" name="Google Shape;1860;p28"/>
            <p:cNvSpPr/>
            <p:nvPr/>
          </p:nvSpPr>
          <p:spPr>
            <a:xfrm>
              <a:off x="-17163929" y="3089125"/>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1" name="Google Shape;1861;p28"/>
            <p:cNvSpPr/>
            <p:nvPr/>
          </p:nvSpPr>
          <p:spPr>
            <a:xfrm>
              <a:off x="-17163929" y="3515391"/>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2" name="Google Shape;1862;p28"/>
            <p:cNvSpPr/>
            <p:nvPr/>
          </p:nvSpPr>
          <p:spPr>
            <a:xfrm>
              <a:off x="393150" y="2661163"/>
              <a:ext cx="175901" cy="47820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3" name="Google Shape;1863;p28"/>
            <p:cNvSpPr/>
            <p:nvPr/>
          </p:nvSpPr>
          <p:spPr>
            <a:xfrm>
              <a:off x="393150" y="2661163"/>
              <a:ext cx="175901" cy="47820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0579368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864"/>
        <p:cNvGrpSpPr/>
        <p:nvPr/>
      </p:nvGrpSpPr>
      <p:grpSpPr>
        <a:xfrm>
          <a:off x="0" y="0"/>
          <a:ext cx="0" cy="0"/>
          <a:chOff x="0" y="0"/>
          <a:chExt cx="0" cy="0"/>
        </a:xfrm>
      </p:grpSpPr>
      <p:sp>
        <p:nvSpPr>
          <p:cNvPr id="1865" name="Google Shape;1865;p29"/>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1866" name="Google Shape;1866;p29"/>
          <p:cNvSpPr txBox="1">
            <a:spLocks noGrp="1"/>
          </p:cNvSpPr>
          <p:nvPr>
            <p:ph type="subTitle" idx="1"/>
          </p:nvPr>
        </p:nvSpPr>
        <p:spPr>
          <a:xfrm>
            <a:off x="2843700" y="2602989"/>
            <a:ext cx="2876800" cy="1046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67" name="Google Shape;1867;p29"/>
          <p:cNvSpPr txBox="1">
            <a:spLocks noGrp="1"/>
          </p:cNvSpPr>
          <p:nvPr>
            <p:ph type="subTitle" idx="2"/>
          </p:nvPr>
        </p:nvSpPr>
        <p:spPr>
          <a:xfrm>
            <a:off x="2843700" y="2094667"/>
            <a:ext cx="28768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868" name="Google Shape;1868;p29"/>
          <p:cNvSpPr txBox="1">
            <a:spLocks noGrp="1"/>
          </p:cNvSpPr>
          <p:nvPr>
            <p:ph type="subTitle" idx="3"/>
          </p:nvPr>
        </p:nvSpPr>
        <p:spPr>
          <a:xfrm>
            <a:off x="2843700" y="4534723"/>
            <a:ext cx="2876800" cy="1046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69" name="Google Shape;1869;p29"/>
          <p:cNvSpPr txBox="1">
            <a:spLocks noGrp="1"/>
          </p:cNvSpPr>
          <p:nvPr>
            <p:ph type="subTitle" idx="4"/>
          </p:nvPr>
        </p:nvSpPr>
        <p:spPr>
          <a:xfrm>
            <a:off x="2843700" y="4026400"/>
            <a:ext cx="28768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870" name="Google Shape;1870;p29"/>
          <p:cNvSpPr txBox="1">
            <a:spLocks noGrp="1"/>
          </p:cNvSpPr>
          <p:nvPr>
            <p:ph type="subTitle" idx="5"/>
          </p:nvPr>
        </p:nvSpPr>
        <p:spPr>
          <a:xfrm>
            <a:off x="7882467" y="2602989"/>
            <a:ext cx="2876800" cy="1046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71" name="Google Shape;1871;p29"/>
          <p:cNvSpPr txBox="1">
            <a:spLocks noGrp="1"/>
          </p:cNvSpPr>
          <p:nvPr>
            <p:ph type="subTitle" idx="6"/>
          </p:nvPr>
        </p:nvSpPr>
        <p:spPr>
          <a:xfrm>
            <a:off x="7882467" y="2094667"/>
            <a:ext cx="28768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872" name="Google Shape;1872;p29"/>
          <p:cNvSpPr txBox="1">
            <a:spLocks noGrp="1"/>
          </p:cNvSpPr>
          <p:nvPr>
            <p:ph type="subTitle" idx="7"/>
          </p:nvPr>
        </p:nvSpPr>
        <p:spPr>
          <a:xfrm>
            <a:off x="7882467" y="4534723"/>
            <a:ext cx="2876800" cy="1046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73" name="Google Shape;1873;p29"/>
          <p:cNvSpPr txBox="1">
            <a:spLocks noGrp="1"/>
          </p:cNvSpPr>
          <p:nvPr>
            <p:ph type="subTitle" idx="8"/>
          </p:nvPr>
        </p:nvSpPr>
        <p:spPr>
          <a:xfrm>
            <a:off x="7882467" y="4026400"/>
            <a:ext cx="28768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grpSp>
        <p:nvGrpSpPr>
          <p:cNvPr id="1874" name="Google Shape;1874;p29"/>
          <p:cNvGrpSpPr/>
          <p:nvPr/>
        </p:nvGrpSpPr>
        <p:grpSpPr>
          <a:xfrm rot="10800000">
            <a:off x="-1441394" y="3868083"/>
            <a:ext cx="4028963" cy="4195035"/>
            <a:chOff x="-1081045" y="-1072813"/>
            <a:chExt cx="3021722" cy="3146276"/>
          </a:xfrm>
        </p:grpSpPr>
        <p:sp>
          <p:nvSpPr>
            <p:cNvPr id="1875" name="Google Shape;1875;p29"/>
            <p:cNvSpPr/>
            <p:nvPr/>
          </p:nvSpPr>
          <p:spPr>
            <a:xfrm rot="8083927">
              <a:off x="-160775" y="-609433"/>
              <a:ext cx="881792" cy="881848"/>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6" name="Google Shape;1876;p29"/>
            <p:cNvSpPr/>
            <p:nvPr/>
          </p:nvSpPr>
          <p:spPr>
            <a:xfrm rot="8083927">
              <a:off x="-748556" y="-51985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7" name="Google Shape;1877;p29"/>
            <p:cNvSpPr/>
            <p:nvPr/>
          </p:nvSpPr>
          <p:spPr>
            <a:xfrm>
              <a:off x="204813" y="1922863"/>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8" name="Google Shape;1878;p29"/>
            <p:cNvSpPr/>
            <p:nvPr/>
          </p:nvSpPr>
          <p:spPr>
            <a:xfrm>
              <a:off x="227276" y="438150"/>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9" name="Google Shape;1879;p29"/>
            <p:cNvSpPr/>
            <p:nvPr/>
          </p:nvSpPr>
          <p:spPr>
            <a:xfrm rot="8083927">
              <a:off x="-160775" y="-609433"/>
              <a:ext cx="881792" cy="881848"/>
            </a:xfrm>
            <a:custGeom>
              <a:avLst/>
              <a:gdLst/>
              <a:ahLst/>
              <a:cxnLst/>
              <a:rect l="l" t="t" r="r" b="b"/>
              <a:pathLst>
                <a:path w="15865" h="15866" fill="none" extrusionOk="0">
                  <a:moveTo>
                    <a:pt x="0" y="15865"/>
                  </a:moveTo>
                  <a:lnTo>
                    <a:pt x="15865"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0" name="Google Shape;1880;p29"/>
            <p:cNvSpPr/>
            <p:nvPr/>
          </p:nvSpPr>
          <p:spPr>
            <a:xfrm>
              <a:off x="227276" y="438150"/>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1" name="Google Shape;1881;p29"/>
            <p:cNvSpPr/>
            <p:nvPr/>
          </p:nvSpPr>
          <p:spPr>
            <a:xfrm rot="8083927">
              <a:off x="-748556" y="-519859"/>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2" name="Google Shape;1882;p29"/>
            <p:cNvSpPr/>
            <p:nvPr/>
          </p:nvSpPr>
          <p:spPr>
            <a:xfrm>
              <a:off x="204813" y="1922863"/>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83" name="Google Shape;1883;p29"/>
          <p:cNvGrpSpPr/>
          <p:nvPr/>
        </p:nvGrpSpPr>
        <p:grpSpPr>
          <a:xfrm rot="10800000">
            <a:off x="10930168" y="-841235"/>
            <a:ext cx="1544233" cy="3758819"/>
            <a:chOff x="-444950" y="2746461"/>
            <a:chExt cx="1158175" cy="2819114"/>
          </a:xfrm>
        </p:grpSpPr>
        <p:sp>
          <p:nvSpPr>
            <p:cNvPr id="1884" name="Google Shape;1884;p29"/>
            <p:cNvSpPr/>
            <p:nvPr/>
          </p:nvSpPr>
          <p:spPr>
            <a:xfrm>
              <a:off x="248038" y="2856850"/>
              <a:ext cx="267975" cy="1554325"/>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885" name="Google Shape;1885;p29"/>
            <p:cNvSpPr/>
            <p:nvPr/>
          </p:nvSpPr>
          <p:spPr>
            <a:xfrm>
              <a:off x="-438775" y="4411175"/>
              <a:ext cx="1152000" cy="11544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6" name="Google Shape;1886;p29"/>
            <p:cNvSpPr/>
            <p:nvPr/>
          </p:nvSpPr>
          <p:spPr>
            <a:xfrm>
              <a:off x="-254275" y="4596125"/>
              <a:ext cx="783000" cy="7845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7" name="Google Shape;1887;p29"/>
            <p:cNvSpPr/>
            <p:nvPr/>
          </p:nvSpPr>
          <p:spPr>
            <a:xfrm>
              <a:off x="241863" y="2856850"/>
              <a:ext cx="267975" cy="1554325"/>
            </a:xfrm>
            <a:custGeom>
              <a:avLst/>
              <a:gdLst/>
              <a:ahLst/>
              <a:cxnLst/>
              <a:rect l="l" t="t" r="r" b="b"/>
              <a:pathLst>
                <a:path w="10719" h="62173" extrusionOk="0">
                  <a:moveTo>
                    <a:pt x="0" y="0"/>
                  </a:moveTo>
                  <a:lnTo>
                    <a:pt x="0" y="51453"/>
                  </a:lnTo>
                  <a:lnTo>
                    <a:pt x="10719" y="62173"/>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1888" name="Google Shape;1888;p29"/>
            <p:cNvSpPr/>
            <p:nvPr/>
          </p:nvSpPr>
          <p:spPr>
            <a:xfrm>
              <a:off x="-444950" y="4411175"/>
              <a:ext cx="1152000" cy="11544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9" name="Google Shape;1889;p29"/>
            <p:cNvSpPr/>
            <p:nvPr/>
          </p:nvSpPr>
          <p:spPr>
            <a:xfrm>
              <a:off x="-260450" y="4596125"/>
              <a:ext cx="783000" cy="784500"/>
            </a:xfrm>
            <a:prstGeom prst="rect">
              <a:avLst/>
            </a:pr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0" name="Google Shape;1890;p29"/>
            <p:cNvSpPr/>
            <p:nvPr/>
          </p:nvSpPr>
          <p:spPr>
            <a:xfrm>
              <a:off x="189739" y="2746461"/>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1" name="Google Shape;1891;p29"/>
            <p:cNvSpPr/>
            <p:nvPr/>
          </p:nvSpPr>
          <p:spPr>
            <a:xfrm>
              <a:off x="189739" y="2746461"/>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92" name="Google Shape;1892;p29"/>
          <p:cNvGrpSpPr/>
          <p:nvPr/>
        </p:nvGrpSpPr>
        <p:grpSpPr>
          <a:xfrm rot="-5400000" flipH="1">
            <a:off x="7544034" y="6221935"/>
            <a:ext cx="5630517" cy="5451748"/>
            <a:chOff x="8129425" y="2555026"/>
            <a:chExt cx="4222888" cy="4088811"/>
          </a:xfrm>
        </p:grpSpPr>
        <p:sp>
          <p:nvSpPr>
            <p:cNvPr id="1893" name="Google Shape;1893;p29"/>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4" name="Google Shape;1894;p29"/>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5" name="Google Shape;1895;p29"/>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6" name="Google Shape;1896;p29"/>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7" name="Google Shape;1897;p29"/>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8" name="Google Shape;1898;p29"/>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9" name="Google Shape;1899;p29"/>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0" name="Google Shape;1900;p29"/>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01" name="Google Shape;1901;p29"/>
          <p:cNvGrpSpPr/>
          <p:nvPr/>
        </p:nvGrpSpPr>
        <p:grpSpPr>
          <a:xfrm>
            <a:off x="-4091349" y="-13263630"/>
            <a:ext cx="5003385" cy="16181231"/>
            <a:chOff x="-3068512" y="-9947723"/>
            <a:chExt cx="3752539" cy="12135923"/>
          </a:xfrm>
        </p:grpSpPr>
        <p:sp>
          <p:nvSpPr>
            <p:cNvPr id="1902" name="Google Shape;1902;p29"/>
            <p:cNvSpPr/>
            <p:nvPr/>
          </p:nvSpPr>
          <p:spPr>
            <a:xfrm flipH="1">
              <a:off x="-2933272" y="-5994223"/>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3" name="Google Shape;1903;p29"/>
            <p:cNvSpPr/>
            <p:nvPr/>
          </p:nvSpPr>
          <p:spPr>
            <a:xfrm flipH="1">
              <a:off x="519307" y="-404680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4" name="Google Shape;1904;p29"/>
            <p:cNvSpPr/>
            <p:nvPr/>
          </p:nvSpPr>
          <p:spPr>
            <a:xfrm flipH="1">
              <a:off x="549910" y="-1426807"/>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5" name="Google Shape;1905;p29"/>
            <p:cNvSpPr/>
            <p:nvPr/>
          </p:nvSpPr>
          <p:spPr>
            <a:xfrm flipH="1">
              <a:off x="100683" y="-9888941"/>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6" name="Google Shape;1906;p29"/>
            <p:cNvSpPr/>
            <p:nvPr/>
          </p:nvSpPr>
          <p:spPr>
            <a:xfrm flipH="1">
              <a:off x="-2933304" y="-9888941"/>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7" name="Google Shape;1907;p29"/>
            <p:cNvSpPr/>
            <p:nvPr/>
          </p:nvSpPr>
          <p:spPr>
            <a:xfrm flipH="1">
              <a:off x="-2959201" y="-4397302"/>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8" name="Google Shape;1908;p29"/>
            <p:cNvSpPr/>
            <p:nvPr/>
          </p:nvSpPr>
          <p:spPr>
            <a:xfrm flipH="1">
              <a:off x="-2959201" y="-418561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9" name="Google Shape;1909;p29"/>
            <p:cNvSpPr/>
            <p:nvPr/>
          </p:nvSpPr>
          <p:spPr>
            <a:xfrm flipH="1">
              <a:off x="-2959201" y="-3971510"/>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0" name="Google Shape;1910;p29"/>
            <p:cNvSpPr/>
            <p:nvPr/>
          </p:nvSpPr>
          <p:spPr>
            <a:xfrm flipH="1">
              <a:off x="-2959201" y="-3759942"/>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1" name="Google Shape;1911;p29"/>
            <p:cNvSpPr/>
            <p:nvPr/>
          </p:nvSpPr>
          <p:spPr>
            <a:xfrm flipH="1">
              <a:off x="-2959201" y="-354825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2" name="Google Shape;1912;p29"/>
            <p:cNvSpPr/>
            <p:nvPr/>
          </p:nvSpPr>
          <p:spPr>
            <a:xfrm flipH="1">
              <a:off x="100675" y="-9286920"/>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3" name="Google Shape;1913;p29"/>
            <p:cNvSpPr/>
            <p:nvPr/>
          </p:nvSpPr>
          <p:spPr>
            <a:xfrm rot="5400000">
              <a:off x="-4092306" y="110720"/>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4" name="Google Shape;1914;p29"/>
            <p:cNvSpPr/>
            <p:nvPr/>
          </p:nvSpPr>
          <p:spPr>
            <a:xfrm rot="5400000">
              <a:off x="-3287162" y="-1714756"/>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5" name="Google Shape;1915;p29"/>
            <p:cNvSpPr/>
            <p:nvPr/>
          </p:nvSpPr>
          <p:spPr>
            <a:xfrm rot="5400000">
              <a:off x="-2081713" y="20706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6" name="Google Shape;1916;p29"/>
            <p:cNvSpPr/>
            <p:nvPr/>
          </p:nvSpPr>
          <p:spPr>
            <a:xfrm rot="5400000">
              <a:off x="-2792212" y="20706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7" name="Google Shape;1917;p29"/>
            <p:cNvSpPr/>
            <p:nvPr/>
          </p:nvSpPr>
          <p:spPr>
            <a:xfrm rot="5400000">
              <a:off x="-2555379" y="20706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8" name="Google Shape;1918;p29"/>
            <p:cNvSpPr/>
            <p:nvPr/>
          </p:nvSpPr>
          <p:spPr>
            <a:xfrm rot="5400000">
              <a:off x="-2318546" y="20706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9" name="Google Shape;1919;p29"/>
            <p:cNvSpPr/>
            <p:nvPr/>
          </p:nvSpPr>
          <p:spPr>
            <a:xfrm rot="5400000">
              <a:off x="163567" y="-3282978"/>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0" name="Google Shape;1920;p29"/>
            <p:cNvSpPr/>
            <p:nvPr/>
          </p:nvSpPr>
          <p:spPr>
            <a:xfrm rot="5400000">
              <a:off x="-2992046" y="-6029291"/>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1" name="Google Shape;1921;p29"/>
            <p:cNvSpPr/>
            <p:nvPr/>
          </p:nvSpPr>
          <p:spPr>
            <a:xfrm rot="5400000">
              <a:off x="-2992046" y="-721489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2" name="Google Shape;1922;p29"/>
            <p:cNvSpPr/>
            <p:nvPr/>
          </p:nvSpPr>
          <p:spPr>
            <a:xfrm rot="5400000">
              <a:off x="-2992046" y="-697777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3" name="Google Shape;1923;p29"/>
            <p:cNvSpPr/>
            <p:nvPr/>
          </p:nvSpPr>
          <p:spPr>
            <a:xfrm rot="5400000">
              <a:off x="-2992046" y="-67406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4" name="Google Shape;1924;p29"/>
            <p:cNvSpPr/>
            <p:nvPr/>
          </p:nvSpPr>
          <p:spPr>
            <a:xfrm rot="5400000">
              <a:off x="-2992046" y="-6503533"/>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5" name="Google Shape;1925;p29"/>
            <p:cNvSpPr/>
            <p:nvPr/>
          </p:nvSpPr>
          <p:spPr>
            <a:xfrm rot="5400000">
              <a:off x="-2992046" y="-626641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6" name="Google Shape;1926;p29"/>
            <p:cNvSpPr/>
            <p:nvPr/>
          </p:nvSpPr>
          <p:spPr>
            <a:xfrm rot="5400000">
              <a:off x="-2992046" y="-877647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7" name="Google Shape;1927;p29"/>
            <p:cNvSpPr/>
            <p:nvPr/>
          </p:nvSpPr>
          <p:spPr>
            <a:xfrm rot="5400000">
              <a:off x="-1220890" y="-9947723"/>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8" name="Google Shape;1928;p29"/>
            <p:cNvSpPr/>
            <p:nvPr/>
          </p:nvSpPr>
          <p:spPr>
            <a:xfrm rot="5400000">
              <a:off x="-1505714" y="-9947723"/>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9" name="Google Shape;1929;p29"/>
            <p:cNvSpPr/>
            <p:nvPr/>
          </p:nvSpPr>
          <p:spPr>
            <a:xfrm flipH="1">
              <a:off x="-2933272" y="-5994223"/>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0" name="Google Shape;1930;p29"/>
            <p:cNvSpPr/>
            <p:nvPr/>
          </p:nvSpPr>
          <p:spPr>
            <a:xfrm flipH="1">
              <a:off x="519307" y="-404680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1" name="Google Shape;1931;p29"/>
            <p:cNvSpPr/>
            <p:nvPr/>
          </p:nvSpPr>
          <p:spPr>
            <a:xfrm flipH="1">
              <a:off x="549910" y="-1426807"/>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2" name="Google Shape;1932;p29"/>
            <p:cNvSpPr/>
            <p:nvPr/>
          </p:nvSpPr>
          <p:spPr>
            <a:xfrm flipH="1">
              <a:off x="100683" y="-9888941"/>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3" name="Google Shape;1933;p29"/>
            <p:cNvSpPr/>
            <p:nvPr/>
          </p:nvSpPr>
          <p:spPr>
            <a:xfrm flipH="1">
              <a:off x="-2933304" y="-9888941"/>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4" name="Google Shape;1934;p29"/>
            <p:cNvSpPr/>
            <p:nvPr/>
          </p:nvSpPr>
          <p:spPr>
            <a:xfrm flipH="1">
              <a:off x="-2959201" y="-4397302"/>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5" name="Google Shape;1935;p29"/>
            <p:cNvSpPr/>
            <p:nvPr/>
          </p:nvSpPr>
          <p:spPr>
            <a:xfrm flipH="1">
              <a:off x="-2959201" y="-418561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6" name="Google Shape;1936;p29"/>
            <p:cNvSpPr/>
            <p:nvPr/>
          </p:nvSpPr>
          <p:spPr>
            <a:xfrm flipH="1">
              <a:off x="-2959201" y="-3971510"/>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7" name="Google Shape;1937;p29"/>
            <p:cNvSpPr/>
            <p:nvPr/>
          </p:nvSpPr>
          <p:spPr>
            <a:xfrm flipH="1">
              <a:off x="-2959201" y="-3759942"/>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8" name="Google Shape;1938;p29"/>
            <p:cNvSpPr/>
            <p:nvPr/>
          </p:nvSpPr>
          <p:spPr>
            <a:xfrm flipH="1">
              <a:off x="-2959201" y="-354825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9" name="Google Shape;1939;p29"/>
            <p:cNvSpPr/>
            <p:nvPr/>
          </p:nvSpPr>
          <p:spPr>
            <a:xfrm flipH="1">
              <a:off x="100675" y="-9286920"/>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0" name="Google Shape;1940;p29"/>
            <p:cNvSpPr/>
            <p:nvPr/>
          </p:nvSpPr>
          <p:spPr>
            <a:xfrm rot="5400000">
              <a:off x="-4092306" y="110720"/>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1" name="Google Shape;1941;p29"/>
            <p:cNvSpPr/>
            <p:nvPr/>
          </p:nvSpPr>
          <p:spPr>
            <a:xfrm rot="5400000">
              <a:off x="196075" y="-80106"/>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2" name="Google Shape;1942;p29"/>
            <p:cNvSpPr/>
            <p:nvPr/>
          </p:nvSpPr>
          <p:spPr>
            <a:xfrm rot="5400000">
              <a:off x="-2081713" y="20706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3" name="Google Shape;1943;p29"/>
            <p:cNvSpPr/>
            <p:nvPr/>
          </p:nvSpPr>
          <p:spPr>
            <a:xfrm rot="5400000">
              <a:off x="-2792212" y="20706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4" name="Google Shape;1944;p29"/>
            <p:cNvSpPr/>
            <p:nvPr/>
          </p:nvSpPr>
          <p:spPr>
            <a:xfrm rot="5400000">
              <a:off x="-2555379" y="20706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5" name="Google Shape;1945;p29"/>
            <p:cNvSpPr/>
            <p:nvPr/>
          </p:nvSpPr>
          <p:spPr>
            <a:xfrm rot="5400000">
              <a:off x="-2318546" y="20706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6" name="Google Shape;1946;p29"/>
            <p:cNvSpPr/>
            <p:nvPr/>
          </p:nvSpPr>
          <p:spPr>
            <a:xfrm rot="5400000">
              <a:off x="163567" y="-3282978"/>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7" name="Google Shape;1947;p29"/>
            <p:cNvSpPr/>
            <p:nvPr/>
          </p:nvSpPr>
          <p:spPr>
            <a:xfrm rot="5400000">
              <a:off x="-2992046" y="-6029291"/>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8" name="Google Shape;1948;p29"/>
            <p:cNvSpPr/>
            <p:nvPr/>
          </p:nvSpPr>
          <p:spPr>
            <a:xfrm rot="5400000">
              <a:off x="-2992046" y="-721489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9" name="Google Shape;1949;p29"/>
            <p:cNvSpPr/>
            <p:nvPr/>
          </p:nvSpPr>
          <p:spPr>
            <a:xfrm rot="5400000">
              <a:off x="-2992046" y="-697777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0" name="Google Shape;1950;p29"/>
            <p:cNvSpPr/>
            <p:nvPr/>
          </p:nvSpPr>
          <p:spPr>
            <a:xfrm rot="5400000">
              <a:off x="-2992046" y="-67406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1" name="Google Shape;1951;p29"/>
            <p:cNvSpPr/>
            <p:nvPr/>
          </p:nvSpPr>
          <p:spPr>
            <a:xfrm rot="5400000">
              <a:off x="-2992046" y="-6503533"/>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2" name="Google Shape;1952;p29"/>
            <p:cNvSpPr/>
            <p:nvPr/>
          </p:nvSpPr>
          <p:spPr>
            <a:xfrm rot="5400000">
              <a:off x="-2992046" y="-626641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3" name="Google Shape;1953;p29"/>
            <p:cNvSpPr/>
            <p:nvPr/>
          </p:nvSpPr>
          <p:spPr>
            <a:xfrm rot="5400000">
              <a:off x="-2992046" y="-877647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4" name="Google Shape;1954;p29"/>
            <p:cNvSpPr/>
            <p:nvPr/>
          </p:nvSpPr>
          <p:spPr>
            <a:xfrm rot="5400000">
              <a:off x="-1220890" y="-9947723"/>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5" name="Google Shape;1955;p29"/>
            <p:cNvSpPr/>
            <p:nvPr/>
          </p:nvSpPr>
          <p:spPr>
            <a:xfrm rot="5400000">
              <a:off x="-1505714" y="-9947723"/>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6" name="Google Shape;1956;p29"/>
            <p:cNvSpPr/>
            <p:nvPr/>
          </p:nvSpPr>
          <p:spPr>
            <a:xfrm rot="5400000">
              <a:off x="196075" y="-80106"/>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1663552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1957"/>
        <p:cNvGrpSpPr/>
        <p:nvPr/>
      </p:nvGrpSpPr>
      <p:grpSpPr>
        <a:xfrm>
          <a:off x="0" y="0"/>
          <a:ext cx="0" cy="0"/>
          <a:chOff x="0" y="0"/>
          <a:chExt cx="0" cy="0"/>
        </a:xfrm>
      </p:grpSpPr>
      <p:sp>
        <p:nvSpPr>
          <p:cNvPr id="1958" name="Google Shape;1958;p30"/>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959" name="Google Shape;1959;p30"/>
          <p:cNvGrpSpPr/>
          <p:nvPr/>
        </p:nvGrpSpPr>
        <p:grpSpPr>
          <a:xfrm>
            <a:off x="-4816763" y="4728635"/>
            <a:ext cx="5451748" cy="5451748"/>
            <a:chOff x="-3640848" y="2185426"/>
            <a:chExt cx="4088811" cy="4088811"/>
          </a:xfrm>
        </p:grpSpPr>
        <p:sp>
          <p:nvSpPr>
            <p:cNvPr id="1960" name="Google Shape;1960;p30"/>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1" name="Google Shape;1961;p30"/>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62" name="Google Shape;1962;p30"/>
          <p:cNvGrpSpPr/>
          <p:nvPr/>
        </p:nvGrpSpPr>
        <p:grpSpPr>
          <a:xfrm>
            <a:off x="-1800769" y="511467"/>
            <a:ext cx="2571693" cy="3768795"/>
            <a:chOff x="-1350577" y="383600"/>
            <a:chExt cx="1928770" cy="2826596"/>
          </a:xfrm>
        </p:grpSpPr>
        <p:sp>
          <p:nvSpPr>
            <p:cNvPr id="1963" name="Google Shape;1963;p30"/>
            <p:cNvSpPr/>
            <p:nvPr/>
          </p:nvSpPr>
          <p:spPr>
            <a:xfrm rot="5400000">
              <a:off x="-1711634" y="920412"/>
              <a:ext cx="2650694" cy="1753015"/>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4" name="Google Shape;1964;p30"/>
            <p:cNvSpPr/>
            <p:nvPr/>
          </p:nvSpPr>
          <p:spPr>
            <a:xfrm flipH="1">
              <a:off x="-1350577" y="3034311"/>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5" name="Google Shape;1965;p30"/>
            <p:cNvSpPr/>
            <p:nvPr/>
          </p:nvSpPr>
          <p:spPr>
            <a:xfrm flipH="1">
              <a:off x="402308" y="383600"/>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6" name="Google Shape;1966;p30"/>
            <p:cNvSpPr/>
            <p:nvPr/>
          </p:nvSpPr>
          <p:spPr>
            <a:xfrm flipH="1">
              <a:off x="402308" y="80986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7" name="Google Shape;1967;p30"/>
            <p:cNvSpPr/>
            <p:nvPr/>
          </p:nvSpPr>
          <p:spPr>
            <a:xfrm rot="5400000">
              <a:off x="-1711634" y="920412"/>
              <a:ext cx="2650694" cy="1753015"/>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8" name="Google Shape;1968;p30"/>
            <p:cNvSpPr/>
            <p:nvPr/>
          </p:nvSpPr>
          <p:spPr>
            <a:xfrm flipH="1">
              <a:off x="-1350577" y="3034311"/>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9" name="Google Shape;1969;p30"/>
            <p:cNvSpPr/>
            <p:nvPr/>
          </p:nvSpPr>
          <p:spPr>
            <a:xfrm flipH="1">
              <a:off x="402308" y="383600"/>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0" name="Google Shape;1970;p30"/>
            <p:cNvSpPr/>
            <p:nvPr/>
          </p:nvSpPr>
          <p:spPr>
            <a:xfrm flipH="1">
              <a:off x="402308" y="809866"/>
              <a:ext cx="175885" cy="175885"/>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71" name="Google Shape;1971;p30"/>
          <p:cNvSpPr txBox="1">
            <a:spLocks noGrp="1"/>
          </p:cNvSpPr>
          <p:nvPr>
            <p:ph type="subTitle" idx="1"/>
          </p:nvPr>
        </p:nvSpPr>
        <p:spPr>
          <a:xfrm>
            <a:off x="950967" y="4447189"/>
            <a:ext cx="2468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72" name="Google Shape;1972;p30"/>
          <p:cNvSpPr txBox="1">
            <a:spLocks noGrp="1"/>
          </p:cNvSpPr>
          <p:nvPr>
            <p:ph type="subTitle" idx="2"/>
          </p:nvPr>
        </p:nvSpPr>
        <p:spPr>
          <a:xfrm>
            <a:off x="950967" y="3878209"/>
            <a:ext cx="2468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973" name="Google Shape;1973;p30"/>
          <p:cNvSpPr txBox="1">
            <a:spLocks noGrp="1"/>
          </p:cNvSpPr>
          <p:nvPr>
            <p:ph type="subTitle" idx="3"/>
          </p:nvPr>
        </p:nvSpPr>
        <p:spPr>
          <a:xfrm>
            <a:off x="8772967" y="4447189"/>
            <a:ext cx="2468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74" name="Google Shape;1974;p30"/>
          <p:cNvSpPr txBox="1">
            <a:spLocks noGrp="1"/>
          </p:cNvSpPr>
          <p:nvPr>
            <p:ph type="subTitle" idx="4"/>
          </p:nvPr>
        </p:nvSpPr>
        <p:spPr>
          <a:xfrm>
            <a:off x="8772967" y="3878209"/>
            <a:ext cx="2468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grpSp>
        <p:nvGrpSpPr>
          <p:cNvPr id="1975" name="Google Shape;1975;p30"/>
          <p:cNvGrpSpPr/>
          <p:nvPr/>
        </p:nvGrpSpPr>
        <p:grpSpPr>
          <a:xfrm>
            <a:off x="8390572" y="-6122"/>
            <a:ext cx="6905123" cy="6904604"/>
            <a:chOff x="6292929" y="-4592"/>
            <a:chExt cx="5178842" cy="5178453"/>
          </a:xfrm>
        </p:grpSpPr>
        <p:sp>
          <p:nvSpPr>
            <p:cNvPr id="1976" name="Google Shape;1976;p30"/>
            <p:cNvSpPr/>
            <p:nvPr/>
          </p:nvSpPr>
          <p:spPr>
            <a:xfrm rot="2716073" flipH="1">
              <a:off x="7066103" y="738985"/>
              <a:ext cx="3632494" cy="3691299"/>
            </a:xfrm>
            <a:custGeom>
              <a:avLst/>
              <a:gdLst/>
              <a:ahLst/>
              <a:cxnLst/>
              <a:rect l="l" t="t" r="r" b="b"/>
              <a:pathLst>
                <a:path w="65355" h="66413" fill="none" extrusionOk="0">
                  <a:moveTo>
                    <a:pt x="1" y="66412"/>
                  </a:moveTo>
                  <a:lnTo>
                    <a:pt x="37290" y="29123"/>
                  </a:lnTo>
                  <a:lnTo>
                    <a:pt x="45844" y="29123"/>
                  </a:lnTo>
                  <a:lnTo>
                    <a:pt x="58939" y="16048"/>
                  </a:lnTo>
                  <a:lnTo>
                    <a:pt x="58939" y="6436"/>
                  </a:lnTo>
                  <a:lnTo>
                    <a:pt x="65354"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7" name="Google Shape;1977;p30"/>
            <p:cNvSpPr/>
            <p:nvPr/>
          </p:nvSpPr>
          <p:spPr>
            <a:xfrm rot="2716073" flipH="1">
              <a:off x="7066103" y="738985"/>
              <a:ext cx="3632494" cy="3691299"/>
            </a:xfrm>
            <a:custGeom>
              <a:avLst/>
              <a:gdLst/>
              <a:ahLst/>
              <a:cxnLst/>
              <a:rect l="l" t="t" r="r" b="b"/>
              <a:pathLst>
                <a:path w="65355" h="66413" fill="none" extrusionOk="0">
                  <a:moveTo>
                    <a:pt x="1" y="66412"/>
                  </a:moveTo>
                  <a:lnTo>
                    <a:pt x="37290" y="29123"/>
                  </a:lnTo>
                  <a:lnTo>
                    <a:pt x="45844" y="29123"/>
                  </a:lnTo>
                  <a:lnTo>
                    <a:pt x="58939" y="16048"/>
                  </a:lnTo>
                  <a:lnTo>
                    <a:pt x="58939" y="6436"/>
                  </a:lnTo>
                  <a:lnTo>
                    <a:pt x="65354"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8" name="Google Shape;1978;p30"/>
            <p:cNvSpPr/>
            <p:nvPr/>
          </p:nvSpPr>
          <p:spPr>
            <a:xfrm rot="5400000" flipH="1">
              <a:off x="8498352" y="4465344"/>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9" name="Google Shape;1979;p30"/>
            <p:cNvSpPr/>
            <p:nvPr/>
          </p:nvSpPr>
          <p:spPr>
            <a:xfrm rot="5400000" flipH="1">
              <a:off x="8498352" y="4465344"/>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80" name="Google Shape;1980;p30"/>
          <p:cNvSpPr txBox="1">
            <a:spLocks noGrp="1"/>
          </p:cNvSpPr>
          <p:nvPr>
            <p:ph type="subTitle" idx="5"/>
          </p:nvPr>
        </p:nvSpPr>
        <p:spPr>
          <a:xfrm>
            <a:off x="6165633" y="4447189"/>
            <a:ext cx="2468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81" name="Google Shape;1981;p30"/>
          <p:cNvSpPr txBox="1">
            <a:spLocks noGrp="1"/>
          </p:cNvSpPr>
          <p:nvPr>
            <p:ph type="subTitle" idx="6"/>
          </p:nvPr>
        </p:nvSpPr>
        <p:spPr>
          <a:xfrm>
            <a:off x="6165633" y="3878209"/>
            <a:ext cx="2468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1982" name="Google Shape;1982;p30"/>
          <p:cNvSpPr txBox="1">
            <a:spLocks noGrp="1"/>
          </p:cNvSpPr>
          <p:nvPr>
            <p:ph type="subTitle" idx="7"/>
          </p:nvPr>
        </p:nvSpPr>
        <p:spPr>
          <a:xfrm>
            <a:off x="3558300" y="4447189"/>
            <a:ext cx="24680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83" name="Google Shape;1983;p30"/>
          <p:cNvSpPr txBox="1">
            <a:spLocks noGrp="1"/>
          </p:cNvSpPr>
          <p:nvPr>
            <p:ph type="subTitle" idx="8"/>
          </p:nvPr>
        </p:nvSpPr>
        <p:spPr>
          <a:xfrm>
            <a:off x="3558300" y="3878209"/>
            <a:ext cx="24680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Tree>
    <p:extLst>
      <p:ext uri="{BB962C8B-B14F-4D97-AF65-F5344CB8AC3E}">
        <p14:creationId xmlns:p14="http://schemas.microsoft.com/office/powerpoint/2010/main" val="11484953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1984"/>
        <p:cNvGrpSpPr/>
        <p:nvPr/>
      </p:nvGrpSpPr>
      <p:grpSpPr>
        <a:xfrm>
          <a:off x="0" y="0"/>
          <a:ext cx="0" cy="0"/>
          <a:chOff x="0" y="0"/>
          <a:chExt cx="0" cy="0"/>
        </a:xfrm>
      </p:grpSpPr>
      <p:sp>
        <p:nvSpPr>
          <p:cNvPr id="1985" name="Google Shape;1985;p31"/>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986" name="Google Shape;1986;p31"/>
          <p:cNvGrpSpPr/>
          <p:nvPr/>
        </p:nvGrpSpPr>
        <p:grpSpPr>
          <a:xfrm rot="10800000" flipH="1">
            <a:off x="11040934" y="-1448425"/>
            <a:ext cx="5630517" cy="5451748"/>
            <a:chOff x="8129425" y="2555026"/>
            <a:chExt cx="4222888" cy="4088811"/>
          </a:xfrm>
        </p:grpSpPr>
        <p:sp>
          <p:nvSpPr>
            <p:cNvPr id="1987" name="Google Shape;1987;p31"/>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8" name="Google Shape;1988;p31"/>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9" name="Google Shape;1989;p31"/>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0" name="Google Shape;1990;p31"/>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1" name="Google Shape;1991;p31"/>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2" name="Google Shape;1992;p31"/>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3" name="Google Shape;1993;p31"/>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4" name="Google Shape;1994;p31"/>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95" name="Google Shape;1995;p31"/>
          <p:cNvGrpSpPr/>
          <p:nvPr/>
        </p:nvGrpSpPr>
        <p:grpSpPr>
          <a:xfrm>
            <a:off x="-4011649" y="-6523822"/>
            <a:ext cx="4962601" cy="16181231"/>
            <a:chOff x="-3170262" y="3452177"/>
            <a:chExt cx="3721951" cy="12135923"/>
          </a:xfrm>
        </p:grpSpPr>
        <p:sp>
          <p:nvSpPr>
            <p:cNvPr id="1996" name="Google Shape;1996;p31"/>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7" name="Google Shape;1997;p31"/>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8" name="Google Shape;1998;p31"/>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9" name="Google Shape;1999;p31"/>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0" name="Google Shape;2000;p31"/>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1" name="Google Shape;2001;p31"/>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2" name="Google Shape;2002;p31"/>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3" name="Google Shape;2003;p31"/>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4" name="Google Shape;2004;p31"/>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5" name="Google Shape;2005;p31"/>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6" name="Google Shape;2006;p31"/>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7" name="Google Shape;2007;p31"/>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8" name="Google Shape;2008;p31"/>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9" name="Google Shape;2009;p31"/>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0" name="Google Shape;2010;p31"/>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1" name="Google Shape;2011;p31"/>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2" name="Google Shape;2012;p31"/>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3" name="Google Shape;2013;p31"/>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4" name="Google Shape;2014;p31"/>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5" name="Google Shape;2015;p31"/>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6" name="Google Shape;2016;p31"/>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7" name="Google Shape;2017;p31"/>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8" name="Google Shape;2018;p31"/>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9" name="Google Shape;2019;p31"/>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0" name="Google Shape;2020;p31"/>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1" name="Google Shape;2021;p31"/>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2" name="Google Shape;2022;p31"/>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3" name="Google Shape;2023;p31"/>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4" name="Google Shape;2024;p31"/>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5" name="Google Shape;2025;p31"/>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6" name="Google Shape;2026;p31"/>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7" name="Google Shape;2027;p31"/>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8" name="Google Shape;2028;p31"/>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9" name="Google Shape;2029;p31"/>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0" name="Google Shape;2030;p31"/>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1" name="Google Shape;2031;p31"/>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2" name="Google Shape;2032;p31"/>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3" name="Google Shape;2033;p31"/>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4" name="Google Shape;2034;p31"/>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5" name="Google Shape;2035;p31"/>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6" name="Google Shape;2036;p31"/>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7" name="Google Shape;2037;p31"/>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8" name="Google Shape;2038;p31"/>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9" name="Google Shape;2039;p31"/>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0" name="Google Shape;2040;p31"/>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1" name="Google Shape;2041;p31"/>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2" name="Google Shape;2042;p31"/>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3" name="Google Shape;2043;p31"/>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4" name="Google Shape;2044;p31"/>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5" name="Google Shape;2045;p31"/>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6" name="Google Shape;2046;p31"/>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7" name="Google Shape;2047;p31"/>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8" name="Google Shape;2048;p31"/>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9" name="Google Shape;2049;p31"/>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0" name="Google Shape;2050;p31"/>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1" name="Google Shape;2051;p31"/>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52" name="Google Shape;2052;p31"/>
          <p:cNvGrpSpPr/>
          <p:nvPr/>
        </p:nvGrpSpPr>
        <p:grpSpPr>
          <a:xfrm>
            <a:off x="4433101" y="6081232"/>
            <a:ext cx="9289199" cy="400384"/>
            <a:chOff x="3324825" y="4560924"/>
            <a:chExt cx="6966899" cy="300288"/>
          </a:xfrm>
        </p:grpSpPr>
        <p:sp>
          <p:nvSpPr>
            <p:cNvPr id="2053" name="Google Shape;2053;p31"/>
            <p:cNvSpPr/>
            <p:nvPr/>
          </p:nvSpPr>
          <p:spPr>
            <a:xfrm rot="5400000" flipH="1">
              <a:off x="6768469" y="1337956"/>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4" name="Google Shape;2054;p31"/>
            <p:cNvSpPr/>
            <p:nvPr/>
          </p:nvSpPr>
          <p:spPr>
            <a:xfrm rot="10800000">
              <a:off x="6513499" y="45609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5" name="Google Shape;2055;p31"/>
            <p:cNvSpPr/>
            <p:nvPr/>
          </p:nvSpPr>
          <p:spPr>
            <a:xfrm rot="10800000">
              <a:off x="6513499" y="4560924"/>
              <a:ext cx="1315747"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6" name="Google Shape;2056;p31"/>
            <p:cNvSpPr/>
            <p:nvPr/>
          </p:nvSpPr>
          <p:spPr>
            <a:xfrm>
              <a:off x="3324825" y="4619700"/>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57" name="Google Shape;2057;p31"/>
          <p:cNvSpPr txBox="1">
            <a:spLocks noGrp="1"/>
          </p:cNvSpPr>
          <p:nvPr>
            <p:ph type="subTitle" idx="1"/>
          </p:nvPr>
        </p:nvSpPr>
        <p:spPr>
          <a:xfrm>
            <a:off x="6236116" y="2474859"/>
            <a:ext cx="31416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58" name="Google Shape;2058;p31"/>
          <p:cNvSpPr txBox="1">
            <a:spLocks noGrp="1"/>
          </p:cNvSpPr>
          <p:nvPr>
            <p:ph type="subTitle" idx="2"/>
          </p:nvPr>
        </p:nvSpPr>
        <p:spPr>
          <a:xfrm>
            <a:off x="6236116" y="1966533"/>
            <a:ext cx="31416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59" name="Google Shape;2059;p31"/>
          <p:cNvSpPr txBox="1">
            <a:spLocks noGrp="1"/>
          </p:cNvSpPr>
          <p:nvPr>
            <p:ph type="subTitle" idx="3"/>
          </p:nvPr>
        </p:nvSpPr>
        <p:spPr>
          <a:xfrm>
            <a:off x="1103367" y="4406592"/>
            <a:ext cx="31416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0" name="Google Shape;2060;p31"/>
          <p:cNvSpPr txBox="1">
            <a:spLocks noGrp="1"/>
          </p:cNvSpPr>
          <p:nvPr>
            <p:ph type="subTitle" idx="4"/>
          </p:nvPr>
        </p:nvSpPr>
        <p:spPr>
          <a:xfrm>
            <a:off x="1103367" y="3898267"/>
            <a:ext cx="31416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61" name="Google Shape;2061;p31"/>
          <p:cNvSpPr txBox="1">
            <a:spLocks noGrp="1"/>
          </p:cNvSpPr>
          <p:nvPr>
            <p:ph type="subTitle" idx="5"/>
          </p:nvPr>
        </p:nvSpPr>
        <p:spPr>
          <a:xfrm>
            <a:off x="7947033" y="4406592"/>
            <a:ext cx="31416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2" name="Google Shape;2062;p31"/>
          <p:cNvSpPr txBox="1">
            <a:spLocks noGrp="1"/>
          </p:cNvSpPr>
          <p:nvPr>
            <p:ph type="subTitle" idx="6"/>
          </p:nvPr>
        </p:nvSpPr>
        <p:spPr>
          <a:xfrm>
            <a:off x="7947033" y="3898267"/>
            <a:ext cx="31416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63" name="Google Shape;2063;p31"/>
          <p:cNvSpPr txBox="1">
            <a:spLocks noGrp="1"/>
          </p:cNvSpPr>
          <p:nvPr>
            <p:ph type="subTitle" idx="7"/>
          </p:nvPr>
        </p:nvSpPr>
        <p:spPr>
          <a:xfrm>
            <a:off x="4525200" y="4406592"/>
            <a:ext cx="31416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4" name="Google Shape;2064;p31"/>
          <p:cNvSpPr txBox="1">
            <a:spLocks noGrp="1"/>
          </p:cNvSpPr>
          <p:nvPr>
            <p:ph type="subTitle" idx="8"/>
          </p:nvPr>
        </p:nvSpPr>
        <p:spPr>
          <a:xfrm>
            <a:off x="4525200" y="3898267"/>
            <a:ext cx="31416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65" name="Google Shape;2065;p31"/>
          <p:cNvSpPr txBox="1">
            <a:spLocks noGrp="1"/>
          </p:cNvSpPr>
          <p:nvPr>
            <p:ph type="subTitle" idx="9"/>
          </p:nvPr>
        </p:nvSpPr>
        <p:spPr>
          <a:xfrm>
            <a:off x="2814284" y="2474859"/>
            <a:ext cx="3141600" cy="1046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6" name="Google Shape;2066;p31"/>
          <p:cNvSpPr txBox="1">
            <a:spLocks noGrp="1"/>
          </p:cNvSpPr>
          <p:nvPr>
            <p:ph type="subTitle" idx="13"/>
          </p:nvPr>
        </p:nvSpPr>
        <p:spPr>
          <a:xfrm>
            <a:off x="2814284" y="1966533"/>
            <a:ext cx="3141600" cy="5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Tree>
    <p:extLst>
      <p:ext uri="{BB962C8B-B14F-4D97-AF65-F5344CB8AC3E}">
        <p14:creationId xmlns:p14="http://schemas.microsoft.com/office/powerpoint/2010/main" val="1231543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067"/>
        <p:cNvGrpSpPr/>
        <p:nvPr/>
      </p:nvGrpSpPr>
      <p:grpSpPr>
        <a:xfrm>
          <a:off x="0" y="0"/>
          <a:ext cx="0" cy="0"/>
          <a:chOff x="0" y="0"/>
          <a:chExt cx="0" cy="0"/>
        </a:xfrm>
      </p:grpSpPr>
      <p:sp>
        <p:nvSpPr>
          <p:cNvPr id="2068" name="Google Shape;2068;p32"/>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2069" name="Google Shape;2069;p32"/>
          <p:cNvSpPr txBox="1">
            <a:spLocks noGrp="1"/>
          </p:cNvSpPr>
          <p:nvPr>
            <p:ph type="subTitle" idx="1"/>
          </p:nvPr>
        </p:nvSpPr>
        <p:spPr>
          <a:xfrm>
            <a:off x="2407833" y="2280600"/>
            <a:ext cx="3583600" cy="594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70" name="Google Shape;2070;p32"/>
          <p:cNvSpPr txBox="1">
            <a:spLocks noGrp="1"/>
          </p:cNvSpPr>
          <p:nvPr>
            <p:ph type="subTitle" idx="2"/>
          </p:nvPr>
        </p:nvSpPr>
        <p:spPr>
          <a:xfrm>
            <a:off x="2407833" y="1772267"/>
            <a:ext cx="35836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71" name="Google Shape;2071;p32"/>
          <p:cNvSpPr txBox="1">
            <a:spLocks noGrp="1"/>
          </p:cNvSpPr>
          <p:nvPr>
            <p:ph type="subTitle" idx="3"/>
          </p:nvPr>
        </p:nvSpPr>
        <p:spPr>
          <a:xfrm>
            <a:off x="2407833" y="5436967"/>
            <a:ext cx="3583600" cy="594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72" name="Google Shape;2072;p32"/>
          <p:cNvSpPr txBox="1">
            <a:spLocks noGrp="1"/>
          </p:cNvSpPr>
          <p:nvPr>
            <p:ph type="subTitle" idx="4"/>
          </p:nvPr>
        </p:nvSpPr>
        <p:spPr>
          <a:xfrm>
            <a:off x="2407833" y="4928633"/>
            <a:ext cx="35836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73" name="Google Shape;2073;p32"/>
          <p:cNvSpPr txBox="1">
            <a:spLocks noGrp="1"/>
          </p:cNvSpPr>
          <p:nvPr>
            <p:ph type="subTitle" idx="5"/>
          </p:nvPr>
        </p:nvSpPr>
        <p:spPr>
          <a:xfrm>
            <a:off x="2407833" y="3858784"/>
            <a:ext cx="3583600" cy="594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74" name="Google Shape;2074;p32"/>
          <p:cNvSpPr txBox="1">
            <a:spLocks noGrp="1"/>
          </p:cNvSpPr>
          <p:nvPr>
            <p:ph type="subTitle" idx="6"/>
          </p:nvPr>
        </p:nvSpPr>
        <p:spPr>
          <a:xfrm>
            <a:off x="2407833" y="3350451"/>
            <a:ext cx="35836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75" name="Google Shape;2075;p32"/>
          <p:cNvSpPr txBox="1">
            <a:spLocks noGrp="1"/>
          </p:cNvSpPr>
          <p:nvPr>
            <p:ph type="subTitle" idx="7"/>
          </p:nvPr>
        </p:nvSpPr>
        <p:spPr>
          <a:xfrm>
            <a:off x="7547667" y="2280600"/>
            <a:ext cx="3583600" cy="594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76" name="Google Shape;2076;p32"/>
          <p:cNvSpPr txBox="1">
            <a:spLocks noGrp="1"/>
          </p:cNvSpPr>
          <p:nvPr>
            <p:ph type="subTitle" idx="8"/>
          </p:nvPr>
        </p:nvSpPr>
        <p:spPr>
          <a:xfrm>
            <a:off x="7547667" y="1772267"/>
            <a:ext cx="35836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77" name="Google Shape;2077;p32"/>
          <p:cNvSpPr txBox="1">
            <a:spLocks noGrp="1"/>
          </p:cNvSpPr>
          <p:nvPr>
            <p:ph type="subTitle" idx="9"/>
          </p:nvPr>
        </p:nvSpPr>
        <p:spPr>
          <a:xfrm>
            <a:off x="7547667" y="5436967"/>
            <a:ext cx="3583600" cy="594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78" name="Google Shape;2078;p32"/>
          <p:cNvSpPr txBox="1">
            <a:spLocks noGrp="1"/>
          </p:cNvSpPr>
          <p:nvPr>
            <p:ph type="subTitle" idx="13"/>
          </p:nvPr>
        </p:nvSpPr>
        <p:spPr>
          <a:xfrm>
            <a:off x="7547667" y="4928633"/>
            <a:ext cx="35836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079" name="Google Shape;2079;p32"/>
          <p:cNvSpPr txBox="1">
            <a:spLocks noGrp="1"/>
          </p:cNvSpPr>
          <p:nvPr>
            <p:ph type="subTitle" idx="14"/>
          </p:nvPr>
        </p:nvSpPr>
        <p:spPr>
          <a:xfrm>
            <a:off x="7547667" y="3858784"/>
            <a:ext cx="3583600" cy="5940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80" name="Google Shape;2080;p32"/>
          <p:cNvSpPr txBox="1">
            <a:spLocks noGrp="1"/>
          </p:cNvSpPr>
          <p:nvPr>
            <p:ph type="subTitle" idx="15"/>
          </p:nvPr>
        </p:nvSpPr>
        <p:spPr>
          <a:xfrm>
            <a:off x="7547667" y="3350451"/>
            <a:ext cx="3583600" cy="5084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000"/>
              <a:buFont typeface="Play"/>
              <a:buNone/>
              <a:defRPr sz="2667" b="1">
                <a:latin typeface="Play"/>
                <a:ea typeface="Play"/>
                <a:cs typeface="Play"/>
                <a:sym typeface="Play"/>
              </a:defRPr>
            </a:lvl1pPr>
            <a:lvl2pPr lvl="1" rtl="0">
              <a:lnSpc>
                <a:spcPct val="100000"/>
              </a:lnSpc>
              <a:spcBef>
                <a:spcPts val="0"/>
              </a:spcBef>
              <a:spcAft>
                <a:spcPts val="0"/>
              </a:spcAft>
              <a:buSzPts val="2000"/>
              <a:buFont typeface="Play"/>
              <a:buNone/>
              <a:defRPr sz="2667" b="1">
                <a:latin typeface="Play"/>
                <a:ea typeface="Play"/>
                <a:cs typeface="Play"/>
                <a:sym typeface="Play"/>
              </a:defRPr>
            </a:lvl2pPr>
            <a:lvl3pPr lvl="2" rtl="0">
              <a:lnSpc>
                <a:spcPct val="100000"/>
              </a:lnSpc>
              <a:spcBef>
                <a:spcPts val="0"/>
              </a:spcBef>
              <a:spcAft>
                <a:spcPts val="0"/>
              </a:spcAft>
              <a:buSzPts val="2000"/>
              <a:buFont typeface="Play"/>
              <a:buNone/>
              <a:defRPr sz="2667" b="1">
                <a:latin typeface="Play"/>
                <a:ea typeface="Play"/>
                <a:cs typeface="Play"/>
                <a:sym typeface="Play"/>
              </a:defRPr>
            </a:lvl3pPr>
            <a:lvl4pPr lvl="3" rtl="0">
              <a:lnSpc>
                <a:spcPct val="100000"/>
              </a:lnSpc>
              <a:spcBef>
                <a:spcPts val="0"/>
              </a:spcBef>
              <a:spcAft>
                <a:spcPts val="0"/>
              </a:spcAft>
              <a:buSzPts val="2000"/>
              <a:buFont typeface="Play"/>
              <a:buNone/>
              <a:defRPr sz="2667" b="1">
                <a:latin typeface="Play"/>
                <a:ea typeface="Play"/>
                <a:cs typeface="Play"/>
                <a:sym typeface="Play"/>
              </a:defRPr>
            </a:lvl4pPr>
            <a:lvl5pPr lvl="4" rtl="0">
              <a:lnSpc>
                <a:spcPct val="100000"/>
              </a:lnSpc>
              <a:spcBef>
                <a:spcPts val="0"/>
              </a:spcBef>
              <a:spcAft>
                <a:spcPts val="0"/>
              </a:spcAft>
              <a:buSzPts val="2000"/>
              <a:buFont typeface="Play"/>
              <a:buNone/>
              <a:defRPr sz="2667" b="1">
                <a:latin typeface="Play"/>
                <a:ea typeface="Play"/>
                <a:cs typeface="Play"/>
                <a:sym typeface="Play"/>
              </a:defRPr>
            </a:lvl5pPr>
            <a:lvl6pPr lvl="5" rtl="0">
              <a:lnSpc>
                <a:spcPct val="100000"/>
              </a:lnSpc>
              <a:spcBef>
                <a:spcPts val="0"/>
              </a:spcBef>
              <a:spcAft>
                <a:spcPts val="0"/>
              </a:spcAft>
              <a:buSzPts val="2000"/>
              <a:buFont typeface="Play"/>
              <a:buNone/>
              <a:defRPr sz="2667" b="1">
                <a:latin typeface="Play"/>
                <a:ea typeface="Play"/>
                <a:cs typeface="Play"/>
                <a:sym typeface="Play"/>
              </a:defRPr>
            </a:lvl6pPr>
            <a:lvl7pPr lvl="6" rtl="0">
              <a:lnSpc>
                <a:spcPct val="100000"/>
              </a:lnSpc>
              <a:spcBef>
                <a:spcPts val="0"/>
              </a:spcBef>
              <a:spcAft>
                <a:spcPts val="0"/>
              </a:spcAft>
              <a:buSzPts val="2000"/>
              <a:buFont typeface="Play"/>
              <a:buNone/>
              <a:defRPr sz="2667" b="1">
                <a:latin typeface="Play"/>
                <a:ea typeface="Play"/>
                <a:cs typeface="Play"/>
                <a:sym typeface="Play"/>
              </a:defRPr>
            </a:lvl7pPr>
            <a:lvl8pPr lvl="7" rtl="0">
              <a:lnSpc>
                <a:spcPct val="100000"/>
              </a:lnSpc>
              <a:spcBef>
                <a:spcPts val="0"/>
              </a:spcBef>
              <a:spcAft>
                <a:spcPts val="0"/>
              </a:spcAft>
              <a:buSzPts val="2000"/>
              <a:buFont typeface="Play"/>
              <a:buNone/>
              <a:defRPr sz="2667" b="1">
                <a:latin typeface="Play"/>
                <a:ea typeface="Play"/>
                <a:cs typeface="Play"/>
                <a:sym typeface="Play"/>
              </a:defRPr>
            </a:lvl8pPr>
            <a:lvl9pPr lvl="8"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grpSp>
        <p:nvGrpSpPr>
          <p:cNvPr id="2081" name="Google Shape;2081;p32"/>
          <p:cNvGrpSpPr/>
          <p:nvPr/>
        </p:nvGrpSpPr>
        <p:grpSpPr>
          <a:xfrm rot="10800000">
            <a:off x="9625080" y="-2330536"/>
            <a:ext cx="4028963" cy="4195035"/>
            <a:chOff x="-1064015" y="2306598"/>
            <a:chExt cx="3021722" cy="3146276"/>
          </a:xfrm>
        </p:grpSpPr>
        <p:sp>
          <p:nvSpPr>
            <p:cNvPr id="2082" name="Google Shape;2082;p32"/>
            <p:cNvSpPr/>
            <p:nvPr/>
          </p:nvSpPr>
          <p:spPr>
            <a:xfrm rot="-2716073">
              <a:off x="-731526" y="298121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3" name="Google Shape;2083;p32"/>
            <p:cNvSpPr/>
            <p:nvPr/>
          </p:nvSpPr>
          <p:spPr>
            <a:xfrm>
              <a:off x="518938" y="2306598"/>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4" name="Google Shape;2084;p32"/>
            <p:cNvSpPr/>
            <p:nvPr/>
          </p:nvSpPr>
          <p:spPr>
            <a:xfrm rot="-2716073">
              <a:off x="-731526" y="298121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5" name="Google Shape;2085;p32"/>
            <p:cNvSpPr/>
            <p:nvPr/>
          </p:nvSpPr>
          <p:spPr>
            <a:xfrm>
              <a:off x="518938" y="2306598"/>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86" name="Google Shape;2086;p32"/>
          <p:cNvGrpSpPr/>
          <p:nvPr/>
        </p:nvGrpSpPr>
        <p:grpSpPr>
          <a:xfrm rot="10800000">
            <a:off x="-88300" y="2733987"/>
            <a:ext cx="824701" cy="7775348"/>
            <a:chOff x="8626375" y="-2137135"/>
            <a:chExt cx="618526" cy="5831511"/>
          </a:xfrm>
        </p:grpSpPr>
        <p:sp>
          <p:nvSpPr>
            <p:cNvPr id="2087" name="Google Shape;2087;p32"/>
            <p:cNvSpPr/>
            <p:nvPr/>
          </p:nvSpPr>
          <p:spPr>
            <a:xfrm rot="10800000" flipH="1">
              <a:off x="8754318" y="-2137135"/>
              <a:ext cx="490583" cy="5831511"/>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8" name="Google Shape;2088;p32"/>
            <p:cNvSpPr/>
            <p:nvPr/>
          </p:nvSpPr>
          <p:spPr>
            <a:xfrm rot="-5400000">
              <a:off x="8403006" y="2019204"/>
              <a:ext cx="714890"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9" name="Google Shape;2089;p32"/>
            <p:cNvSpPr/>
            <p:nvPr/>
          </p:nvSpPr>
          <p:spPr>
            <a:xfrm rot="10800000" flipH="1">
              <a:off x="8754318" y="-2137135"/>
              <a:ext cx="490583" cy="5831511"/>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0" name="Google Shape;2090;p32"/>
            <p:cNvSpPr/>
            <p:nvPr/>
          </p:nvSpPr>
          <p:spPr>
            <a:xfrm rot="-5400000">
              <a:off x="8403006" y="2019204"/>
              <a:ext cx="714890"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91" name="Google Shape;2091;p32"/>
          <p:cNvGrpSpPr/>
          <p:nvPr/>
        </p:nvGrpSpPr>
        <p:grpSpPr>
          <a:xfrm>
            <a:off x="11665684" y="719380"/>
            <a:ext cx="156697" cy="692053"/>
            <a:chOff x="9744987" y="2954335"/>
            <a:chExt cx="117523" cy="519040"/>
          </a:xfrm>
        </p:grpSpPr>
        <p:sp>
          <p:nvSpPr>
            <p:cNvPr id="2092" name="Google Shape;2092;p32"/>
            <p:cNvSpPr/>
            <p:nvPr/>
          </p:nvSpPr>
          <p:spPr>
            <a:xfrm rot="-5400000">
              <a:off x="9744987" y="335585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3" name="Google Shape;2093;p32"/>
            <p:cNvSpPr/>
            <p:nvPr/>
          </p:nvSpPr>
          <p:spPr>
            <a:xfrm rot="-5400000">
              <a:off x="9744987" y="3155093"/>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4" name="Google Shape;2094;p32"/>
            <p:cNvSpPr/>
            <p:nvPr/>
          </p:nvSpPr>
          <p:spPr>
            <a:xfrm rot="-5400000">
              <a:off x="9744987" y="295433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5" name="Google Shape;2095;p32"/>
            <p:cNvSpPr/>
            <p:nvPr/>
          </p:nvSpPr>
          <p:spPr>
            <a:xfrm rot="-5400000">
              <a:off x="9744987" y="335585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6" name="Google Shape;2096;p32"/>
            <p:cNvSpPr/>
            <p:nvPr/>
          </p:nvSpPr>
          <p:spPr>
            <a:xfrm rot="-5400000">
              <a:off x="9744987" y="3155093"/>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7" name="Google Shape;2097;p32"/>
            <p:cNvSpPr/>
            <p:nvPr/>
          </p:nvSpPr>
          <p:spPr>
            <a:xfrm rot="-5400000">
              <a:off x="9744987" y="295433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98" name="Google Shape;2098;p32"/>
          <p:cNvGrpSpPr/>
          <p:nvPr/>
        </p:nvGrpSpPr>
        <p:grpSpPr>
          <a:xfrm rot="5400000">
            <a:off x="-1804754" y="-1259536"/>
            <a:ext cx="4028963" cy="4195035"/>
            <a:chOff x="-1064015" y="2306598"/>
            <a:chExt cx="3021722" cy="3146276"/>
          </a:xfrm>
        </p:grpSpPr>
        <p:sp>
          <p:nvSpPr>
            <p:cNvPr id="2099" name="Google Shape;2099;p32"/>
            <p:cNvSpPr/>
            <p:nvPr/>
          </p:nvSpPr>
          <p:spPr>
            <a:xfrm rot="-2716073">
              <a:off x="-731526" y="298121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0" name="Google Shape;2100;p32"/>
            <p:cNvSpPr/>
            <p:nvPr/>
          </p:nvSpPr>
          <p:spPr>
            <a:xfrm>
              <a:off x="518938" y="2306598"/>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1" name="Google Shape;2101;p32"/>
            <p:cNvSpPr/>
            <p:nvPr/>
          </p:nvSpPr>
          <p:spPr>
            <a:xfrm rot="-2716073">
              <a:off x="-731526" y="2981210"/>
              <a:ext cx="2356744" cy="1918711"/>
            </a:xfrm>
            <a:custGeom>
              <a:avLst/>
              <a:gdLst/>
              <a:ahLst/>
              <a:cxnLst/>
              <a:rect l="l" t="t" r="r" b="b"/>
              <a:pathLst>
                <a:path w="42402" h="34521" fill="none" extrusionOk="0">
                  <a:moveTo>
                    <a:pt x="0" y="34520"/>
                  </a:moveTo>
                  <a:lnTo>
                    <a:pt x="24093" y="10428"/>
                  </a:lnTo>
                  <a:lnTo>
                    <a:pt x="31954" y="10428"/>
                  </a:lnTo>
                  <a:lnTo>
                    <a:pt x="42402" y="0"/>
                  </a:lnTo>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2" name="Google Shape;2102;p32"/>
            <p:cNvSpPr/>
            <p:nvPr/>
          </p:nvSpPr>
          <p:spPr>
            <a:xfrm>
              <a:off x="518938" y="2306598"/>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03" name="Google Shape;2103;p32"/>
          <p:cNvGrpSpPr/>
          <p:nvPr/>
        </p:nvGrpSpPr>
        <p:grpSpPr>
          <a:xfrm flipH="1">
            <a:off x="6865503" y="6507702"/>
            <a:ext cx="5451748" cy="5451748"/>
            <a:chOff x="-3640848" y="2185426"/>
            <a:chExt cx="4088811" cy="4088811"/>
          </a:xfrm>
        </p:grpSpPr>
        <p:sp>
          <p:nvSpPr>
            <p:cNvPr id="2104" name="Google Shape;2104;p32"/>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5" name="Google Shape;2105;p32"/>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3136514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six columns 1">
  <p:cSld name="Title and six columns 1">
    <p:spTree>
      <p:nvGrpSpPr>
        <p:cNvPr id="1" name="Shape 2106"/>
        <p:cNvGrpSpPr/>
        <p:nvPr/>
      </p:nvGrpSpPr>
      <p:grpSpPr>
        <a:xfrm>
          <a:off x="0" y="0"/>
          <a:ext cx="0" cy="0"/>
          <a:chOff x="0" y="0"/>
          <a:chExt cx="0" cy="0"/>
        </a:xfrm>
      </p:grpSpPr>
      <p:sp>
        <p:nvSpPr>
          <p:cNvPr id="2107" name="Google Shape;2107;p33"/>
          <p:cNvSpPr txBox="1">
            <a:spLocks noGrp="1"/>
          </p:cNvSpPr>
          <p:nvPr>
            <p:ph type="title"/>
          </p:nvPr>
        </p:nvSpPr>
        <p:spPr>
          <a:xfrm>
            <a:off x="950967" y="719367"/>
            <a:ext cx="10290000" cy="6376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108" name="Google Shape;2108;p33"/>
          <p:cNvSpPr txBox="1">
            <a:spLocks noGrp="1"/>
          </p:cNvSpPr>
          <p:nvPr>
            <p:ph type="subTitle" idx="1"/>
          </p:nvPr>
        </p:nvSpPr>
        <p:spPr>
          <a:xfrm>
            <a:off x="1357367" y="2842324"/>
            <a:ext cx="28876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09" name="Google Shape;2109;p33"/>
          <p:cNvSpPr txBox="1">
            <a:spLocks noGrp="1"/>
          </p:cNvSpPr>
          <p:nvPr>
            <p:ph type="subTitle" idx="2"/>
          </p:nvPr>
        </p:nvSpPr>
        <p:spPr>
          <a:xfrm>
            <a:off x="1357367" y="1925591"/>
            <a:ext cx="2887600" cy="916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110" name="Google Shape;2110;p33"/>
          <p:cNvSpPr txBox="1">
            <a:spLocks noGrp="1"/>
          </p:cNvSpPr>
          <p:nvPr>
            <p:ph type="subTitle" idx="3"/>
          </p:nvPr>
        </p:nvSpPr>
        <p:spPr>
          <a:xfrm>
            <a:off x="1357367" y="4800591"/>
            <a:ext cx="28876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1" name="Google Shape;2111;p33"/>
          <p:cNvSpPr txBox="1">
            <a:spLocks noGrp="1"/>
          </p:cNvSpPr>
          <p:nvPr>
            <p:ph type="subTitle" idx="4"/>
          </p:nvPr>
        </p:nvSpPr>
        <p:spPr>
          <a:xfrm>
            <a:off x="1357367" y="3883857"/>
            <a:ext cx="2887600" cy="916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112" name="Google Shape;2112;p33"/>
          <p:cNvSpPr txBox="1">
            <a:spLocks noGrp="1"/>
          </p:cNvSpPr>
          <p:nvPr>
            <p:ph type="subTitle" idx="5"/>
          </p:nvPr>
        </p:nvSpPr>
        <p:spPr>
          <a:xfrm>
            <a:off x="7947467" y="2842324"/>
            <a:ext cx="28876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3" name="Google Shape;2113;p33"/>
          <p:cNvSpPr txBox="1">
            <a:spLocks noGrp="1"/>
          </p:cNvSpPr>
          <p:nvPr>
            <p:ph type="subTitle" idx="6"/>
          </p:nvPr>
        </p:nvSpPr>
        <p:spPr>
          <a:xfrm>
            <a:off x="7947467" y="1925591"/>
            <a:ext cx="2887600" cy="916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114" name="Google Shape;2114;p33"/>
          <p:cNvSpPr txBox="1">
            <a:spLocks noGrp="1"/>
          </p:cNvSpPr>
          <p:nvPr>
            <p:ph type="subTitle" idx="7"/>
          </p:nvPr>
        </p:nvSpPr>
        <p:spPr>
          <a:xfrm>
            <a:off x="7947467" y="4800591"/>
            <a:ext cx="28876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5" name="Google Shape;2115;p33"/>
          <p:cNvSpPr txBox="1">
            <a:spLocks noGrp="1"/>
          </p:cNvSpPr>
          <p:nvPr>
            <p:ph type="subTitle" idx="8"/>
          </p:nvPr>
        </p:nvSpPr>
        <p:spPr>
          <a:xfrm>
            <a:off x="7947467" y="3883857"/>
            <a:ext cx="2887600" cy="916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116" name="Google Shape;2116;p33"/>
          <p:cNvSpPr txBox="1">
            <a:spLocks noGrp="1"/>
          </p:cNvSpPr>
          <p:nvPr>
            <p:ph type="subTitle" idx="9"/>
          </p:nvPr>
        </p:nvSpPr>
        <p:spPr>
          <a:xfrm>
            <a:off x="4652417" y="2842324"/>
            <a:ext cx="28876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7" name="Google Shape;2117;p33"/>
          <p:cNvSpPr txBox="1">
            <a:spLocks noGrp="1"/>
          </p:cNvSpPr>
          <p:nvPr>
            <p:ph type="subTitle" idx="13"/>
          </p:nvPr>
        </p:nvSpPr>
        <p:spPr>
          <a:xfrm>
            <a:off x="4652417" y="1925591"/>
            <a:ext cx="2887600" cy="916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
        <p:nvSpPr>
          <p:cNvPr id="2118" name="Google Shape;2118;p33"/>
          <p:cNvSpPr txBox="1">
            <a:spLocks noGrp="1"/>
          </p:cNvSpPr>
          <p:nvPr>
            <p:ph type="subTitle" idx="14"/>
          </p:nvPr>
        </p:nvSpPr>
        <p:spPr>
          <a:xfrm>
            <a:off x="4652417" y="4800591"/>
            <a:ext cx="2887600" cy="6376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9" name="Google Shape;2119;p33"/>
          <p:cNvSpPr txBox="1">
            <a:spLocks noGrp="1"/>
          </p:cNvSpPr>
          <p:nvPr>
            <p:ph type="subTitle" idx="15"/>
          </p:nvPr>
        </p:nvSpPr>
        <p:spPr>
          <a:xfrm>
            <a:off x="4652417" y="3883857"/>
            <a:ext cx="2887600" cy="916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2000"/>
              <a:buFont typeface="Play"/>
              <a:buNone/>
              <a:defRPr sz="2667" b="1">
                <a:latin typeface="Play"/>
                <a:ea typeface="Play"/>
                <a:cs typeface="Play"/>
                <a:sym typeface="Play"/>
              </a:defRPr>
            </a:lvl1pPr>
            <a:lvl2pPr lvl="1" algn="ctr" rtl="0">
              <a:lnSpc>
                <a:spcPct val="100000"/>
              </a:lnSpc>
              <a:spcBef>
                <a:spcPts val="0"/>
              </a:spcBef>
              <a:spcAft>
                <a:spcPts val="0"/>
              </a:spcAft>
              <a:buSzPts val="2000"/>
              <a:buFont typeface="Play"/>
              <a:buNone/>
              <a:defRPr sz="2667" b="1">
                <a:latin typeface="Play"/>
                <a:ea typeface="Play"/>
                <a:cs typeface="Play"/>
                <a:sym typeface="Play"/>
              </a:defRPr>
            </a:lvl2pPr>
            <a:lvl3pPr lvl="2" algn="ctr" rtl="0">
              <a:lnSpc>
                <a:spcPct val="100000"/>
              </a:lnSpc>
              <a:spcBef>
                <a:spcPts val="0"/>
              </a:spcBef>
              <a:spcAft>
                <a:spcPts val="0"/>
              </a:spcAft>
              <a:buSzPts val="2000"/>
              <a:buFont typeface="Play"/>
              <a:buNone/>
              <a:defRPr sz="2667" b="1">
                <a:latin typeface="Play"/>
                <a:ea typeface="Play"/>
                <a:cs typeface="Play"/>
                <a:sym typeface="Play"/>
              </a:defRPr>
            </a:lvl3pPr>
            <a:lvl4pPr lvl="3" algn="ctr" rtl="0">
              <a:lnSpc>
                <a:spcPct val="100000"/>
              </a:lnSpc>
              <a:spcBef>
                <a:spcPts val="0"/>
              </a:spcBef>
              <a:spcAft>
                <a:spcPts val="0"/>
              </a:spcAft>
              <a:buSzPts val="2000"/>
              <a:buFont typeface="Play"/>
              <a:buNone/>
              <a:defRPr sz="2667" b="1">
                <a:latin typeface="Play"/>
                <a:ea typeface="Play"/>
                <a:cs typeface="Play"/>
                <a:sym typeface="Play"/>
              </a:defRPr>
            </a:lvl4pPr>
            <a:lvl5pPr lvl="4" algn="ctr" rtl="0">
              <a:lnSpc>
                <a:spcPct val="100000"/>
              </a:lnSpc>
              <a:spcBef>
                <a:spcPts val="0"/>
              </a:spcBef>
              <a:spcAft>
                <a:spcPts val="0"/>
              </a:spcAft>
              <a:buSzPts val="2000"/>
              <a:buFont typeface="Play"/>
              <a:buNone/>
              <a:defRPr sz="2667" b="1">
                <a:latin typeface="Play"/>
                <a:ea typeface="Play"/>
                <a:cs typeface="Play"/>
                <a:sym typeface="Play"/>
              </a:defRPr>
            </a:lvl5pPr>
            <a:lvl6pPr lvl="5" algn="ctr" rtl="0">
              <a:lnSpc>
                <a:spcPct val="100000"/>
              </a:lnSpc>
              <a:spcBef>
                <a:spcPts val="0"/>
              </a:spcBef>
              <a:spcAft>
                <a:spcPts val="0"/>
              </a:spcAft>
              <a:buSzPts val="2000"/>
              <a:buFont typeface="Play"/>
              <a:buNone/>
              <a:defRPr sz="2667" b="1">
                <a:latin typeface="Play"/>
                <a:ea typeface="Play"/>
                <a:cs typeface="Play"/>
                <a:sym typeface="Play"/>
              </a:defRPr>
            </a:lvl6pPr>
            <a:lvl7pPr lvl="6" algn="ctr" rtl="0">
              <a:lnSpc>
                <a:spcPct val="100000"/>
              </a:lnSpc>
              <a:spcBef>
                <a:spcPts val="0"/>
              </a:spcBef>
              <a:spcAft>
                <a:spcPts val="0"/>
              </a:spcAft>
              <a:buSzPts val="2000"/>
              <a:buFont typeface="Play"/>
              <a:buNone/>
              <a:defRPr sz="2667" b="1">
                <a:latin typeface="Play"/>
                <a:ea typeface="Play"/>
                <a:cs typeface="Play"/>
                <a:sym typeface="Play"/>
              </a:defRPr>
            </a:lvl7pPr>
            <a:lvl8pPr lvl="7" algn="ctr" rtl="0">
              <a:lnSpc>
                <a:spcPct val="100000"/>
              </a:lnSpc>
              <a:spcBef>
                <a:spcPts val="0"/>
              </a:spcBef>
              <a:spcAft>
                <a:spcPts val="0"/>
              </a:spcAft>
              <a:buSzPts val="2000"/>
              <a:buFont typeface="Play"/>
              <a:buNone/>
              <a:defRPr sz="2667" b="1">
                <a:latin typeface="Play"/>
                <a:ea typeface="Play"/>
                <a:cs typeface="Play"/>
                <a:sym typeface="Play"/>
              </a:defRPr>
            </a:lvl8pPr>
            <a:lvl9pPr lvl="8" algn="ctr" rtl="0">
              <a:lnSpc>
                <a:spcPct val="100000"/>
              </a:lnSpc>
              <a:spcBef>
                <a:spcPts val="0"/>
              </a:spcBef>
              <a:spcAft>
                <a:spcPts val="0"/>
              </a:spcAft>
              <a:buSzPts val="2000"/>
              <a:buFont typeface="Play"/>
              <a:buNone/>
              <a:defRPr sz="2667" b="1">
                <a:latin typeface="Play"/>
                <a:ea typeface="Play"/>
                <a:cs typeface="Play"/>
                <a:sym typeface="Play"/>
              </a:defRPr>
            </a:lvl9pPr>
          </a:lstStyle>
          <a:p>
            <a:endParaRPr/>
          </a:p>
        </p:txBody>
      </p:sp>
    </p:spTree>
    <p:extLst>
      <p:ext uri="{BB962C8B-B14F-4D97-AF65-F5344CB8AC3E}">
        <p14:creationId xmlns:p14="http://schemas.microsoft.com/office/powerpoint/2010/main" val="29841819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anks" userDrawn="1">
  <p:cSld name="Thanks">
    <p:spTree>
      <p:nvGrpSpPr>
        <p:cNvPr id="1" name="Shape 2230"/>
        <p:cNvGrpSpPr/>
        <p:nvPr/>
      </p:nvGrpSpPr>
      <p:grpSpPr>
        <a:xfrm>
          <a:off x="0" y="0"/>
          <a:ext cx="0" cy="0"/>
          <a:chOff x="0" y="0"/>
          <a:chExt cx="0" cy="0"/>
        </a:xfrm>
      </p:grpSpPr>
      <p:sp>
        <p:nvSpPr>
          <p:cNvPr id="2231" name="Google Shape;2231;p34"/>
          <p:cNvSpPr txBox="1">
            <a:spLocks noGrp="1"/>
          </p:cNvSpPr>
          <p:nvPr>
            <p:ph type="title"/>
          </p:nvPr>
        </p:nvSpPr>
        <p:spPr>
          <a:xfrm>
            <a:off x="3777000" y="828300"/>
            <a:ext cx="4638000" cy="10368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2461" name="Google Shape;2461;p34"/>
          <p:cNvSpPr txBox="1">
            <a:spLocks noGrp="1"/>
          </p:cNvSpPr>
          <p:nvPr>
            <p:ph type="subTitle" idx="1"/>
          </p:nvPr>
        </p:nvSpPr>
        <p:spPr>
          <a:xfrm>
            <a:off x="3777000" y="3627543"/>
            <a:ext cx="4638000" cy="11700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1pPr>
            <a:lvl2pPr lvl="1"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2pPr>
            <a:lvl3pPr lvl="2"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3pPr>
            <a:lvl4pPr lvl="3"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4pPr>
            <a:lvl5pPr lvl="4"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5pPr>
            <a:lvl6pPr lvl="5"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6pPr>
            <a:lvl7pPr lvl="6"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7pPr>
            <a:lvl8pPr lvl="7"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8pPr>
            <a:lvl9pPr lvl="8" algn="ctr" rtl="0">
              <a:lnSpc>
                <a:spcPct val="100000"/>
              </a:lnSpc>
              <a:spcBef>
                <a:spcPts val="0"/>
              </a:spcBef>
              <a:spcAft>
                <a:spcPts val="0"/>
              </a:spcAft>
              <a:buClr>
                <a:schemeClr val="lt2"/>
              </a:buClr>
              <a:buSzPts val="1600"/>
              <a:buFont typeface="Source Sans Pro"/>
              <a:buNone/>
              <a:defRPr sz="2133">
                <a:solidFill>
                  <a:schemeClr val="lt2"/>
                </a:solidFill>
                <a:latin typeface="Source Sans Pro"/>
                <a:ea typeface="Source Sans Pro"/>
                <a:cs typeface="Source Sans Pro"/>
                <a:sym typeface="Source Sans Pro"/>
              </a:defRPr>
            </a:lvl9pPr>
          </a:lstStyle>
          <a:p>
            <a:endParaRPr/>
          </a:p>
        </p:txBody>
      </p:sp>
      <p:sp>
        <p:nvSpPr>
          <p:cNvPr id="2462" name="Google Shape;2462;p34"/>
          <p:cNvSpPr txBox="1">
            <a:spLocks noGrp="1"/>
          </p:cNvSpPr>
          <p:nvPr>
            <p:ph type="subTitle" idx="2"/>
          </p:nvPr>
        </p:nvSpPr>
        <p:spPr>
          <a:xfrm>
            <a:off x="3777000" y="5636800"/>
            <a:ext cx="4638000" cy="3628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1pPr>
            <a:lvl2pPr lvl="1"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2pPr>
            <a:lvl3pPr lvl="2"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3pPr>
            <a:lvl4pPr lvl="3"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4pPr>
            <a:lvl5pPr lvl="4"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5pPr>
            <a:lvl6pPr lvl="5"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6pPr>
            <a:lvl7pPr lvl="6"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7pPr>
            <a:lvl8pPr lvl="7"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8pPr>
            <a:lvl9pPr lvl="8" algn="ctr" rtl="0">
              <a:lnSpc>
                <a:spcPct val="100000"/>
              </a:lnSpc>
              <a:spcBef>
                <a:spcPts val="0"/>
              </a:spcBef>
              <a:spcAft>
                <a:spcPts val="0"/>
              </a:spcAft>
              <a:buSzPts val="1200"/>
              <a:buFont typeface="Source Sans Pro"/>
              <a:buNone/>
              <a:defRPr sz="1600">
                <a:latin typeface="Source Sans Pro"/>
                <a:ea typeface="Source Sans Pro"/>
                <a:cs typeface="Source Sans Pro"/>
                <a:sym typeface="Source Sans Pro"/>
              </a:defRPr>
            </a:lvl9pPr>
          </a:lstStyle>
          <a:p>
            <a:endParaRPr/>
          </a:p>
        </p:txBody>
      </p:sp>
    </p:spTree>
    <p:extLst>
      <p:ext uri="{BB962C8B-B14F-4D97-AF65-F5344CB8AC3E}">
        <p14:creationId xmlns:p14="http://schemas.microsoft.com/office/powerpoint/2010/main" val="3351441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463"/>
        <p:cNvGrpSpPr/>
        <p:nvPr/>
      </p:nvGrpSpPr>
      <p:grpSpPr>
        <a:xfrm>
          <a:off x="0" y="0"/>
          <a:ext cx="0" cy="0"/>
          <a:chOff x="0" y="0"/>
          <a:chExt cx="0" cy="0"/>
        </a:xfrm>
      </p:grpSpPr>
      <p:sp>
        <p:nvSpPr>
          <p:cNvPr id="2464" name="Google Shape;2464;p35"/>
          <p:cNvSpPr/>
          <p:nvPr/>
        </p:nvSpPr>
        <p:spPr>
          <a:xfrm>
            <a:off x="769633" y="-789233"/>
            <a:ext cx="902000" cy="4320800"/>
          </a:xfrm>
          <a:custGeom>
            <a:avLst/>
            <a:gdLst/>
            <a:ahLst/>
            <a:cxnLst/>
            <a:rect l="l" t="t" r="r" b="b"/>
            <a:pathLst>
              <a:path w="27060" h="129624" extrusionOk="0">
                <a:moveTo>
                  <a:pt x="0" y="0"/>
                </a:moveTo>
                <a:lnTo>
                  <a:pt x="0" y="101874"/>
                </a:lnTo>
                <a:lnTo>
                  <a:pt x="27060" y="129624"/>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a:p>
        </p:txBody>
      </p:sp>
      <p:cxnSp>
        <p:nvCxnSpPr>
          <p:cNvPr id="2465" name="Google Shape;2465;p35"/>
          <p:cNvCxnSpPr/>
          <p:nvPr/>
        </p:nvCxnSpPr>
        <p:spPr>
          <a:xfrm rot="10800000">
            <a:off x="11813400" y="4220000"/>
            <a:ext cx="0" cy="306720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grpSp>
        <p:nvGrpSpPr>
          <p:cNvPr id="2466" name="Google Shape;2466;p35"/>
          <p:cNvGrpSpPr/>
          <p:nvPr/>
        </p:nvGrpSpPr>
        <p:grpSpPr>
          <a:xfrm flipH="1">
            <a:off x="-3710700" y="3406702"/>
            <a:ext cx="5630517" cy="5451748"/>
            <a:chOff x="8129425" y="2555026"/>
            <a:chExt cx="4222888" cy="4088811"/>
          </a:xfrm>
        </p:grpSpPr>
        <p:sp>
          <p:nvSpPr>
            <p:cNvPr id="2467" name="Google Shape;2467;p35"/>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8" name="Google Shape;2468;p35"/>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9" name="Google Shape;2469;p35"/>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0" name="Google Shape;2470;p35"/>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1" name="Google Shape;2471;p35"/>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2" name="Google Shape;2472;p35"/>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3" name="Google Shape;2473;p35"/>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4" name="Google Shape;2474;p35"/>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75" name="Google Shape;2475;p35"/>
          <p:cNvGrpSpPr/>
          <p:nvPr/>
        </p:nvGrpSpPr>
        <p:grpSpPr>
          <a:xfrm flipH="1">
            <a:off x="-3982326" y="1209829"/>
            <a:ext cx="5026084" cy="15144076"/>
            <a:chOff x="-2722250" y="-1079764"/>
            <a:chExt cx="3769563" cy="11358057"/>
          </a:xfrm>
        </p:grpSpPr>
        <p:sp>
          <p:nvSpPr>
            <p:cNvPr id="2476" name="Google Shape;2476;p35"/>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7" name="Google Shape;2477;p35"/>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8" name="Google Shape;2478;p35"/>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9" name="Google Shape;2479;p35"/>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0" name="Google Shape;2480;p35"/>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1" name="Google Shape;2481;p35"/>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2" name="Google Shape;2482;p35"/>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3" name="Google Shape;2483;p35"/>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4" name="Google Shape;2484;p35"/>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5" name="Google Shape;2485;p35"/>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6" name="Google Shape;2486;p35"/>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7" name="Google Shape;2487;p35"/>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8" name="Google Shape;2488;p35"/>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9" name="Google Shape;2489;p35"/>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90" name="Google Shape;2490;p35"/>
          <p:cNvGrpSpPr/>
          <p:nvPr/>
        </p:nvGrpSpPr>
        <p:grpSpPr>
          <a:xfrm rot="10800000" flipH="1">
            <a:off x="11455700" y="-1603781"/>
            <a:ext cx="5630517" cy="5451748"/>
            <a:chOff x="8129425" y="2555026"/>
            <a:chExt cx="4222888" cy="4088811"/>
          </a:xfrm>
        </p:grpSpPr>
        <p:sp>
          <p:nvSpPr>
            <p:cNvPr id="2491" name="Google Shape;2491;p35"/>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2" name="Google Shape;2492;p35"/>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3" name="Google Shape;2493;p35"/>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4" name="Google Shape;2494;p35"/>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5" name="Google Shape;2495;p35"/>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6" name="Google Shape;2496;p35"/>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7" name="Google Shape;2497;p35"/>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8" name="Google Shape;2498;p35"/>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99" name="Google Shape;2499;p35"/>
          <p:cNvSpPr/>
          <p:nvPr/>
        </p:nvSpPr>
        <p:spPr>
          <a:xfrm>
            <a:off x="1651052" y="3493448"/>
            <a:ext cx="200800" cy="2008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00" name="Google Shape;2500;p35"/>
          <p:cNvGrpSpPr/>
          <p:nvPr/>
        </p:nvGrpSpPr>
        <p:grpSpPr>
          <a:xfrm>
            <a:off x="1099984" y="478985"/>
            <a:ext cx="156697" cy="959731"/>
            <a:chOff x="824987" y="359239"/>
            <a:chExt cx="117523" cy="719798"/>
          </a:xfrm>
        </p:grpSpPr>
        <p:sp>
          <p:nvSpPr>
            <p:cNvPr id="2501" name="Google Shape;2501;p35"/>
            <p:cNvSpPr/>
            <p:nvPr/>
          </p:nvSpPr>
          <p:spPr>
            <a:xfrm rot="-5400000">
              <a:off x="824987" y="35923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2" name="Google Shape;2502;p35"/>
            <p:cNvSpPr/>
            <p:nvPr/>
          </p:nvSpPr>
          <p:spPr>
            <a:xfrm rot="-5400000">
              <a:off x="824987" y="96151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3" name="Google Shape;2503;p35"/>
            <p:cNvSpPr/>
            <p:nvPr/>
          </p:nvSpPr>
          <p:spPr>
            <a:xfrm rot="-5400000">
              <a:off x="824987" y="76075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4" name="Google Shape;2504;p35"/>
            <p:cNvSpPr/>
            <p:nvPr/>
          </p:nvSpPr>
          <p:spPr>
            <a:xfrm rot="-5400000">
              <a:off x="824987" y="55999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5" name="Google Shape;2505;p35"/>
            <p:cNvSpPr/>
            <p:nvPr/>
          </p:nvSpPr>
          <p:spPr>
            <a:xfrm rot="-5400000">
              <a:off x="824987" y="35923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6" name="Google Shape;2506;p35"/>
            <p:cNvSpPr/>
            <p:nvPr/>
          </p:nvSpPr>
          <p:spPr>
            <a:xfrm rot="-5400000">
              <a:off x="824987" y="96151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7" name="Google Shape;2507;p35"/>
            <p:cNvSpPr/>
            <p:nvPr/>
          </p:nvSpPr>
          <p:spPr>
            <a:xfrm rot="-5400000">
              <a:off x="824987" y="76075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8" name="Google Shape;2508;p35"/>
            <p:cNvSpPr/>
            <p:nvPr/>
          </p:nvSpPr>
          <p:spPr>
            <a:xfrm rot="-5400000">
              <a:off x="824987" y="55999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509" name="Google Shape;2509;p35"/>
          <p:cNvSpPr/>
          <p:nvPr/>
        </p:nvSpPr>
        <p:spPr>
          <a:xfrm>
            <a:off x="769633" y="-789233"/>
            <a:ext cx="902000" cy="4320800"/>
          </a:xfrm>
          <a:custGeom>
            <a:avLst/>
            <a:gdLst/>
            <a:ahLst/>
            <a:cxnLst/>
            <a:rect l="l" t="t" r="r" b="b"/>
            <a:pathLst>
              <a:path w="27060" h="129624" extrusionOk="0">
                <a:moveTo>
                  <a:pt x="0" y="0"/>
                </a:moveTo>
                <a:lnTo>
                  <a:pt x="0" y="101874"/>
                </a:lnTo>
                <a:lnTo>
                  <a:pt x="27060" y="129624"/>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a:p>
        </p:txBody>
      </p:sp>
      <p:sp>
        <p:nvSpPr>
          <p:cNvPr id="2510" name="Google Shape;2510;p35"/>
          <p:cNvSpPr/>
          <p:nvPr/>
        </p:nvSpPr>
        <p:spPr>
          <a:xfrm>
            <a:off x="1651052" y="3493448"/>
            <a:ext cx="200800" cy="2008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511" name="Google Shape;2511;p35"/>
          <p:cNvCxnSpPr/>
          <p:nvPr/>
        </p:nvCxnSpPr>
        <p:spPr>
          <a:xfrm rot="10800000">
            <a:off x="11813400" y="4220000"/>
            <a:ext cx="0" cy="306720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grpSp>
        <p:nvGrpSpPr>
          <p:cNvPr id="2512" name="Google Shape;2512;p35"/>
          <p:cNvGrpSpPr/>
          <p:nvPr/>
        </p:nvGrpSpPr>
        <p:grpSpPr>
          <a:xfrm>
            <a:off x="10937267" y="2644285"/>
            <a:ext cx="317252" cy="4297983"/>
            <a:chOff x="8202950" y="1983213"/>
            <a:chExt cx="237939" cy="3223487"/>
          </a:xfrm>
        </p:grpSpPr>
        <p:sp>
          <p:nvSpPr>
            <p:cNvPr id="2513" name="Google Shape;2513;p35"/>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a:p>
          </p:txBody>
        </p:sp>
        <p:sp>
          <p:nvSpPr>
            <p:cNvPr id="2514" name="Google Shape;2514;p35"/>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5" name="Google Shape;2515;p35"/>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a:p>
          </p:txBody>
        </p:sp>
        <p:sp>
          <p:nvSpPr>
            <p:cNvPr id="2516" name="Google Shape;2516;p35"/>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517" name="Google Shape;2517;p35"/>
          <p:cNvGrpSpPr/>
          <p:nvPr/>
        </p:nvGrpSpPr>
        <p:grpSpPr>
          <a:xfrm>
            <a:off x="10272153" y="-129483"/>
            <a:ext cx="348081" cy="5217688"/>
            <a:chOff x="7704114" y="-97112"/>
            <a:chExt cx="261061" cy="3913266"/>
          </a:xfrm>
        </p:grpSpPr>
        <p:sp>
          <p:nvSpPr>
            <p:cNvPr id="2518" name="Google Shape;2518;p35"/>
            <p:cNvSpPr/>
            <p:nvPr/>
          </p:nvSpPr>
          <p:spPr>
            <a:xfrm>
              <a:off x="7779425" y="-97112"/>
              <a:ext cx="185750" cy="3804950"/>
            </a:xfrm>
            <a:custGeom>
              <a:avLst/>
              <a:gdLst/>
              <a:ahLst/>
              <a:cxnLst/>
              <a:rect l="l" t="t" r="r" b="b"/>
              <a:pathLst>
                <a:path w="7430" h="152198" extrusionOk="0">
                  <a:moveTo>
                    <a:pt x="7366" y="0"/>
                  </a:moveTo>
                  <a:lnTo>
                    <a:pt x="7430" y="96755"/>
                  </a:lnTo>
                  <a:lnTo>
                    <a:pt x="0" y="107019"/>
                  </a:lnTo>
                  <a:lnTo>
                    <a:pt x="8" y="152198"/>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a:p>
          </p:txBody>
        </p:sp>
        <p:sp>
          <p:nvSpPr>
            <p:cNvPr id="2519" name="Google Shape;2519;p35"/>
            <p:cNvSpPr/>
            <p:nvPr/>
          </p:nvSpPr>
          <p:spPr>
            <a:xfrm>
              <a:off x="7704114" y="3665554"/>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0" name="Google Shape;2520;p35"/>
            <p:cNvSpPr/>
            <p:nvPr/>
          </p:nvSpPr>
          <p:spPr>
            <a:xfrm>
              <a:off x="7779425" y="-97112"/>
              <a:ext cx="185750" cy="3804950"/>
            </a:xfrm>
            <a:custGeom>
              <a:avLst/>
              <a:gdLst/>
              <a:ahLst/>
              <a:cxnLst/>
              <a:rect l="l" t="t" r="r" b="b"/>
              <a:pathLst>
                <a:path w="7430" h="152198" extrusionOk="0">
                  <a:moveTo>
                    <a:pt x="7366" y="0"/>
                  </a:moveTo>
                  <a:lnTo>
                    <a:pt x="7430" y="96755"/>
                  </a:lnTo>
                  <a:lnTo>
                    <a:pt x="0" y="107019"/>
                  </a:lnTo>
                  <a:lnTo>
                    <a:pt x="8" y="152198"/>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a:p>
          </p:txBody>
        </p:sp>
        <p:sp>
          <p:nvSpPr>
            <p:cNvPr id="2521" name="Google Shape;2521;p35"/>
            <p:cNvSpPr/>
            <p:nvPr/>
          </p:nvSpPr>
          <p:spPr>
            <a:xfrm>
              <a:off x="7704114" y="3665554"/>
              <a:ext cx="150600" cy="1506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563005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D9D392-B882-5D87-5C27-FFD7AA2AEB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D77DF1-8E01-FA25-1E00-2E1A8A2ABE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56880-CA88-8932-7BB1-515B96E266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6CD7CD-B0B4-465D-8AEF-1971083E40AD}" type="datetimeFigureOut">
              <a:rPr lang="en-US" smtClean="0"/>
              <a:t>12/5/2025</a:t>
            </a:fld>
            <a:endParaRPr lang="en-US"/>
          </a:p>
        </p:txBody>
      </p:sp>
      <p:sp>
        <p:nvSpPr>
          <p:cNvPr id="5" name="Footer Placeholder 4">
            <a:extLst>
              <a:ext uri="{FF2B5EF4-FFF2-40B4-BE49-F238E27FC236}">
                <a16:creationId xmlns:a16="http://schemas.microsoft.com/office/drawing/2014/main" id="{B19AAB43-B488-A9D1-5409-55FA3AC594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0608E0-CAF5-C02E-305C-130B6E71C3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72C9E6-03CA-42CB-98D0-6826BEE4D52A}" type="slidenum">
              <a:rPr lang="en-US" smtClean="0"/>
              <a:t>‹#›</a:t>
            </a:fld>
            <a:endParaRPr lang="en-US"/>
          </a:p>
        </p:txBody>
      </p:sp>
    </p:spTree>
    <p:extLst>
      <p:ext uri="{BB962C8B-B14F-4D97-AF65-F5344CB8AC3E}">
        <p14:creationId xmlns:p14="http://schemas.microsoft.com/office/powerpoint/2010/main" val="2494409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719367"/>
            <a:ext cx="10290000" cy="6376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1pPr>
            <a:lvl2pPr lvl="1"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2pPr>
            <a:lvl3pPr lvl="2"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3pPr>
            <a:lvl4pPr lvl="3"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4pPr>
            <a:lvl5pPr lvl="4"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5pPr>
            <a:lvl6pPr lvl="5"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6pPr>
            <a:lvl7pPr lvl="6"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7pPr>
            <a:lvl8pPr lvl="7"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8pPr>
            <a:lvl9pPr lvl="8" algn="ctr">
              <a:spcBef>
                <a:spcPts val="0"/>
              </a:spcBef>
              <a:spcAft>
                <a:spcPts val="0"/>
              </a:spcAft>
              <a:buClr>
                <a:schemeClr val="lt1"/>
              </a:buClr>
              <a:buSzPts val="3300"/>
              <a:buFont typeface="Play"/>
              <a:buNone/>
              <a:defRPr sz="3300" b="1">
                <a:solidFill>
                  <a:schemeClr val="lt1"/>
                </a:solidFill>
                <a:latin typeface="Play"/>
                <a:ea typeface="Play"/>
                <a:cs typeface="Play"/>
                <a:sym typeface="Play"/>
              </a:defRPr>
            </a:lvl9pPr>
          </a:lstStyle>
          <a:p>
            <a:endParaRPr/>
          </a:p>
        </p:txBody>
      </p:sp>
      <p:sp>
        <p:nvSpPr>
          <p:cNvPr id="7" name="Google Shape;7;p1"/>
          <p:cNvSpPr txBox="1">
            <a:spLocks noGrp="1"/>
          </p:cNvSpPr>
          <p:nvPr>
            <p:ph type="body" idx="1"/>
          </p:nvPr>
        </p:nvSpPr>
        <p:spPr>
          <a:xfrm>
            <a:off x="950967" y="1729867"/>
            <a:ext cx="10290000" cy="4362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1pPr>
            <a:lvl2pPr marL="914400" lvl="1"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2pPr>
            <a:lvl3pPr marL="1371600" lvl="2"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3pPr>
            <a:lvl4pPr marL="1828800" lvl="3"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4pPr>
            <a:lvl5pPr marL="2286000" lvl="4"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5pPr>
            <a:lvl6pPr marL="2743200" lvl="5"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6pPr>
            <a:lvl7pPr marL="3200400" lvl="6"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7pPr>
            <a:lvl8pPr marL="3657600" lvl="7"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8pPr>
            <a:lvl9pPr marL="4114800" lvl="8" indent="-317500">
              <a:lnSpc>
                <a:spcPct val="115000"/>
              </a:lnSpc>
              <a:spcBef>
                <a:spcPts val="1600"/>
              </a:spcBef>
              <a:spcAft>
                <a:spcPts val="160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9pPr>
          </a:lstStyle>
          <a:p>
            <a:endParaRPr/>
          </a:p>
        </p:txBody>
      </p:sp>
    </p:spTree>
    <p:extLst>
      <p:ext uri="{BB962C8B-B14F-4D97-AF65-F5344CB8AC3E}">
        <p14:creationId xmlns:p14="http://schemas.microsoft.com/office/powerpoint/2010/main" val="343734724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5.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29A31-BC8A-76B1-239D-D8AB514565BF}"/>
              </a:ext>
            </a:extLst>
          </p:cNvPr>
          <p:cNvSpPr>
            <a:spLocks noGrp="1"/>
          </p:cNvSpPr>
          <p:nvPr>
            <p:ph type="ctrTitle"/>
          </p:nvPr>
        </p:nvSpPr>
        <p:spPr>
          <a:xfrm>
            <a:off x="1524000" y="1486837"/>
            <a:ext cx="9144000" cy="2941637"/>
          </a:xfrm>
        </p:spPr>
        <p:txBody>
          <a:bodyPr anchor="ctr">
            <a:normAutofit/>
          </a:bodyPr>
          <a:lstStyle/>
          <a:p>
            <a:pPr>
              <a:lnSpc>
                <a:spcPct val="100000"/>
              </a:lnSpc>
            </a:pPr>
            <a:r>
              <a:rPr lang="en" sz="8000" dirty="0">
                <a:latin typeface="Aptos Black" panose="020F0502020204030204" pitchFamily="34" charset="0"/>
              </a:rPr>
              <a:t>DEALING WITH OBJECTS IN OOP</a:t>
            </a:r>
            <a:endParaRPr lang="en-US" dirty="0"/>
          </a:p>
        </p:txBody>
      </p:sp>
      <p:sp>
        <p:nvSpPr>
          <p:cNvPr id="3" name="Subtitle 2">
            <a:extLst>
              <a:ext uri="{FF2B5EF4-FFF2-40B4-BE49-F238E27FC236}">
                <a16:creationId xmlns:a16="http://schemas.microsoft.com/office/drawing/2014/main" id="{D3CC2289-93DB-5E4C-872A-6CBF35AAD07D}"/>
              </a:ext>
            </a:extLst>
          </p:cNvPr>
          <p:cNvSpPr>
            <a:spLocks noGrp="1"/>
          </p:cNvSpPr>
          <p:nvPr>
            <p:ph type="subTitle" idx="1"/>
          </p:nvPr>
        </p:nvSpPr>
        <p:spPr>
          <a:xfrm>
            <a:off x="1524000" y="4825639"/>
            <a:ext cx="9144000" cy="369454"/>
          </a:xfrm>
        </p:spPr>
        <p:txBody>
          <a:bodyPr>
            <a:normAutofit/>
          </a:bodyPr>
          <a:lstStyle/>
          <a:p>
            <a:r>
              <a:rPr lang="en-US" sz="2000" dirty="0">
                <a:latin typeface="Aptos" panose="020B0004020202020204" pitchFamily="34" charset="0"/>
              </a:rPr>
              <a:t>A Narrative Journey from "Spaghetti Code" to Modern Structures</a:t>
            </a:r>
          </a:p>
        </p:txBody>
      </p:sp>
      <p:grpSp>
        <p:nvGrpSpPr>
          <p:cNvPr id="170" name="Google Shape;2641;p40">
            <a:extLst>
              <a:ext uri="{FF2B5EF4-FFF2-40B4-BE49-F238E27FC236}">
                <a16:creationId xmlns:a16="http://schemas.microsoft.com/office/drawing/2014/main" id="{98D3B8A6-8C36-3D4E-1320-FDD97F9E70CE}"/>
              </a:ext>
            </a:extLst>
          </p:cNvPr>
          <p:cNvGrpSpPr>
            <a:grpSpLocks/>
          </p:cNvGrpSpPr>
          <p:nvPr/>
        </p:nvGrpSpPr>
        <p:grpSpPr>
          <a:xfrm>
            <a:off x="3872175" y="4360824"/>
            <a:ext cx="4447650" cy="135300"/>
            <a:chOff x="2365175" y="3596070"/>
            <a:chExt cx="4447650" cy="135300"/>
          </a:xfrm>
          <a:solidFill>
            <a:schemeClr val="tx1">
              <a:alpha val="0"/>
            </a:schemeClr>
          </a:solidFill>
        </p:grpSpPr>
        <p:sp>
          <p:nvSpPr>
            <p:cNvPr id="171" name="Google Shape;2642;p40">
              <a:extLst>
                <a:ext uri="{FF2B5EF4-FFF2-40B4-BE49-F238E27FC236}">
                  <a16:creationId xmlns:a16="http://schemas.microsoft.com/office/drawing/2014/main" id="{7C575475-6327-617F-9A4B-0A9E0182ECFA}"/>
                </a:ext>
              </a:extLst>
            </p:cNvPr>
            <p:cNvSpPr>
              <a:spLocks/>
            </p:cNvSpPr>
            <p:nvPr/>
          </p:nvSpPr>
          <p:spPr>
            <a:xfrm>
              <a:off x="2365175" y="3596070"/>
              <a:ext cx="135300" cy="135300"/>
            </a:xfrm>
            <a:prstGeom prst="ellipse">
              <a:avLst/>
            </a:prstGeom>
            <a:grpFill/>
            <a:ln w="19050" cap="flat" cmpd="sng">
              <a:no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2643;p40">
              <a:extLst>
                <a:ext uri="{FF2B5EF4-FFF2-40B4-BE49-F238E27FC236}">
                  <a16:creationId xmlns:a16="http://schemas.microsoft.com/office/drawing/2014/main" id="{2FFF9798-0F19-8FC1-9D54-967FD73593FC}"/>
                </a:ext>
              </a:extLst>
            </p:cNvPr>
            <p:cNvSpPr>
              <a:spLocks/>
            </p:cNvSpPr>
            <p:nvPr/>
          </p:nvSpPr>
          <p:spPr>
            <a:xfrm>
              <a:off x="6677525" y="3596070"/>
              <a:ext cx="135300" cy="135300"/>
            </a:xfrm>
            <a:prstGeom prst="ellipse">
              <a:avLst/>
            </a:prstGeom>
            <a:grpFill/>
            <a:ln w="19050" cap="flat" cmpd="sng">
              <a:no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73" name="Google Shape;2644;p40">
              <a:extLst>
                <a:ext uri="{FF2B5EF4-FFF2-40B4-BE49-F238E27FC236}">
                  <a16:creationId xmlns:a16="http://schemas.microsoft.com/office/drawing/2014/main" id="{B6834722-FF4B-51F8-B814-8435EF1B0E57}"/>
                </a:ext>
              </a:extLst>
            </p:cNvPr>
            <p:cNvCxnSpPr>
              <a:cxnSpLocks/>
              <a:stCxn id="171" idx="6"/>
              <a:endCxn id="172" idx="2"/>
            </p:cNvCxnSpPr>
            <p:nvPr/>
          </p:nvCxnSpPr>
          <p:spPr>
            <a:xfrm>
              <a:off x="2500475" y="3663720"/>
              <a:ext cx="4177200" cy="0"/>
            </a:xfrm>
            <a:prstGeom prst="straightConnector1">
              <a:avLst/>
            </a:prstGeom>
            <a:grpFill/>
            <a:ln w="28575" cap="flat" cmpd="sng">
              <a:noFill/>
              <a:prstDash val="solid"/>
              <a:round/>
              <a:headEnd type="none" w="med" len="med"/>
              <a:tailEnd type="none" w="med" len="med"/>
            </a:ln>
            <a:effectLst>
              <a:outerShdw blurRad="128588" algn="bl" rotWithShape="0">
                <a:srgbClr val="00E9FF"/>
              </a:outerShdw>
            </a:effectLst>
          </p:spPr>
        </p:cxnSp>
      </p:grpSp>
      <p:grpSp>
        <p:nvGrpSpPr>
          <p:cNvPr id="226" name="Google Shape;11;p2">
            <a:extLst>
              <a:ext uri="{FF2B5EF4-FFF2-40B4-BE49-F238E27FC236}">
                <a16:creationId xmlns:a16="http://schemas.microsoft.com/office/drawing/2014/main" id="{D5A9B2FF-415A-7014-2A54-AC00E2137D7C}"/>
              </a:ext>
            </a:extLst>
          </p:cNvPr>
          <p:cNvGrpSpPr/>
          <p:nvPr/>
        </p:nvGrpSpPr>
        <p:grpSpPr>
          <a:xfrm>
            <a:off x="-4840435" y="6601828"/>
            <a:ext cx="5251558" cy="5251558"/>
            <a:chOff x="-3640848" y="2185426"/>
            <a:chExt cx="4088811" cy="4088811"/>
          </a:xfrm>
        </p:grpSpPr>
        <p:sp>
          <p:nvSpPr>
            <p:cNvPr id="227" name="Google Shape;12;p2">
              <a:extLst>
                <a:ext uri="{FF2B5EF4-FFF2-40B4-BE49-F238E27FC236}">
                  <a16:creationId xmlns:a16="http://schemas.microsoft.com/office/drawing/2014/main" id="{FE11BAD6-5F79-919B-8B80-CE63C9B64D65}"/>
                </a:ext>
              </a:extLst>
            </p:cNvPr>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3;p2">
              <a:extLst>
                <a:ext uri="{FF2B5EF4-FFF2-40B4-BE49-F238E27FC236}">
                  <a16:creationId xmlns:a16="http://schemas.microsoft.com/office/drawing/2014/main" id="{B60FA1E7-840A-77C8-F251-63AE19505947}"/>
                </a:ext>
              </a:extLst>
            </p:cNvPr>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29" name="Google Shape;14;p2">
            <a:extLst>
              <a:ext uri="{FF2B5EF4-FFF2-40B4-BE49-F238E27FC236}">
                <a16:creationId xmlns:a16="http://schemas.microsoft.com/office/drawing/2014/main" id="{4F2F9C9B-A97A-DC85-A8E8-3FBC1ADCF4EC}"/>
              </a:ext>
            </a:extLst>
          </p:cNvPr>
          <p:cNvGrpSpPr/>
          <p:nvPr/>
        </p:nvGrpSpPr>
        <p:grpSpPr>
          <a:xfrm>
            <a:off x="-5431034" y="-1117718"/>
            <a:ext cx="4841524" cy="14587980"/>
            <a:chOff x="-2722250" y="-1079764"/>
            <a:chExt cx="3769563" cy="11358057"/>
          </a:xfrm>
        </p:grpSpPr>
        <p:sp>
          <p:nvSpPr>
            <p:cNvPr id="230" name="Google Shape;15;p2">
              <a:extLst>
                <a:ext uri="{FF2B5EF4-FFF2-40B4-BE49-F238E27FC236}">
                  <a16:creationId xmlns:a16="http://schemas.microsoft.com/office/drawing/2014/main" id="{BD7ED2D7-E1E7-BDC9-2911-2B1ECDF90FAC}"/>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16;p2">
              <a:extLst>
                <a:ext uri="{FF2B5EF4-FFF2-40B4-BE49-F238E27FC236}">
                  <a16:creationId xmlns:a16="http://schemas.microsoft.com/office/drawing/2014/main" id="{95E7A317-CCA7-82F1-C410-1A62B02B24C4}"/>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17;p2">
              <a:extLst>
                <a:ext uri="{FF2B5EF4-FFF2-40B4-BE49-F238E27FC236}">
                  <a16:creationId xmlns:a16="http://schemas.microsoft.com/office/drawing/2014/main" id="{938A7E45-61F4-693C-DA91-5F835F7C145F}"/>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18;p2">
              <a:extLst>
                <a:ext uri="{FF2B5EF4-FFF2-40B4-BE49-F238E27FC236}">
                  <a16:creationId xmlns:a16="http://schemas.microsoft.com/office/drawing/2014/main" id="{5B452BF2-6795-B10F-DA5C-6DB80EB80828}"/>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19;p2">
              <a:extLst>
                <a:ext uri="{FF2B5EF4-FFF2-40B4-BE49-F238E27FC236}">
                  <a16:creationId xmlns:a16="http://schemas.microsoft.com/office/drawing/2014/main" id="{64CA5F50-B8E0-54FC-A591-172AB38FC2D7}"/>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20;p2">
              <a:extLst>
                <a:ext uri="{FF2B5EF4-FFF2-40B4-BE49-F238E27FC236}">
                  <a16:creationId xmlns:a16="http://schemas.microsoft.com/office/drawing/2014/main" id="{56A2C7F7-8D40-BCCE-AD21-F6B174457CCD}"/>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21;p2">
              <a:extLst>
                <a:ext uri="{FF2B5EF4-FFF2-40B4-BE49-F238E27FC236}">
                  <a16:creationId xmlns:a16="http://schemas.microsoft.com/office/drawing/2014/main" id="{1C53EDA4-7CEE-6EA0-A67C-6268C2B95308}"/>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22;p2">
              <a:extLst>
                <a:ext uri="{FF2B5EF4-FFF2-40B4-BE49-F238E27FC236}">
                  <a16:creationId xmlns:a16="http://schemas.microsoft.com/office/drawing/2014/main" id="{5E5530B1-0CD3-E0DA-942C-43C7A22CA30F}"/>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23;p2">
              <a:extLst>
                <a:ext uri="{FF2B5EF4-FFF2-40B4-BE49-F238E27FC236}">
                  <a16:creationId xmlns:a16="http://schemas.microsoft.com/office/drawing/2014/main" id="{B1E37F7C-8081-B9D8-4B84-EFE5A8C7B3B5}"/>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4;p2">
              <a:extLst>
                <a:ext uri="{FF2B5EF4-FFF2-40B4-BE49-F238E27FC236}">
                  <a16:creationId xmlns:a16="http://schemas.microsoft.com/office/drawing/2014/main" id="{490DDFB6-398A-D105-0B05-2F4C799EA328}"/>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25;p2">
              <a:extLst>
                <a:ext uri="{FF2B5EF4-FFF2-40B4-BE49-F238E27FC236}">
                  <a16:creationId xmlns:a16="http://schemas.microsoft.com/office/drawing/2014/main" id="{A4CB5376-6D65-2E99-8E47-AB942D3C1846}"/>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26;p2">
              <a:extLst>
                <a:ext uri="{FF2B5EF4-FFF2-40B4-BE49-F238E27FC236}">
                  <a16:creationId xmlns:a16="http://schemas.microsoft.com/office/drawing/2014/main" id="{4D09ED8A-F80F-FABA-3DCE-4D0A6C46A592}"/>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27;p2">
              <a:extLst>
                <a:ext uri="{FF2B5EF4-FFF2-40B4-BE49-F238E27FC236}">
                  <a16:creationId xmlns:a16="http://schemas.microsoft.com/office/drawing/2014/main" id="{28D06942-E6DC-0987-0C6C-23CA3E90A5E1}"/>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28;p2">
              <a:extLst>
                <a:ext uri="{FF2B5EF4-FFF2-40B4-BE49-F238E27FC236}">
                  <a16:creationId xmlns:a16="http://schemas.microsoft.com/office/drawing/2014/main" id="{915912BB-C042-9331-AAB1-E945C5B18975}"/>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44" name="Google Shape;29;p2">
            <a:extLst>
              <a:ext uri="{FF2B5EF4-FFF2-40B4-BE49-F238E27FC236}">
                <a16:creationId xmlns:a16="http://schemas.microsoft.com/office/drawing/2014/main" id="{91712C07-51D1-F9BA-5554-0836010FE70D}"/>
              </a:ext>
            </a:extLst>
          </p:cNvPr>
          <p:cNvGrpSpPr/>
          <p:nvPr/>
        </p:nvGrpSpPr>
        <p:grpSpPr>
          <a:xfrm>
            <a:off x="3163451" y="-2934875"/>
            <a:ext cx="2546879" cy="2586181"/>
            <a:chOff x="746900" y="-550225"/>
            <a:chExt cx="1982975" cy="2013575"/>
          </a:xfrm>
        </p:grpSpPr>
        <p:sp>
          <p:nvSpPr>
            <p:cNvPr id="245" name="Google Shape;30;p2">
              <a:extLst>
                <a:ext uri="{FF2B5EF4-FFF2-40B4-BE49-F238E27FC236}">
                  <a16:creationId xmlns:a16="http://schemas.microsoft.com/office/drawing/2014/main" id="{68A6377A-9F69-E5AD-CC9F-A16DF6D20233}"/>
                </a:ext>
              </a:extLst>
            </p:cNvPr>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rgbClr val="00E9FF"/>
              </a:solidFill>
              <a:prstDash val="solid"/>
              <a:round/>
              <a:headEnd type="none" w="med" len="med"/>
              <a:tailEnd type="none" w="med" len="med"/>
            </a:ln>
            <a:effectLst>
              <a:outerShdw blurRad="128588" dist="19050" algn="bl" rotWithShape="0">
                <a:srgbClr val="00E9FF"/>
              </a:outerShdw>
            </a:effectLst>
          </p:spPr>
          <p:txBody>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46" name="Google Shape;31;p2">
              <a:extLst>
                <a:ext uri="{FF2B5EF4-FFF2-40B4-BE49-F238E27FC236}">
                  <a16:creationId xmlns:a16="http://schemas.microsoft.com/office/drawing/2014/main" id="{81C9A470-D8AD-3347-A4F6-27FDC0AC2A16}"/>
                </a:ext>
              </a:extLst>
            </p:cNvPr>
            <p:cNvSpPr/>
            <p:nvPr/>
          </p:nvSpPr>
          <p:spPr>
            <a:xfrm>
              <a:off x="746900" y="1312750"/>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32;p2">
              <a:extLst>
                <a:ext uri="{FF2B5EF4-FFF2-40B4-BE49-F238E27FC236}">
                  <a16:creationId xmlns:a16="http://schemas.microsoft.com/office/drawing/2014/main" id="{E5E06E80-5214-58BC-8BDD-4E4330C01752}"/>
                </a:ext>
              </a:extLst>
            </p:cNvPr>
            <p:cNvSpPr/>
            <p:nvPr/>
          </p:nvSpPr>
          <p:spPr>
            <a:xfrm>
              <a:off x="2579275" y="-55022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33;p2">
              <a:extLst>
                <a:ext uri="{FF2B5EF4-FFF2-40B4-BE49-F238E27FC236}">
                  <a16:creationId xmlns:a16="http://schemas.microsoft.com/office/drawing/2014/main" id="{DED87417-BF01-9F9B-D113-C219B042E3A5}"/>
                </a:ext>
              </a:extLst>
            </p:cNvPr>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rgbClr val="00E9FF"/>
              </a:solidFill>
              <a:prstDash val="solid"/>
              <a:round/>
              <a:headEnd type="none" w="med" len="med"/>
              <a:tailEnd type="none" w="med" len="med"/>
            </a:ln>
            <a:effectLst>
              <a:outerShdw blurRad="128588" algn="bl" rotWithShape="0">
                <a:srgbClr val="00E9FF"/>
              </a:outerShdw>
            </a:effectLst>
          </p:spPr>
          <p:txBody>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49" name="Google Shape;34;p2">
            <a:extLst>
              <a:ext uri="{FF2B5EF4-FFF2-40B4-BE49-F238E27FC236}">
                <a16:creationId xmlns:a16="http://schemas.microsoft.com/office/drawing/2014/main" id="{47525253-DA3C-4800-3536-A02A398E99AC}"/>
              </a:ext>
            </a:extLst>
          </p:cNvPr>
          <p:cNvGrpSpPr/>
          <p:nvPr/>
        </p:nvGrpSpPr>
        <p:grpSpPr>
          <a:xfrm>
            <a:off x="10787775" y="6932305"/>
            <a:ext cx="5423763" cy="5251558"/>
            <a:chOff x="8129425" y="2555026"/>
            <a:chExt cx="4222888" cy="4088811"/>
          </a:xfrm>
        </p:grpSpPr>
        <p:sp>
          <p:nvSpPr>
            <p:cNvPr id="250" name="Google Shape;35;p2">
              <a:extLst>
                <a:ext uri="{FF2B5EF4-FFF2-40B4-BE49-F238E27FC236}">
                  <a16:creationId xmlns:a16="http://schemas.microsoft.com/office/drawing/2014/main" id="{034572FB-2EFC-EF2F-A9D8-BD05416B6D98}"/>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36;p2">
              <a:extLst>
                <a:ext uri="{FF2B5EF4-FFF2-40B4-BE49-F238E27FC236}">
                  <a16:creationId xmlns:a16="http://schemas.microsoft.com/office/drawing/2014/main" id="{DBC9E974-AFA2-9D97-0467-1B2E8AE98406}"/>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52" name="Google Shape;37;p2">
              <a:extLst>
                <a:ext uri="{FF2B5EF4-FFF2-40B4-BE49-F238E27FC236}">
                  <a16:creationId xmlns:a16="http://schemas.microsoft.com/office/drawing/2014/main" id="{0384562F-06A3-379A-15EB-21C963A9BCB7}"/>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38;p2">
              <a:extLst>
                <a:ext uri="{FF2B5EF4-FFF2-40B4-BE49-F238E27FC236}">
                  <a16:creationId xmlns:a16="http://schemas.microsoft.com/office/drawing/2014/main" id="{2D5C1C95-0B3B-5D63-A415-1C5B3C680BAE}"/>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39;p2">
              <a:extLst>
                <a:ext uri="{FF2B5EF4-FFF2-40B4-BE49-F238E27FC236}">
                  <a16:creationId xmlns:a16="http://schemas.microsoft.com/office/drawing/2014/main" id="{49552F63-4179-FD26-43DA-3BFFD4569210}"/>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40;p2">
              <a:extLst>
                <a:ext uri="{FF2B5EF4-FFF2-40B4-BE49-F238E27FC236}">
                  <a16:creationId xmlns:a16="http://schemas.microsoft.com/office/drawing/2014/main" id="{47054366-DEA6-0FC2-7BA1-DF88719E3BCB}"/>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41;p2">
              <a:extLst>
                <a:ext uri="{FF2B5EF4-FFF2-40B4-BE49-F238E27FC236}">
                  <a16:creationId xmlns:a16="http://schemas.microsoft.com/office/drawing/2014/main" id="{B8F5D759-93F7-F442-6094-D438ECDD22C0}"/>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42;p2">
              <a:extLst>
                <a:ext uri="{FF2B5EF4-FFF2-40B4-BE49-F238E27FC236}">
                  <a16:creationId xmlns:a16="http://schemas.microsoft.com/office/drawing/2014/main" id="{6CF7B76D-D81A-A327-A5B4-A0A756B19B01}"/>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58" name="Google Shape;43;p2">
            <a:extLst>
              <a:ext uri="{FF2B5EF4-FFF2-40B4-BE49-F238E27FC236}">
                <a16:creationId xmlns:a16="http://schemas.microsoft.com/office/drawing/2014/main" id="{EC248747-9F45-9E4E-755C-A41B4A0FD5AC}"/>
              </a:ext>
            </a:extLst>
          </p:cNvPr>
          <p:cNvGrpSpPr/>
          <p:nvPr/>
        </p:nvGrpSpPr>
        <p:grpSpPr>
          <a:xfrm>
            <a:off x="11132519" y="-6225087"/>
            <a:ext cx="3216778" cy="5876393"/>
            <a:chOff x="8430775" y="-2181926"/>
            <a:chExt cx="2504551" cy="4575301"/>
          </a:xfrm>
        </p:grpSpPr>
        <p:sp>
          <p:nvSpPr>
            <p:cNvPr id="259" name="Google Shape;44;p2">
              <a:extLst>
                <a:ext uri="{FF2B5EF4-FFF2-40B4-BE49-F238E27FC236}">
                  <a16:creationId xmlns:a16="http://schemas.microsoft.com/office/drawing/2014/main" id="{653A9BD0-44DC-52B3-D6B2-10A4246AC850}"/>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45;p2">
              <a:extLst>
                <a:ext uri="{FF2B5EF4-FFF2-40B4-BE49-F238E27FC236}">
                  <a16:creationId xmlns:a16="http://schemas.microsoft.com/office/drawing/2014/main" id="{BE400D7E-7859-8B8C-F27C-6B178E5470EA}"/>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46;p2">
              <a:extLst>
                <a:ext uri="{FF2B5EF4-FFF2-40B4-BE49-F238E27FC236}">
                  <a16:creationId xmlns:a16="http://schemas.microsoft.com/office/drawing/2014/main" id="{C896C1BA-246C-07F6-0D26-FD60888D1B71}"/>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47;p2">
              <a:extLst>
                <a:ext uri="{FF2B5EF4-FFF2-40B4-BE49-F238E27FC236}">
                  <a16:creationId xmlns:a16="http://schemas.microsoft.com/office/drawing/2014/main" id="{67880440-8A63-8AE5-FF73-D81CB1BB1336}"/>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3" name="Google Shape;48;p2">
            <a:extLst>
              <a:ext uri="{FF2B5EF4-FFF2-40B4-BE49-F238E27FC236}">
                <a16:creationId xmlns:a16="http://schemas.microsoft.com/office/drawing/2014/main" id="{2DD19C04-30B4-1DD3-D966-183107DBB39D}"/>
              </a:ext>
            </a:extLst>
          </p:cNvPr>
          <p:cNvGrpSpPr/>
          <p:nvPr/>
        </p:nvGrpSpPr>
        <p:grpSpPr>
          <a:xfrm rot="10800000" flipH="1">
            <a:off x="10787774" y="-13650060"/>
            <a:ext cx="4841524" cy="14587980"/>
            <a:chOff x="-2722250" y="-1079764"/>
            <a:chExt cx="3769563" cy="11358057"/>
          </a:xfrm>
        </p:grpSpPr>
        <p:sp>
          <p:nvSpPr>
            <p:cNvPr id="264" name="Google Shape;49;p2">
              <a:extLst>
                <a:ext uri="{FF2B5EF4-FFF2-40B4-BE49-F238E27FC236}">
                  <a16:creationId xmlns:a16="http://schemas.microsoft.com/office/drawing/2014/main" id="{90E3A3C8-F849-F094-46DA-00C9ED70F9A4}"/>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50;p2">
              <a:extLst>
                <a:ext uri="{FF2B5EF4-FFF2-40B4-BE49-F238E27FC236}">
                  <a16:creationId xmlns:a16="http://schemas.microsoft.com/office/drawing/2014/main" id="{C148546B-C90B-F5E4-B947-8280C7F4FFE5}"/>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51;p2">
              <a:extLst>
                <a:ext uri="{FF2B5EF4-FFF2-40B4-BE49-F238E27FC236}">
                  <a16:creationId xmlns:a16="http://schemas.microsoft.com/office/drawing/2014/main" id="{ADCFB600-2BDB-5FA5-BC79-5A0FB036ED20}"/>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52;p2">
              <a:extLst>
                <a:ext uri="{FF2B5EF4-FFF2-40B4-BE49-F238E27FC236}">
                  <a16:creationId xmlns:a16="http://schemas.microsoft.com/office/drawing/2014/main" id="{D109213B-FB72-A0EB-5813-FD644C81C474}"/>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53;p2">
              <a:extLst>
                <a:ext uri="{FF2B5EF4-FFF2-40B4-BE49-F238E27FC236}">
                  <a16:creationId xmlns:a16="http://schemas.microsoft.com/office/drawing/2014/main" id="{6EA07538-62A4-55D4-DEA0-82C16D4EC9AB}"/>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54;p2">
              <a:extLst>
                <a:ext uri="{FF2B5EF4-FFF2-40B4-BE49-F238E27FC236}">
                  <a16:creationId xmlns:a16="http://schemas.microsoft.com/office/drawing/2014/main" id="{D28E7385-F038-D686-EEDF-E903B9EC047B}"/>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55;p2">
              <a:extLst>
                <a:ext uri="{FF2B5EF4-FFF2-40B4-BE49-F238E27FC236}">
                  <a16:creationId xmlns:a16="http://schemas.microsoft.com/office/drawing/2014/main" id="{2029666A-BFA4-A51E-9050-EA089A0D2F42}"/>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56;p2">
              <a:extLst>
                <a:ext uri="{FF2B5EF4-FFF2-40B4-BE49-F238E27FC236}">
                  <a16:creationId xmlns:a16="http://schemas.microsoft.com/office/drawing/2014/main" id="{08DCFFD5-B8C8-599D-3034-DABCC42FD6DC}"/>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57;p2">
              <a:extLst>
                <a:ext uri="{FF2B5EF4-FFF2-40B4-BE49-F238E27FC236}">
                  <a16:creationId xmlns:a16="http://schemas.microsoft.com/office/drawing/2014/main" id="{E97D9588-417E-E917-C260-333D1494176D}"/>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58;p2">
              <a:extLst>
                <a:ext uri="{FF2B5EF4-FFF2-40B4-BE49-F238E27FC236}">
                  <a16:creationId xmlns:a16="http://schemas.microsoft.com/office/drawing/2014/main" id="{987D901A-4ED9-6BE2-C8B5-1DA9B232AECE}"/>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59;p2">
              <a:extLst>
                <a:ext uri="{FF2B5EF4-FFF2-40B4-BE49-F238E27FC236}">
                  <a16:creationId xmlns:a16="http://schemas.microsoft.com/office/drawing/2014/main" id="{241ACDAF-4F21-6E82-4FAD-DAA617DB6DAB}"/>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60;p2">
              <a:extLst>
                <a:ext uri="{FF2B5EF4-FFF2-40B4-BE49-F238E27FC236}">
                  <a16:creationId xmlns:a16="http://schemas.microsoft.com/office/drawing/2014/main" id="{A9333746-7311-9392-446E-CEC29EB32A55}"/>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61;p2">
              <a:extLst>
                <a:ext uri="{FF2B5EF4-FFF2-40B4-BE49-F238E27FC236}">
                  <a16:creationId xmlns:a16="http://schemas.microsoft.com/office/drawing/2014/main" id="{97F17B02-85E3-9E11-0CAD-3AA9F19B9646}"/>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62;p2">
              <a:extLst>
                <a:ext uri="{FF2B5EF4-FFF2-40B4-BE49-F238E27FC236}">
                  <a16:creationId xmlns:a16="http://schemas.microsoft.com/office/drawing/2014/main" id="{2B143F76-48E8-C774-19B5-DFA849B1A8C8}"/>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072481730"/>
      </p:ext>
    </p:extLst>
  </p:cSld>
  <p:clrMapOvr>
    <a:masterClrMapping/>
  </p:clrMapOvr>
  <mc:AlternateContent xmlns:mc="http://schemas.openxmlformats.org/markup-compatibility/2006">
    <mc:Choice xmlns:p14="http://schemas.microsoft.com/office/powerpoint/2010/main" Requires="p14">
      <p:transition p14:dur="0" advClick="0" advTm="2000"/>
    </mc:Choice>
    <mc:Fallback>
      <p:transition advClick="0"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97B15A1-A239-7766-32AD-58F3060A6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86315-4ED9-E36C-7158-50ACBBCC909A}"/>
              </a:ext>
            </a:extLst>
          </p:cNvPr>
          <p:cNvSpPr>
            <a:spLocks noGrp="1"/>
          </p:cNvSpPr>
          <p:nvPr>
            <p:ph type="ctrTitle"/>
          </p:nvPr>
        </p:nvSpPr>
        <p:spPr>
          <a:xfrm>
            <a:off x="1524000" y="1486837"/>
            <a:ext cx="9144000" cy="2941637"/>
          </a:xfrm>
        </p:spPr>
        <p:txBody>
          <a:bodyPr anchor="ctr">
            <a:normAutofit/>
          </a:bodyPr>
          <a:lstStyle/>
          <a:p>
            <a:pPr>
              <a:lnSpc>
                <a:spcPct val="100000"/>
              </a:lnSpc>
            </a:pPr>
            <a:r>
              <a:rPr lang="en" sz="8000" dirty="0">
                <a:solidFill>
                  <a:schemeClr val="bg1"/>
                </a:solidFill>
                <a:latin typeface="Aptos Black" panose="020F0502020204030204" pitchFamily="34" charset="0"/>
              </a:rPr>
              <a:t>DEALING WITH OBJECTS </a:t>
            </a:r>
            <a:r>
              <a:rPr lang="en" sz="8000" dirty="0">
                <a:solidFill>
                  <a:srgbClr val="E63B00"/>
                </a:solidFill>
                <a:latin typeface="Aptos Black" panose="020F0502020204030204" pitchFamily="34" charset="0"/>
              </a:rPr>
              <a:t>IN OOP</a:t>
            </a:r>
            <a:endParaRPr lang="en-US" dirty="0">
              <a:solidFill>
                <a:srgbClr val="E63B00"/>
              </a:solidFill>
            </a:endParaRPr>
          </a:p>
        </p:txBody>
      </p:sp>
      <p:sp>
        <p:nvSpPr>
          <p:cNvPr id="3" name="Subtitle 2">
            <a:extLst>
              <a:ext uri="{FF2B5EF4-FFF2-40B4-BE49-F238E27FC236}">
                <a16:creationId xmlns:a16="http://schemas.microsoft.com/office/drawing/2014/main" id="{C8840AB2-6B27-6FB8-1D8C-366925B06144}"/>
              </a:ext>
            </a:extLst>
          </p:cNvPr>
          <p:cNvSpPr>
            <a:spLocks noGrp="1"/>
          </p:cNvSpPr>
          <p:nvPr>
            <p:ph type="subTitle" idx="1"/>
          </p:nvPr>
        </p:nvSpPr>
        <p:spPr>
          <a:xfrm>
            <a:off x="1524000" y="4825639"/>
            <a:ext cx="9144000" cy="369454"/>
          </a:xfrm>
        </p:spPr>
        <p:txBody>
          <a:bodyPr>
            <a:normAutofit/>
          </a:bodyPr>
          <a:lstStyle/>
          <a:p>
            <a:r>
              <a:rPr lang="en-US" sz="2000" dirty="0">
                <a:solidFill>
                  <a:schemeClr val="bg1"/>
                </a:solidFill>
                <a:latin typeface="Aptos" panose="020B0004020202020204" pitchFamily="34" charset="0"/>
              </a:rPr>
              <a:t>A Narrative Journey from "Spaghetti Code" to Modern Structures</a:t>
            </a:r>
          </a:p>
        </p:txBody>
      </p:sp>
      <p:grpSp>
        <p:nvGrpSpPr>
          <p:cNvPr id="170" name="Google Shape;2641;p40">
            <a:extLst>
              <a:ext uri="{FF2B5EF4-FFF2-40B4-BE49-F238E27FC236}">
                <a16:creationId xmlns:a16="http://schemas.microsoft.com/office/drawing/2014/main" id="{576E433D-3689-41DC-1D75-952BB583B5B0}"/>
              </a:ext>
            </a:extLst>
          </p:cNvPr>
          <p:cNvGrpSpPr>
            <a:grpSpLocks/>
          </p:cNvGrpSpPr>
          <p:nvPr/>
        </p:nvGrpSpPr>
        <p:grpSpPr>
          <a:xfrm>
            <a:off x="3872175" y="4360824"/>
            <a:ext cx="4447650" cy="135300"/>
            <a:chOff x="2365175" y="3596070"/>
            <a:chExt cx="4447650" cy="135300"/>
          </a:xfrm>
        </p:grpSpPr>
        <p:sp>
          <p:nvSpPr>
            <p:cNvPr id="171" name="Google Shape;2642;p40">
              <a:extLst>
                <a:ext uri="{FF2B5EF4-FFF2-40B4-BE49-F238E27FC236}">
                  <a16:creationId xmlns:a16="http://schemas.microsoft.com/office/drawing/2014/main" id="{1AD961F0-3D22-16A2-9384-ED239A9437CE}"/>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2643;p40">
              <a:extLst>
                <a:ext uri="{FF2B5EF4-FFF2-40B4-BE49-F238E27FC236}">
                  <a16:creationId xmlns:a16="http://schemas.microsoft.com/office/drawing/2014/main" id="{A226C075-50F4-E39D-1304-3A0C6724695D}"/>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73" name="Google Shape;2644;p40">
              <a:extLst>
                <a:ext uri="{FF2B5EF4-FFF2-40B4-BE49-F238E27FC236}">
                  <a16:creationId xmlns:a16="http://schemas.microsoft.com/office/drawing/2014/main" id="{894A8D46-4346-F235-64A9-B67C066A1614}"/>
                </a:ext>
              </a:extLst>
            </p:cNvPr>
            <p:cNvCxnSpPr>
              <a:cxnSpLocks/>
              <a:stCxn id="171" idx="6"/>
              <a:endCxn id="172"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grpSp>
        <p:nvGrpSpPr>
          <p:cNvPr id="226" name="Google Shape;11;p2">
            <a:extLst>
              <a:ext uri="{FF2B5EF4-FFF2-40B4-BE49-F238E27FC236}">
                <a16:creationId xmlns:a16="http://schemas.microsoft.com/office/drawing/2014/main" id="{109CDC2C-AA46-5622-F83C-79D73C414AE3}"/>
              </a:ext>
            </a:extLst>
          </p:cNvPr>
          <p:cNvGrpSpPr/>
          <p:nvPr/>
        </p:nvGrpSpPr>
        <p:grpSpPr>
          <a:xfrm>
            <a:off x="-4658355" y="3176026"/>
            <a:ext cx="5251558" cy="5251558"/>
            <a:chOff x="-3640848" y="2185426"/>
            <a:chExt cx="4088811" cy="4088811"/>
          </a:xfrm>
        </p:grpSpPr>
        <p:sp>
          <p:nvSpPr>
            <p:cNvPr id="227" name="Google Shape;12;p2">
              <a:extLst>
                <a:ext uri="{FF2B5EF4-FFF2-40B4-BE49-F238E27FC236}">
                  <a16:creationId xmlns:a16="http://schemas.microsoft.com/office/drawing/2014/main" id="{A42A3303-E231-C55F-CF5A-348C20A66819}"/>
                </a:ext>
              </a:extLst>
            </p:cNvPr>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3;p2">
              <a:extLst>
                <a:ext uri="{FF2B5EF4-FFF2-40B4-BE49-F238E27FC236}">
                  <a16:creationId xmlns:a16="http://schemas.microsoft.com/office/drawing/2014/main" id="{6EEB5766-54BE-23C4-9EEF-C11ED635354D}"/>
                </a:ext>
              </a:extLst>
            </p:cNvPr>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29" name="Google Shape;14;p2">
            <a:extLst>
              <a:ext uri="{FF2B5EF4-FFF2-40B4-BE49-F238E27FC236}">
                <a16:creationId xmlns:a16="http://schemas.microsoft.com/office/drawing/2014/main" id="{B87C0E78-7D26-DB94-3533-05E26EE343C2}"/>
              </a:ext>
            </a:extLst>
          </p:cNvPr>
          <p:cNvGrpSpPr/>
          <p:nvPr/>
        </p:nvGrpSpPr>
        <p:grpSpPr>
          <a:xfrm>
            <a:off x="-3592550" y="-1117718"/>
            <a:ext cx="4841524" cy="14587980"/>
            <a:chOff x="-2722250" y="-1079764"/>
            <a:chExt cx="3769563" cy="11358057"/>
          </a:xfrm>
        </p:grpSpPr>
        <p:sp>
          <p:nvSpPr>
            <p:cNvPr id="230" name="Google Shape;15;p2">
              <a:extLst>
                <a:ext uri="{FF2B5EF4-FFF2-40B4-BE49-F238E27FC236}">
                  <a16:creationId xmlns:a16="http://schemas.microsoft.com/office/drawing/2014/main" id="{1C774C05-F44C-AB36-277D-A45AF82843D4}"/>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16;p2">
              <a:extLst>
                <a:ext uri="{FF2B5EF4-FFF2-40B4-BE49-F238E27FC236}">
                  <a16:creationId xmlns:a16="http://schemas.microsoft.com/office/drawing/2014/main" id="{3AE28E75-3757-9661-C9A2-1CFD61AA6498}"/>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17;p2">
              <a:extLst>
                <a:ext uri="{FF2B5EF4-FFF2-40B4-BE49-F238E27FC236}">
                  <a16:creationId xmlns:a16="http://schemas.microsoft.com/office/drawing/2014/main" id="{CBAD7688-4D94-2059-0F48-EB3C0467B5E1}"/>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18;p2">
              <a:extLst>
                <a:ext uri="{FF2B5EF4-FFF2-40B4-BE49-F238E27FC236}">
                  <a16:creationId xmlns:a16="http://schemas.microsoft.com/office/drawing/2014/main" id="{25112A7A-47B7-44FB-5082-7CE1F391CD85}"/>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19;p2">
              <a:extLst>
                <a:ext uri="{FF2B5EF4-FFF2-40B4-BE49-F238E27FC236}">
                  <a16:creationId xmlns:a16="http://schemas.microsoft.com/office/drawing/2014/main" id="{0E519BDD-3276-6333-604B-A8127C80F76B}"/>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20;p2">
              <a:extLst>
                <a:ext uri="{FF2B5EF4-FFF2-40B4-BE49-F238E27FC236}">
                  <a16:creationId xmlns:a16="http://schemas.microsoft.com/office/drawing/2014/main" id="{679218AA-350D-6035-E304-6E6BEBEA7B03}"/>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21;p2">
              <a:extLst>
                <a:ext uri="{FF2B5EF4-FFF2-40B4-BE49-F238E27FC236}">
                  <a16:creationId xmlns:a16="http://schemas.microsoft.com/office/drawing/2014/main" id="{F891C56E-0719-AE30-D8B9-075AAD643793}"/>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22;p2">
              <a:extLst>
                <a:ext uri="{FF2B5EF4-FFF2-40B4-BE49-F238E27FC236}">
                  <a16:creationId xmlns:a16="http://schemas.microsoft.com/office/drawing/2014/main" id="{AC3330C2-D6BA-2B03-66F0-382053490BFC}"/>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23;p2">
              <a:extLst>
                <a:ext uri="{FF2B5EF4-FFF2-40B4-BE49-F238E27FC236}">
                  <a16:creationId xmlns:a16="http://schemas.microsoft.com/office/drawing/2014/main" id="{B4F3F9EB-6B85-00CD-96C1-A3CC7BD8181A}"/>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4;p2">
              <a:extLst>
                <a:ext uri="{FF2B5EF4-FFF2-40B4-BE49-F238E27FC236}">
                  <a16:creationId xmlns:a16="http://schemas.microsoft.com/office/drawing/2014/main" id="{69A3D753-1B81-524B-8D69-6F257F445DD4}"/>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25;p2">
              <a:extLst>
                <a:ext uri="{FF2B5EF4-FFF2-40B4-BE49-F238E27FC236}">
                  <a16:creationId xmlns:a16="http://schemas.microsoft.com/office/drawing/2014/main" id="{16385CD3-E18D-C192-997E-C58C4C84C5B3}"/>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26;p2">
              <a:extLst>
                <a:ext uri="{FF2B5EF4-FFF2-40B4-BE49-F238E27FC236}">
                  <a16:creationId xmlns:a16="http://schemas.microsoft.com/office/drawing/2014/main" id="{46C7B331-7505-672E-E74C-10FD22A972D1}"/>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27;p2">
              <a:extLst>
                <a:ext uri="{FF2B5EF4-FFF2-40B4-BE49-F238E27FC236}">
                  <a16:creationId xmlns:a16="http://schemas.microsoft.com/office/drawing/2014/main" id="{69675827-BD74-B766-C7DC-6E23C7464BF0}"/>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28;p2">
              <a:extLst>
                <a:ext uri="{FF2B5EF4-FFF2-40B4-BE49-F238E27FC236}">
                  <a16:creationId xmlns:a16="http://schemas.microsoft.com/office/drawing/2014/main" id="{4AB6BAA3-31F6-1731-34C0-4B9D3FA3B7AE}"/>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44" name="Google Shape;29;p2">
            <a:extLst>
              <a:ext uri="{FF2B5EF4-FFF2-40B4-BE49-F238E27FC236}">
                <a16:creationId xmlns:a16="http://schemas.microsoft.com/office/drawing/2014/main" id="{4D0BECF4-BD6B-80BD-BEC0-592C4C2437A3}"/>
              </a:ext>
            </a:extLst>
          </p:cNvPr>
          <p:cNvGrpSpPr/>
          <p:nvPr/>
        </p:nvGrpSpPr>
        <p:grpSpPr>
          <a:xfrm>
            <a:off x="969649" y="-686374"/>
            <a:ext cx="2546879" cy="2586181"/>
            <a:chOff x="746900" y="-550225"/>
            <a:chExt cx="1982975" cy="2013575"/>
          </a:xfrm>
        </p:grpSpPr>
        <p:sp>
          <p:nvSpPr>
            <p:cNvPr id="245" name="Google Shape;30;p2">
              <a:extLst>
                <a:ext uri="{FF2B5EF4-FFF2-40B4-BE49-F238E27FC236}">
                  <a16:creationId xmlns:a16="http://schemas.microsoft.com/office/drawing/2014/main" id="{89492B1B-7A93-8EEC-86BE-77AC012808D0}"/>
                </a:ext>
              </a:extLst>
            </p:cNvPr>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rgbClr val="00E9FF"/>
              </a:solidFill>
              <a:prstDash val="solid"/>
              <a:round/>
              <a:headEnd type="none" w="med" len="med"/>
              <a:tailEnd type="none" w="med" len="med"/>
            </a:ln>
            <a:effectLst>
              <a:outerShdw blurRad="128588" dist="19050" algn="bl" rotWithShape="0">
                <a:srgbClr val="00E9FF"/>
              </a:outerShdw>
            </a:effectLst>
          </p:spPr>
          <p:txBody>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46" name="Google Shape;31;p2">
              <a:extLst>
                <a:ext uri="{FF2B5EF4-FFF2-40B4-BE49-F238E27FC236}">
                  <a16:creationId xmlns:a16="http://schemas.microsoft.com/office/drawing/2014/main" id="{67813F5A-2142-1B07-0516-6076CC9E6730}"/>
                </a:ext>
              </a:extLst>
            </p:cNvPr>
            <p:cNvSpPr/>
            <p:nvPr/>
          </p:nvSpPr>
          <p:spPr>
            <a:xfrm>
              <a:off x="746900" y="1312750"/>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32;p2">
              <a:extLst>
                <a:ext uri="{FF2B5EF4-FFF2-40B4-BE49-F238E27FC236}">
                  <a16:creationId xmlns:a16="http://schemas.microsoft.com/office/drawing/2014/main" id="{68CB4778-03BD-FBE4-95AE-A4B77A988F4E}"/>
                </a:ext>
              </a:extLst>
            </p:cNvPr>
            <p:cNvSpPr/>
            <p:nvPr/>
          </p:nvSpPr>
          <p:spPr>
            <a:xfrm>
              <a:off x="2579275" y="-55022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33;p2">
              <a:extLst>
                <a:ext uri="{FF2B5EF4-FFF2-40B4-BE49-F238E27FC236}">
                  <a16:creationId xmlns:a16="http://schemas.microsoft.com/office/drawing/2014/main" id="{33F124A9-7953-8E9F-7D6D-17F017670769}"/>
                </a:ext>
              </a:extLst>
            </p:cNvPr>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rgbClr val="00E9FF"/>
              </a:solidFill>
              <a:prstDash val="solid"/>
              <a:round/>
              <a:headEnd type="none" w="med" len="med"/>
              <a:tailEnd type="none" w="med" len="med"/>
            </a:ln>
            <a:effectLst>
              <a:outerShdw blurRad="128588" algn="bl" rotWithShape="0">
                <a:srgbClr val="00E9FF"/>
              </a:outerShdw>
            </a:effectLst>
          </p:spPr>
          <p:txBody>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49" name="Google Shape;34;p2">
            <a:extLst>
              <a:ext uri="{FF2B5EF4-FFF2-40B4-BE49-F238E27FC236}">
                <a16:creationId xmlns:a16="http://schemas.microsoft.com/office/drawing/2014/main" id="{A8FFE9E9-FCEC-F2A8-D187-52362BAF27A4}"/>
              </a:ext>
            </a:extLst>
          </p:cNvPr>
          <p:cNvGrpSpPr/>
          <p:nvPr/>
        </p:nvGrpSpPr>
        <p:grpSpPr>
          <a:xfrm>
            <a:off x="10787775" y="3550493"/>
            <a:ext cx="5423763" cy="5251558"/>
            <a:chOff x="8129425" y="2555026"/>
            <a:chExt cx="4222888" cy="4088811"/>
          </a:xfrm>
        </p:grpSpPr>
        <p:sp>
          <p:nvSpPr>
            <p:cNvPr id="250" name="Google Shape;35;p2">
              <a:extLst>
                <a:ext uri="{FF2B5EF4-FFF2-40B4-BE49-F238E27FC236}">
                  <a16:creationId xmlns:a16="http://schemas.microsoft.com/office/drawing/2014/main" id="{F8779232-118A-267C-54A8-D5D29E83E44D}"/>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36;p2">
              <a:extLst>
                <a:ext uri="{FF2B5EF4-FFF2-40B4-BE49-F238E27FC236}">
                  <a16:creationId xmlns:a16="http://schemas.microsoft.com/office/drawing/2014/main" id="{6C0454C8-9038-DAD5-3C6B-AA250BAA4707}"/>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52" name="Google Shape;37;p2">
              <a:extLst>
                <a:ext uri="{FF2B5EF4-FFF2-40B4-BE49-F238E27FC236}">
                  <a16:creationId xmlns:a16="http://schemas.microsoft.com/office/drawing/2014/main" id="{0DAA09B0-66F1-6C3C-4B1C-75E4BCC3A643}"/>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38;p2">
              <a:extLst>
                <a:ext uri="{FF2B5EF4-FFF2-40B4-BE49-F238E27FC236}">
                  <a16:creationId xmlns:a16="http://schemas.microsoft.com/office/drawing/2014/main" id="{3FE22C6E-BD42-D0E3-2581-56DF422F2790}"/>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39;p2">
              <a:extLst>
                <a:ext uri="{FF2B5EF4-FFF2-40B4-BE49-F238E27FC236}">
                  <a16:creationId xmlns:a16="http://schemas.microsoft.com/office/drawing/2014/main" id="{D4B4E558-7A6E-C492-4A73-B4AA055944F0}"/>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40;p2">
              <a:extLst>
                <a:ext uri="{FF2B5EF4-FFF2-40B4-BE49-F238E27FC236}">
                  <a16:creationId xmlns:a16="http://schemas.microsoft.com/office/drawing/2014/main" id="{37AE0770-4175-2B1A-001C-3990FFF9F553}"/>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41;p2">
              <a:extLst>
                <a:ext uri="{FF2B5EF4-FFF2-40B4-BE49-F238E27FC236}">
                  <a16:creationId xmlns:a16="http://schemas.microsoft.com/office/drawing/2014/main" id="{58872149-05A9-B171-05B0-1B5538370CF1}"/>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42;p2">
              <a:extLst>
                <a:ext uri="{FF2B5EF4-FFF2-40B4-BE49-F238E27FC236}">
                  <a16:creationId xmlns:a16="http://schemas.microsoft.com/office/drawing/2014/main" id="{C3E54F86-0A4F-A1D7-FA7A-B43B5836BB71}"/>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58" name="Google Shape;43;p2">
            <a:extLst>
              <a:ext uri="{FF2B5EF4-FFF2-40B4-BE49-F238E27FC236}">
                <a16:creationId xmlns:a16="http://schemas.microsoft.com/office/drawing/2014/main" id="{7E3D5597-2957-95AE-38F6-B285D0EDD819}"/>
              </a:ext>
            </a:extLst>
          </p:cNvPr>
          <p:cNvGrpSpPr/>
          <p:nvPr/>
        </p:nvGrpSpPr>
        <p:grpSpPr>
          <a:xfrm>
            <a:off x="11222351" y="-2493267"/>
            <a:ext cx="3216778" cy="5876393"/>
            <a:chOff x="8430775" y="-2181926"/>
            <a:chExt cx="2504551" cy="4575301"/>
          </a:xfrm>
        </p:grpSpPr>
        <p:sp>
          <p:nvSpPr>
            <p:cNvPr id="259" name="Google Shape;44;p2">
              <a:extLst>
                <a:ext uri="{FF2B5EF4-FFF2-40B4-BE49-F238E27FC236}">
                  <a16:creationId xmlns:a16="http://schemas.microsoft.com/office/drawing/2014/main" id="{E2778F9D-797A-553C-A925-F74E60D46698}"/>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45;p2">
              <a:extLst>
                <a:ext uri="{FF2B5EF4-FFF2-40B4-BE49-F238E27FC236}">
                  <a16:creationId xmlns:a16="http://schemas.microsoft.com/office/drawing/2014/main" id="{E292A3DF-7726-AE5A-E5E6-A4C81F985ADB}"/>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46;p2">
              <a:extLst>
                <a:ext uri="{FF2B5EF4-FFF2-40B4-BE49-F238E27FC236}">
                  <a16:creationId xmlns:a16="http://schemas.microsoft.com/office/drawing/2014/main" id="{07AD3FB2-488B-8C72-3B21-954732C630B4}"/>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47;p2">
              <a:extLst>
                <a:ext uri="{FF2B5EF4-FFF2-40B4-BE49-F238E27FC236}">
                  <a16:creationId xmlns:a16="http://schemas.microsoft.com/office/drawing/2014/main" id="{7C61B049-4002-6DB1-D764-314E024B00D4}"/>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3" name="Google Shape;48;p2">
            <a:extLst>
              <a:ext uri="{FF2B5EF4-FFF2-40B4-BE49-F238E27FC236}">
                <a16:creationId xmlns:a16="http://schemas.microsoft.com/office/drawing/2014/main" id="{E4020D44-E18C-8595-CA43-676A05912590}"/>
              </a:ext>
            </a:extLst>
          </p:cNvPr>
          <p:cNvGrpSpPr/>
          <p:nvPr/>
        </p:nvGrpSpPr>
        <p:grpSpPr>
          <a:xfrm rot="10800000" flipH="1">
            <a:off x="6657379" y="-13599260"/>
            <a:ext cx="4841524" cy="14587980"/>
            <a:chOff x="-2722250" y="-1079764"/>
            <a:chExt cx="3769563" cy="11358057"/>
          </a:xfrm>
        </p:grpSpPr>
        <p:sp>
          <p:nvSpPr>
            <p:cNvPr id="264" name="Google Shape;49;p2">
              <a:extLst>
                <a:ext uri="{FF2B5EF4-FFF2-40B4-BE49-F238E27FC236}">
                  <a16:creationId xmlns:a16="http://schemas.microsoft.com/office/drawing/2014/main" id="{F437DC35-E430-0450-BBD8-D696651A90CB}"/>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50;p2">
              <a:extLst>
                <a:ext uri="{FF2B5EF4-FFF2-40B4-BE49-F238E27FC236}">
                  <a16:creationId xmlns:a16="http://schemas.microsoft.com/office/drawing/2014/main" id="{03A162A3-D6A1-2748-7541-5BD441E7EFAE}"/>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51;p2">
              <a:extLst>
                <a:ext uri="{FF2B5EF4-FFF2-40B4-BE49-F238E27FC236}">
                  <a16:creationId xmlns:a16="http://schemas.microsoft.com/office/drawing/2014/main" id="{65482001-70E0-4B25-D4F5-2F172C52F299}"/>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52;p2">
              <a:extLst>
                <a:ext uri="{FF2B5EF4-FFF2-40B4-BE49-F238E27FC236}">
                  <a16:creationId xmlns:a16="http://schemas.microsoft.com/office/drawing/2014/main" id="{96F9482C-A15F-2B5B-956C-C2D887BCD9AB}"/>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53;p2">
              <a:extLst>
                <a:ext uri="{FF2B5EF4-FFF2-40B4-BE49-F238E27FC236}">
                  <a16:creationId xmlns:a16="http://schemas.microsoft.com/office/drawing/2014/main" id="{44823A72-DACC-3D99-1752-625F70898889}"/>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54;p2">
              <a:extLst>
                <a:ext uri="{FF2B5EF4-FFF2-40B4-BE49-F238E27FC236}">
                  <a16:creationId xmlns:a16="http://schemas.microsoft.com/office/drawing/2014/main" id="{1191CF8A-EA9C-C322-8623-78CE0B5AAF42}"/>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55;p2">
              <a:extLst>
                <a:ext uri="{FF2B5EF4-FFF2-40B4-BE49-F238E27FC236}">
                  <a16:creationId xmlns:a16="http://schemas.microsoft.com/office/drawing/2014/main" id="{B4D3FBC1-4260-D4B9-4B0F-74B6BD8211E1}"/>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56;p2">
              <a:extLst>
                <a:ext uri="{FF2B5EF4-FFF2-40B4-BE49-F238E27FC236}">
                  <a16:creationId xmlns:a16="http://schemas.microsoft.com/office/drawing/2014/main" id="{1F93E21E-D357-87A9-8D4A-D24272C47584}"/>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57;p2">
              <a:extLst>
                <a:ext uri="{FF2B5EF4-FFF2-40B4-BE49-F238E27FC236}">
                  <a16:creationId xmlns:a16="http://schemas.microsoft.com/office/drawing/2014/main" id="{16D6A849-48EF-6D03-B6D1-044F8073467A}"/>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58;p2">
              <a:extLst>
                <a:ext uri="{FF2B5EF4-FFF2-40B4-BE49-F238E27FC236}">
                  <a16:creationId xmlns:a16="http://schemas.microsoft.com/office/drawing/2014/main" id="{3114951D-5A68-1B04-E23C-FD4EE87B83F7}"/>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59;p2">
              <a:extLst>
                <a:ext uri="{FF2B5EF4-FFF2-40B4-BE49-F238E27FC236}">
                  <a16:creationId xmlns:a16="http://schemas.microsoft.com/office/drawing/2014/main" id="{9D143BA4-9C76-8B84-4960-26B346794C15}"/>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60;p2">
              <a:extLst>
                <a:ext uri="{FF2B5EF4-FFF2-40B4-BE49-F238E27FC236}">
                  <a16:creationId xmlns:a16="http://schemas.microsoft.com/office/drawing/2014/main" id="{428E3CB7-56C8-5A7C-540A-A14C662617A1}"/>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61;p2">
              <a:extLst>
                <a:ext uri="{FF2B5EF4-FFF2-40B4-BE49-F238E27FC236}">
                  <a16:creationId xmlns:a16="http://schemas.microsoft.com/office/drawing/2014/main" id="{374DB905-B580-5CD4-D324-04662CBAB6D5}"/>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62;p2">
              <a:extLst>
                <a:ext uri="{FF2B5EF4-FFF2-40B4-BE49-F238E27FC236}">
                  <a16:creationId xmlns:a16="http://schemas.microsoft.com/office/drawing/2014/main" id="{3A50E4CF-D93D-4927-2BD9-D578B22AC97E}"/>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5" name="Google Shape;717;p13">
            <a:extLst>
              <a:ext uri="{FF2B5EF4-FFF2-40B4-BE49-F238E27FC236}">
                <a16:creationId xmlns:a16="http://schemas.microsoft.com/office/drawing/2014/main" id="{455B8285-8A97-1E17-E412-FA7813150F5F}"/>
              </a:ext>
            </a:extLst>
          </p:cNvPr>
          <p:cNvGrpSpPr/>
          <p:nvPr/>
        </p:nvGrpSpPr>
        <p:grpSpPr>
          <a:xfrm>
            <a:off x="-5365863" y="-6595494"/>
            <a:ext cx="5117787" cy="16687234"/>
            <a:chOff x="-3170262" y="3452177"/>
            <a:chExt cx="3721951" cy="12135923"/>
          </a:xfrm>
        </p:grpSpPr>
        <p:sp>
          <p:nvSpPr>
            <p:cNvPr id="346" name="Google Shape;718;p13">
              <a:extLst>
                <a:ext uri="{FF2B5EF4-FFF2-40B4-BE49-F238E27FC236}">
                  <a16:creationId xmlns:a16="http://schemas.microsoft.com/office/drawing/2014/main" id="{1AF9D64A-6C1E-DE76-6BA4-CA50F9E4BB03}"/>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 name="Google Shape;719;p13">
              <a:extLst>
                <a:ext uri="{FF2B5EF4-FFF2-40B4-BE49-F238E27FC236}">
                  <a16:creationId xmlns:a16="http://schemas.microsoft.com/office/drawing/2014/main" id="{CD1DE9F2-2724-3969-FA61-FCB208D71054}"/>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 name="Google Shape;720;p13">
              <a:extLst>
                <a:ext uri="{FF2B5EF4-FFF2-40B4-BE49-F238E27FC236}">
                  <a16:creationId xmlns:a16="http://schemas.microsoft.com/office/drawing/2014/main" id="{76A2341D-8623-A458-0768-CF81087FEB2D}"/>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 name="Google Shape;721;p13">
              <a:extLst>
                <a:ext uri="{FF2B5EF4-FFF2-40B4-BE49-F238E27FC236}">
                  <a16:creationId xmlns:a16="http://schemas.microsoft.com/office/drawing/2014/main" id="{AB45688D-5B06-0821-15D9-25C918E910EF}"/>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 name="Google Shape;722;p13">
              <a:extLst>
                <a:ext uri="{FF2B5EF4-FFF2-40B4-BE49-F238E27FC236}">
                  <a16:creationId xmlns:a16="http://schemas.microsoft.com/office/drawing/2014/main" id="{ABD9D7A7-FE4B-27B4-7DB6-A176910DAC61}"/>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1" name="Google Shape;723;p13">
              <a:extLst>
                <a:ext uri="{FF2B5EF4-FFF2-40B4-BE49-F238E27FC236}">
                  <a16:creationId xmlns:a16="http://schemas.microsoft.com/office/drawing/2014/main" id="{2CA05C77-A05F-23F9-E3D2-08D6503D2E0C}"/>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 name="Google Shape;724;p13">
              <a:extLst>
                <a:ext uri="{FF2B5EF4-FFF2-40B4-BE49-F238E27FC236}">
                  <a16:creationId xmlns:a16="http://schemas.microsoft.com/office/drawing/2014/main" id="{882E2C62-02B3-F5BB-6642-3C629A58D94C}"/>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 name="Google Shape;725;p13">
              <a:extLst>
                <a:ext uri="{FF2B5EF4-FFF2-40B4-BE49-F238E27FC236}">
                  <a16:creationId xmlns:a16="http://schemas.microsoft.com/office/drawing/2014/main" id="{39941BE4-42E3-9E31-51B3-AF2FC184077F}"/>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 name="Google Shape;726;p13">
              <a:extLst>
                <a:ext uri="{FF2B5EF4-FFF2-40B4-BE49-F238E27FC236}">
                  <a16:creationId xmlns:a16="http://schemas.microsoft.com/office/drawing/2014/main" id="{69035C05-B56A-1CF7-A670-4EF727E1088A}"/>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5" name="Google Shape;727;p13">
              <a:extLst>
                <a:ext uri="{FF2B5EF4-FFF2-40B4-BE49-F238E27FC236}">
                  <a16:creationId xmlns:a16="http://schemas.microsoft.com/office/drawing/2014/main" id="{197F177C-3DE1-B816-5847-F5E3D0B812E5}"/>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 name="Google Shape;728;p13">
              <a:extLst>
                <a:ext uri="{FF2B5EF4-FFF2-40B4-BE49-F238E27FC236}">
                  <a16:creationId xmlns:a16="http://schemas.microsoft.com/office/drawing/2014/main" id="{F30D1616-BF20-8474-0756-C1E00B079913}"/>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729;p13">
              <a:extLst>
                <a:ext uri="{FF2B5EF4-FFF2-40B4-BE49-F238E27FC236}">
                  <a16:creationId xmlns:a16="http://schemas.microsoft.com/office/drawing/2014/main" id="{875DF5B1-5274-74E8-A125-1DD4A6BD872A}"/>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 name="Google Shape;730;p13">
              <a:extLst>
                <a:ext uri="{FF2B5EF4-FFF2-40B4-BE49-F238E27FC236}">
                  <a16:creationId xmlns:a16="http://schemas.microsoft.com/office/drawing/2014/main" id="{5CF7E141-85D6-F0F0-580B-94A847DF0BD1}"/>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 name="Google Shape;731;p13">
              <a:extLst>
                <a:ext uri="{FF2B5EF4-FFF2-40B4-BE49-F238E27FC236}">
                  <a16:creationId xmlns:a16="http://schemas.microsoft.com/office/drawing/2014/main" id="{95C43A05-8E7D-6748-6008-B425CFD06007}"/>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 name="Google Shape;732;p13">
              <a:extLst>
                <a:ext uri="{FF2B5EF4-FFF2-40B4-BE49-F238E27FC236}">
                  <a16:creationId xmlns:a16="http://schemas.microsoft.com/office/drawing/2014/main" id="{AF0B0CDC-7FAB-7B56-BE25-FC535D70E856}"/>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 name="Google Shape;733;p13">
              <a:extLst>
                <a:ext uri="{FF2B5EF4-FFF2-40B4-BE49-F238E27FC236}">
                  <a16:creationId xmlns:a16="http://schemas.microsoft.com/office/drawing/2014/main" id="{EAE32E70-6B25-FABC-207E-7DDB374C65A1}"/>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 name="Google Shape;734;p13">
              <a:extLst>
                <a:ext uri="{FF2B5EF4-FFF2-40B4-BE49-F238E27FC236}">
                  <a16:creationId xmlns:a16="http://schemas.microsoft.com/office/drawing/2014/main" id="{91856246-27FC-EE8B-2A5D-A47D11FFB06F}"/>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 name="Google Shape;735;p13">
              <a:extLst>
                <a:ext uri="{FF2B5EF4-FFF2-40B4-BE49-F238E27FC236}">
                  <a16:creationId xmlns:a16="http://schemas.microsoft.com/office/drawing/2014/main" id="{A4BC91C3-B02E-0BAA-773C-C34175C21609}"/>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736;p13">
              <a:extLst>
                <a:ext uri="{FF2B5EF4-FFF2-40B4-BE49-F238E27FC236}">
                  <a16:creationId xmlns:a16="http://schemas.microsoft.com/office/drawing/2014/main" id="{FD1F7A73-81E3-C0F0-B8FB-FFE0CD262264}"/>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5" name="Google Shape;737;p13">
              <a:extLst>
                <a:ext uri="{FF2B5EF4-FFF2-40B4-BE49-F238E27FC236}">
                  <a16:creationId xmlns:a16="http://schemas.microsoft.com/office/drawing/2014/main" id="{2A769C92-F88F-E308-CFDC-695265C0BFFD}"/>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6" name="Google Shape;738;p13">
              <a:extLst>
                <a:ext uri="{FF2B5EF4-FFF2-40B4-BE49-F238E27FC236}">
                  <a16:creationId xmlns:a16="http://schemas.microsoft.com/office/drawing/2014/main" id="{BFAA1CAC-ED01-EC41-D122-F47AD6D5ABC6}"/>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7" name="Google Shape;739;p13">
              <a:extLst>
                <a:ext uri="{FF2B5EF4-FFF2-40B4-BE49-F238E27FC236}">
                  <a16:creationId xmlns:a16="http://schemas.microsoft.com/office/drawing/2014/main" id="{8C23C2BC-06C5-ABBD-5855-0DD7963795C7}"/>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8" name="Google Shape;740;p13">
              <a:extLst>
                <a:ext uri="{FF2B5EF4-FFF2-40B4-BE49-F238E27FC236}">
                  <a16:creationId xmlns:a16="http://schemas.microsoft.com/office/drawing/2014/main" id="{EF177333-1FBD-BB7E-6121-E83BBA8DBEA1}"/>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9" name="Google Shape;741;p13">
              <a:extLst>
                <a:ext uri="{FF2B5EF4-FFF2-40B4-BE49-F238E27FC236}">
                  <a16:creationId xmlns:a16="http://schemas.microsoft.com/office/drawing/2014/main" id="{65D7A672-CD67-F9B1-CB18-1A14403BA568}"/>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0" name="Google Shape;742;p13">
              <a:extLst>
                <a:ext uri="{FF2B5EF4-FFF2-40B4-BE49-F238E27FC236}">
                  <a16:creationId xmlns:a16="http://schemas.microsoft.com/office/drawing/2014/main" id="{F83687CA-245E-FCD3-2C4A-A0EA237F29CA}"/>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1" name="Google Shape;743;p13">
              <a:extLst>
                <a:ext uri="{FF2B5EF4-FFF2-40B4-BE49-F238E27FC236}">
                  <a16:creationId xmlns:a16="http://schemas.microsoft.com/office/drawing/2014/main" id="{4D9E464B-414C-EE5A-F1DA-28736A635A5F}"/>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2" name="Google Shape;744;p13">
              <a:extLst>
                <a:ext uri="{FF2B5EF4-FFF2-40B4-BE49-F238E27FC236}">
                  <a16:creationId xmlns:a16="http://schemas.microsoft.com/office/drawing/2014/main" id="{CFAA6836-47F9-C5DA-8631-68B667E32F8E}"/>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3" name="Google Shape;745;p13">
              <a:extLst>
                <a:ext uri="{FF2B5EF4-FFF2-40B4-BE49-F238E27FC236}">
                  <a16:creationId xmlns:a16="http://schemas.microsoft.com/office/drawing/2014/main" id="{16DD2328-B61C-366B-42A5-4E27C42F7FFE}"/>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4" name="Google Shape;746;p13">
              <a:extLst>
                <a:ext uri="{FF2B5EF4-FFF2-40B4-BE49-F238E27FC236}">
                  <a16:creationId xmlns:a16="http://schemas.microsoft.com/office/drawing/2014/main" id="{CB693F9B-F7C0-A7E5-281B-80D6F9136394}"/>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5" name="Google Shape;747;p13">
              <a:extLst>
                <a:ext uri="{FF2B5EF4-FFF2-40B4-BE49-F238E27FC236}">
                  <a16:creationId xmlns:a16="http://schemas.microsoft.com/office/drawing/2014/main" id="{3A1A97A5-677E-C1BA-7071-E7E661BC7712}"/>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6" name="Google Shape;748;p13">
              <a:extLst>
                <a:ext uri="{FF2B5EF4-FFF2-40B4-BE49-F238E27FC236}">
                  <a16:creationId xmlns:a16="http://schemas.microsoft.com/office/drawing/2014/main" id="{28119F3B-1E5E-B65C-23AB-9D3C42E050E4}"/>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7" name="Google Shape;749;p13">
              <a:extLst>
                <a:ext uri="{FF2B5EF4-FFF2-40B4-BE49-F238E27FC236}">
                  <a16:creationId xmlns:a16="http://schemas.microsoft.com/office/drawing/2014/main" id="{EC9ED971-0311-CB34-0265-304CAA96DC69}"/>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8" name="Google Shape;750;p13">
              <a:extLst>
                <a:ext uri="{FF2B5EF4-FFF2-40B4-BE49-F238E27FC236}">
                  <a16:creationId xmlns:a16="http://schemas.microsoft.com/office/drawing/2014/main" id="{49468838-2711-CA02-2B9C-4C01C854611E}"/>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9" name="Google Shape;751;p13">
              <a:extLst>
                <a:ext uri="{FF2B5EF4-FFF2-40B4-BE49-F238E27FC236}">
                  <a16:creationId xmlns:a16="http://schemas.microsoft.com/office/drawing/2014/main" id="{F2AABBF9-36AC-7D8F-69E4-E95313D7391C}"/>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0" name="Google Shape;752;p13">
              <a:extLst>
                <a:ext uri="{FF2B5EF4-FFF2-40B4-BE49-F238E27FC236}">
                  <a16:creationId xmlns:a16="http://schemas.microsoft.com/office/drawing/2014/main" id="{A0B98AEF-38B2-2B2D-4ACD-9E33035013C7}"/>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1" name="Google Shape;753;p13">
              <a:extLst>
                <a:ext uri="{FF2B5EF4-FFF2-40B4-BE49-F238E27FC236}">
                  <a16:creationId xmlns:a16="http://schemas.microsoft.com/office/drawing/2014/main" id="{7B18A447-4BE5-4A2E-E130-C63D177F919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2" name="Google Shape;754;p13">
              <a:extLst>
                <a:ext uri="{FF2B5EF4-FFF2-40B4-BE49-F238E27FC236}">
                  <a16:creationId xmlns:a16="http://schemas.microsoft.com/office/drawing/2014/main" id="{3E3FB29F-CD0A-AA82-259B-BDBDDD6855F7}"/>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3" name="Google Shape;755;p13">
              <a:extLst>
                <a:ext uri="{FF2B5EF4-FFF2-40B4-BE49-F238E27FC236}">
                  <a16:creationId xmlns:a16="http://schemas.microsoft.com/office/drawing/2014/main" id="{B0CA68A1-23B0-8C19-0139-C0D5C93CF025}"/>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756;p13">
              <a:extLst>
                <a:ext uri="{FF2B5EF4-FFF2-40B4-BE49-F238E27FC236}">
                  <a16:creationId xmlns:a16="http://schemas.microsoft.com/office/drawing/2014/main" id="{26A3F856-0D08-1A64-D540-7F8CDF31431A}"/>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757;p13">
              <a:extLst>
                <a:ext uri="{FF2B5EF4-FFF2-40B4-BE49-F238E27FC236}">
                  <a16:creationId xmlns:a16="http://schemas.microsoft.com/office/drawing/2014/main" id="{074BE143-BCBE-AB0C-844D-67CA1567E8D4}"/>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758;p13">
              <a:extLst>
                <a:ext uri="{FF2B5EF4-FFF2-40B4-BE49-F238E27FC236}">
                  <a16:creationId xmlns:a16="http://schemas.microsoft.com/office/drawing/2014/main" id="{B35F0692-3136-9DF2-C5C3-48A50F476259}"/>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7" name="Google Shape;759;p13">
              <a:extLst>
                <a:ext uri="{FF2B5EF4-FFF2-40B4-BE49-F238E27FC236}">
                  <a16:creationId xmlns:a16="http://schemas.microsoft.com/office/drawing/2014/main" id="{1B5A9600-0272-379A-B2FC-E7638F5463D9}"/>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8" name="Google Shape;760;p13">
              <a:extLst>
                <a:ext uri="{FF2B5EF4-FFF2-40B4-BE49-F238E27FC236}">
                  <a16:creationId xmlns:a16="http://schemas.microsoft.com/office/drawing/2014/main" id="{ADBCB9E0-2078-104E-5B06-B8C147675263}"/>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9" name="Google Shape;761;p13">
              <a:extLst>
                <a:ext uri="{FF2B5EF4-FFF2-40B4-BE49-F238E27FC236}">
                  <a16:creationId xmlns:a16="http://schemas.microsoft.com/office/drawing/2014/main" id="{974A80A9-5BDC-90DA-1A38-8E928B44B75D}"/>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0" name="Google Shape;762;p13">
              <a:extLst>
                <a:ext uri="{FF2B5EF4-FFF2-40B4-BE49-F238E27FC236}">
                  <a16:creationId xmlns:a16="http://schemas.microsoft.com/office/drawing/2014/main" id="{AB99E493-F9D2-7A58-BA9C-A7085685D633}"/>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1" name="Google Shape;763;p13">
              <a:extLst>
                <a:ext uri="{FF2B5EF4-FFF2-40B4-BE49-F238E27FC236}">
                  <a16:creationId xmlns:a16="http://schemas.microsoft.com/office/drawing/2014/main" id="{72A5145A-759B-2D86-8D65-AFBBBB8CA4C9}"/>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2" name="Google Shape;764;p13">
              <a:extLst>
                <a:ext uri="{FF2B5EF4-FFF2-40B4-BE49-F238E27FC236}">
                  <a16:creationId xmlns:a16="http://schemas.microsoft.com/office/drawing/2014/main" id="{27FC1135-9251-8293-0F54-CA5138C37F60}"/>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3" name="Google Shape;765;p13">
              <a:extLst>
                <a:ext uri="{FF2B5EF4-FFF2-40B4-BE49-F238E27FC236}">
                  <a16:creationId xmlns:a16="http://schemas.microsoft.com/office/drawing/2014/main" id="{FBBFAFD3-71F2-34BB-7A25-010151BAF4F9}"/>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4" name="Google Shape;766;p13">
              <a:extLst>
                <a:ext uri="{FF2B5EF4-FFF2-40B4-BE49-F238E27FC236}">
                  <a16:creationId xmlns:a16="http://schemas.microsoft.com/office/drawing/2014/main" id="{B100CCAE-2EBC-C1C8-23ED-6D7BAAF1A069}"/>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5" name="Google Shape;767;p13">
              <a:extLst>
                <a:ext uri="{FF2B5EF4-FFF2-40B4-BE49-F238E27FC236}">
                  <a16:creationId xmlns:a16="http://schemas.microsoft.com/office/drawing/2014/main" id="{AC1D179C-6859-191C-B7E4-FBDDF5EFBC30}"/>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6" name="Google Shape;768;p13">
              <a:extLst>
                <a:ext uri="{FF2B5EF4-FFF2-40B4-BE49-F238E27FC236}">
                  <a16:creationId xmlns:a16="http://schemas.microsoft.com/office/drawing/2014/main" id="{198BE4BB-F3FB-08D5-654D-897EE909B228}"/>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7" name="Google Shape;769;p13">
              <a:extLst>
                <a:ext uri="{FF2B5EF4-FFF2-40B4-BE49-F238E27FC236}">
                  <a16:creationId xmlns:a16="http://schemas.microsoft.com/office/drawing/2014/main" id="{25BB94F5-E832-50DC-9EAB-FAD48C0303B6}"/>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8" name="Google Shape;770;p13">
              <a:extLst>
                <a:ext uri="{FF2B5EF4-FFF2-40B4-BE49-F238E27FC236}">
                  <a16:creationId xmlns:a16="http://schemas.microsoft.com/office/drawing/2014/main" id="{29AF09BD-37C9-8083-FCC8-D99D44C3C752}"/>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9" name="Google Shape;771;p13">
              <a:extLst>
                <a:ext uri="{FF2B5EF4-FFF2-40B4-BE49-F238E27FC236}">
                  <a16:creationId xmlns:a16="http://schemas.microsoft.com/office/drawing/2014/main" id="{826D2262-D3C2-EF17-BAA1-1AD84AB83833}"/>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0" name="Google Shape;772;p13">
              <a:extLst>
                <a:ext uri="{FF2B5EF4-FFF2-40B4-BE49-F238E27FC236}">
                  <a16:creationId xmlns:a16="http://schemas.microsoft.com/office/drawing/2014/main" id="{4D26FD42-894C-48D3-617D-FA9718063330}"/>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1" name="Google Shape;773;p13">
              <a:extLst>
                <a:ext uri="{FF2B5EF4-FFF2-40B4-BE49-F238E27FC236}">
                  <a16:creationId xmlns:a16="http://schemas.microsoft.com/office/drawing/2014/main" id="{E8803A49-24B6-8A0B-FB40-9AA993CB620D}"/>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02" name="Google Shape;717;p13">
            <a:extLst>
              <a:ext uri="{FF2B5EF4-FFF2-40B4-BE49-F238E27FC236}">
                <a16:creationId xmlns:a16="http://schemas.microsoft.com/office/drawing/2014/main" id="{DBBD19FE-A98F-9886-89BC-5CD8C2FDABD6}"/>
              </a:ext>
            </a:extLst>
          </p:cNvPr>
          <p:cNvGrpSpPr/>
          <p:nvPr/>
        </p:nvGrpSpPr>
        <p:grpSpPr>
          <a:xfrm>
            <a:off x="12574040" y="-6062754"/>
            <a:ext cx="5117787" cy="16687234"/>
            <a:chOff x="-3170262" y="3452177"/>
            <a:chExt cx="3721951" cy="12135923"/>
          </a:xfrm>
        </p:grpSpPr>
        <p:sp>
          <p:nvSpPr>
            <p:cNvPr id="403" name="Google Shape;718;p13">
              <a:extLst>
                <a:ext uri="{FF2B5EF4-FFF2-40B4-BE49-F238E27FC236}">
                  <a16:creationId xmlns:a16="http://schemas.microsoft.com/office/drawing/2014/main" id="{6B5D3E0A-AE09-67B6-D5DA-C4C68DE92532}"/>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04" name="Google Shape;719;p13">
              <a:extLst>
                <a:ext uri="{FF2B5EF4-FFF2-40B4-BE49-F238E27FC236}">
                  <a16:creationId xmlns:a16="http://schemas.microsoft.com/office/drawing/2014/main" id="{E3002171-3062-2487-5EE0-6B5BD51A063F}"/>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05" name="Google Shape;720;p13">
              <a:extLst>
                <a:ext uri="{FF2B5EF4-FFF2-40B4-BE49-F238E27FC236}">
                  <a16:creationId xmlns:a16="http://schemas.microsoft.com/office/drawing/2014/main" id="{61118E45-267D-6175-82DA-A8FC2448CDC8}"/>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06" name="Google Shape;721;p13">
              <a:extLst>
                <a:ext uri="{FF2B5EF4-FFF2-40B4-BE49-F238E27FC236}">
                  <a16:creationId xmlns:a16="http://schemas.microsoft.com/office/drawing/2014/main" id="{E8DEF4B8-CF1A-5796-147E-844A23282C98}"/>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07" name="Google Shape;722;p13">
              <a:extLst>
                <a:ext uri="{FF2B5EF4-FFF2-40B4-BE49-F238E27FC236}">
                  <a16:creationId xmlns:a16="http://schemas.microsoft.com/office/drawing/2014/main" id="{6753618A-20D1-3A26-2F8B-996842C93CC2}"/>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08" name="Google Shape;723;p13">
              <a:extLst>
                <a:ext uri="{FF2B5EF4-FFF2-40B4-BE49-F238E27FC236}">
                  <a16:creationId xmlns:a16="http://schemas.microsoft.com/office/drawing/2014/main" id="{8FD685E4-8C4A-E85C-21EC-A0A86E347C6E}"/>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09" name="Google Shape;724;p13">
              <a:extLst>
                <a:ext uri="{FF2B5EF4-FFF2-40B4-BE49-F238E27FC236}">
                  <a16:creationId xmlns:a16="http://schemas.microsoft.com/office/drawing/2014/main" id="{F6FF2015-5863-DA1B-D407-922C27E4E08D}"/>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0" name="Google Shape;725;p13">
              <a:extLst>
                <a:ext uri="{FF2B5EF4-FFF2-40B4-BE49-F238E27FC236}">
                  <a16:creationId xmlns:a16="http://schemas.microsoft.com/office/drawing/2014/main" id="{6270CF7E-CC2D-FCF0-15CA-818F3E328AF6}"/>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1" name="Google Shape;726;p13">
              <a:extLst>
                <a:ext uri="{FF2B5EF4-FFF2-40B4-BE49-F238E27FC236}">
                  <a16:creationId xmlns:a16="http://schemas.microsoft.com/office/drawing/2014/main" id="{A958433A-7BF7-D290-BD72-717B130CB925}"/>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2" name="Google Shape;727;p13">
              <a:extLst>
                <a:ext uri="{FF2B5EF4-FFF2-40B4-BE49-F238E27FC236}">
                  <a16:creationId xmlns:a16="http://schemas.microsoft.com/office/drawing/2014/main" id="{80CD4984-5857-C0CB-E4F4-C09D436356A2}"/>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3" name="Google Shape;728;p13">
              <a:extLst>
                <a:ext uri="{FF2B5EF4-FFF2-40B4-BE49-F238E27FC236}">
                  <a16:creationId xmlns:a16="http://schemas.microsoft.com/office/drawing/2014/main" id="{79FDD70E-8A9A-48E5-32E2-5CEDD6E9F3E2}"/>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4" name="Google Shape;729;p13">
              <a:extLst>
                <a:ext uri="{FF2B5EF4-FFF2-40B4-BE49-F238E27FC236}">
                  <a16:creationId xmlns:a16="http://schemas.microsoft.com/office/drawing/2014/main" id="{3317C018-1E34-021F-656A-03206CAFA590}"/>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5" name="Google Shape;730;p13">
              <a:extLst>
                <a:ext uri="{FF2B5EF4-FFF2-40B4-BE49-F238E27FC236}">
                  <a16:creationId xmlns:a16="http://schemas.microsoft.com/office/drawing/2014/main" id="{7FB52F55-6C79-E5E9-70F5-E51F896FCC63}"/>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6" name="Google Shape;731;p13">
              <a:extLst>
                <a:ext uri="{FF2B5EF4-FFF2-40B4-BE49-F238E27FC236}">
                  <a16:creationId xmlns:a16="http://schemas.microsoft.com/office/drawing/2014/main" id="{4D92D41C-B765-1C2F-8D7A-A409A600A233}"/>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7" name="Google Shape;732;p13">
              <a:extLst>
                <a:ext uri="{FF2B5EF4-FFF2-40B4-BE49-F238E27FC236}">
                  <a16:creationId xmlns:a16="http://schemas.microsoft.com/office/drawing/2014/main" id="{31D73D40-BF9E-7B94-D763-1BB0D51711F4}"/>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8" name="Google Shape;733;p13">
              <a:extLst>
                <a:ext uri="{FF2B5EF4-FFF2-40B4-BE49-F238E27FC236}">
                  <a16:creationId xmlns:a16="http://schemas.microsoft.com/office/drawing/2014/main" id="{0F30BFF5-3EC2-8EAF-4FC3-038B215DFB58}"/>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19" name="Google Shape;734;p13">
              <a:extLst>
                <a:ext uri="{FF2B5EF4-FFF2-40B4-BE49-F238E27FC236}">
                  <a16:creationId xmlns:a16="http://schemas.microsoft.com/office/drawing/2014/main" id="{3BFD872F-B486-7E5A-B921-03B82AA9B5EF}"/>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0" name="Google Shape;735;p13">
              <a:extLst>
                <a:ext uri="{FF2B5EF4-FFF2-40B4-BE49-F238E27FC236}">
                  <a16:creationId xmlns:a16="http://schemas.microsoft.com/office/drawing/2014/main" id="{587016E2-FD2F-3AC4-A587-F9E3E51EB4C1}"/>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1" name="Google Shape;736;p13">
              <a:extLst>
                <a:ext uri="{FF2B5EF4-FFF2-40B4-BE49-F238E27FC236}">
                  <a16:creationId xmlns:a16="http://schemas.microsoft.com/office/drawing/2014/main" id="{F2884346-92FF-6E67-6D6D-C5D4FB7F64B3}"/>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2" name="Google Shape;737;p13">
              <a:extLst>
                <a:ext uri="{FF2B5EF4-FFF2-40B4-BE49-F238E27FC236}">
                  <a16:creationId xmlns:a16="http://schemas.microsoft.com/office/drawing/2014/main" id="{45198573-9035-9881-9209-0E6557A525F5}"/>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3" name="Google Shape;738;p13">
              <a:extLst>
                <a:ext uri="{FF2B5EF4-FFF2-40B4-BE49-F238E27FC236}">
                  <a16:creationId xmlns:a16="http://schemas.microsoft.com/office/drawing/2014/main" id="{B80EA3B1-8D9A-9F5E-E57E-D328B61D1AEC}"/>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4" name="Google Shape;739;p13">
              <a:extLst>
                <a:ext uri="{FF2B5EF4-FFF2-40B4-BE49-F238E27FC236}">
                  <a16:creationId xmlns:a16="http://schemas.microsoft.com/office/drawing/2014/main" id="{ACB730A4-E53C-3333-7A48-8162D5E05613}"/>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5" name="Google Shape;740;p13">
              <a:extLst>
                <a:ext uri="{FF2B5EF4-FFF2-40B4-BE49-F238E27FC236}">
                  <a16:creationId xmlns:a16="http://schemas.microsoft.com/office/drawing/2014/main" id="{38B0781F-042F-DC89-FDE5-8E1CE4AE57A1}"/>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6" name="Google Shape;741;p13">
              <a:extLst>
                <a:ext uri="{FF2B5EF4-FFF2-40B4-BE49-F238E27FC236}">
                  <a16:creationId xmlns:a16="http://schemas.microsoft.com/office/drawing/2014/main" id="{B44FA2A9-552B-22D5-D1BE-C91CACEF77EB}"/>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7" name="Google Shape;742;p13">
              <a:extLst>
                <a:ext uri="{FF2B5EF4-FFF2-40B4-BE49-F238E27FC236}">
                  <a16:creationId xmlns:a16="http://schemas.microsoft.com/office/drawing/2014/main" id="{F27CF7CE-A1EE-15FF-C29A-B7AB29D69D8A}"/>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8" name="Google Shape;743;p13">
              <a:extLst>
                <a:ext uri="{FF2B5EF4-FFF2-40B4-BE49-F238E27FC236}">
                  <a16:creationId xmlns:a16="http://schemas.microsoft.com/office/drawing/2014/main" id="{1F9A1E77-01D4-9D2D-9C6F-F4B34329BA22}"/>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29" name="Google Shape;744;p13">
              <a:extLst>
                <a:ext uri="{FF2B5EF4-FFF2-40B4-BE49-F238E27FC236}">
                  <a16:creationId xmlns:a16="http://schemas.microsoft.com/office/drawing/2014/main" id="{206AC992-C2D2-9F8D-5885-479A07058089}"/>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0" name="Google Shape;745;p13">
              <a:extLst>
                <a:ext uri="{FF2B5EF4-FFF2-40B4-BE49-F238E27FC236}">
                  <a16:creationId xmlns:a16="http://schemas.microsoft.com/office/drawing/2014/main" id="{3D8C402D-7757-AC71-3E5B-2A697BB3338A}"/>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1" name="Google Shape;746;p13">
              <a:extLst>
                <a:ext uri="{FF2B5EF4-FFF2-40B4-BE49-F238E27FC236}">
                  <a16:creationId xmlns:a16="http://schemas.microsoft.com/office/drawing/2014/main" id="{26F5ACFD-8F9E-308D-0813-A3F4A859882B}"/>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2" name="Google Shape;747;p13">
              <a:extLst>
                <a:ext uri="{FF2B5EF4-FFF2-40B4-BE49-F238E27FC236}">
                  <a16:creationId xmlns:a16="http://schemas.microsoft.com/office/drawing/2014/main" id="{40BBACCE-DE79-C879-3B12-5467F385527F}"/>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3" name="Google Shape;748;p13">
              <a:extLst>
                <a:ext uri="{FF2B5EF4-FFF2-40B4-BE49-F238E27FC236}">
                  <a16:creationId xmlns:a16="http://schemas.microsoft.com/office/drawing/2014/main" id="{CD1C9CBA-5464-435E-DD77-A499E5117286}"/>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4" name="Google Shape;749;p13">
              <a:extLst>
                <a:ext uri="{FF2B5EF4-FFF2-40B4-BE49-F238E27FC236}">
                  <a16:creationId xmlns:a16="http://schemas.microsoft.com/office/drawing/2014/main" id="{E9C32B30-9FD2-79A8-DA32-5DF3C2D08A06}"/>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5" name="Google Shape;750;p13">
              <a:extLst>
                <a:ext uri="{FF2B5EF4-FFF2-40B4-BE49-F238E27FC236}">
                  <a16:creationId xmlns:a16="http://schemas.microsoft.com/office/drawing/2014/main" id="{3D0288CA-9692-7E94-6D1E-58B39A53B8BB}"/>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6" name="Google Shape;751;p13">
              <a:extLst>
                <a:ext uri="{FF2B5EF4-FFF2-40B4-BE49-F238E27FC236}">
                  <a16:creationId xmlns:a16="http://schemas.microsoft.com/office/drawing/2014/main" id="{DF0E2CAE-8AB0-F166-D5EA-C2DF9008B8BA}"/>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7" name="Google Shape;752;p13">
              <a:extLst>
                <a:ext uri="{FF2B5EF4-FFF2-40B4-BE49-F238E27FC236}">
                  <a16:creationId xmlns:a16="http://schemas.microsoft.com/office/drawing/2014/main" id="{5D890924-E92D-4908-206F-D78674D6D5F0}"/>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8" name="Google Shape;753;p13">
              <a:extLst>
                <a:ext uri="{FF2B5EF4-FFF2-40B4-BE49-F238E27FC236}">
                  <a16:creationId xmlns:a16="http://schemas.microsoft.com/office/drawing/2014/main" id="{7B1A2C40-90CF-0D5B-6174-B8D9C15E8A77}"/>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39" name="Google Shape;754;p13">
              <a:extLst>
                <a:ext uri="{FF2B5EF4-FFF2-40B4-BE49-F238E27FC236}">
                  <a16:creationId xmlns:a16="http://schemas.microsoft.com/office/drawing/2014/main" id="{2E4D29F3-804B-561B-3E0B-DA31CDF9F35F}"/>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0" name="Google Shape;755;p13">
              <a:extLst>
                <a:ext uri="{FF2B5EF4-FFF2-40B4-BE49-F238E27FC236}">
                  <a16:creationId xmlns:a16="http://schemas.microsoft.com/office/drawing/2014/main" id="{732C578F-56A6-FB8D-1650-1C9D65370128}"/>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1" name="Google Shape;756;p13">
              <a:extLst>
                <a:ext uri="{FF2B5EF4-FFF2-40B4-BE49-F238E27FC236}">
                  <a16:creationId xmlns:a16="http://schemas.microsoft.com/office/drawing/2014/main" id="{2046D4B4-DD91-AE21-9AD4-E0C11D75EA33}"/>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2" name="Google Shape;757;p13">
              <a:extLst>
                <a:ext uri="{FF2B5EF4-FFF2-40B4-BE49-F238E27FC236}">
                  <a16:creationId xmlns:a16="http://schemas.microsoft.com/office/drawing/2014/main" id="{2D087861-2E7D-A3D8-0E54-F3AF9BBF01B5}"/>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3" name="Google Shape;758;p13">
              <a:extLst>
                <a:ext uri="{FF2B5EF4-FFF2-40B4-BE49-F238E27FC236}">
                  <a16:creationId xmlns:a16="http://schemas.microsoft.com/office/drawing/2014/main" id="{060448B6-D5D6-5CB1-2B46-588725FF5F9A}"/>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4" name="Google Shape;759;p13">
              <a:extLst>
                <a:ext uri="{FF2B5EF4-FFF2-40B4-BE49-F238E27FC236}">
                  <a16:creationId xmlns:a16="http://schemas.microsoft.com/office/drawing/2014/main" id="{612DD04B-C681-E59F-A41D-7C242DF58D10}"/>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5" name="Google Shape;760;p13">
              <a:extLst>
                <a:ext uri="{FF2B5EF4-FFF2-40B4-BE49-F238E27FC236}">
                  <a16:creationId xmlns:a16="http://schemas.microsoft.com/office/drawing/2014/main" id="{93527613-BE10-5F13-8C81-269E5710095C}"/>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6" name="Google Shape;761;p13">
              <a:extLst>
                <a:ext uri="{FF2B5EF4-FFF2-40B4-BE49-F238E27FC236}">
                  <a16:creationId xmlns:a16="http://schemas.microsoft.com/office/drawing/2014/main" id="{0C356B5F-55DE-8F00-307B-9BD1ECA2846D}"/>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7" name="Google Shape;762;p13">
              <a:extLst>
                <a:ext uri="{FF2B5EF4-FFF2-40B4-BE49-F238E27FC236}">
                  <a16:creationId xmlns:a16="http://schemas.microsoft.com/office/drawing/2014/main" id="{C19594E2-3A91-05E6-11C7-56125DD91326}"/>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8" name="Google Shape;763;p13">
              <a:extLst>
                <a:ext uri="{FF2B5EF4-FFF2-40B4-BE49-F238E27FC236}">
                  <a16:creationId xmlns:a16="http://schemas.microsoft.com/office/drawing/2014/main" id="{6D65A077-341F-7C9B-A6A3-B6FECEAB39A0}"/>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49" name="Google Shape;764;p13">
              <a:extLst>
                <a:ext uri="{FF2B5EF4-FFF2-40B4-BE49-F238E27FC236}">
                  <a16:creationId xmlns:a16="http://schemas.microsoft.com/office/drawing/2014/main" id="{2645B18D-B8E3-EB71-F77C-FAC6A83F3B70}"/>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0" name="Google Shape;765;p13">
              <a:extLst>
                <a:ext uri="{FF2B5EF4-FFF2-40B4-BE49-F238E27FC236}">
                  <a16:creationId xmlns:a16="http://schemas.microsoft.com/office/drawing/2014/main" id="{92B6D636-D020-AEB9-8DFD-4DD96CE5BD42}"/>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1" name="Google Shape;766;p13">
              <a:extLst>
                <a:ext uri="{FF2B5EF4-FFF2-40B4-BE49-F238E27FC236}">
                  <a16:creationId xmlns:a16="http://schemas.microsoft.com/office/drawing/2014/main" id="{44FC8C9B-F22D-465B-659B-5C146A3E2C13}"/>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2" name="Google Shape;767;p13">
              <a:extLst>
                <a:ext uri="{FF2B5EF4-FFF2-40B4-BE49-F238E27FC236}">
                  <a16:creationId xmlns:a16="http://schemas.microsoft.com/office/drawing/2014/main" id="{0556BDC5-BF9E-ACD4-4CDE-9C010D119FE7}"/>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3" name="Google Shape;768;p13">
              <a:extLst>
                <a:ext uri="{FF2B5EF4-FFF2-40B4-BE49-F238E27FC236}">
                  <a16:creationId xmlns:a16="http://schemas.microsoft.com/office/drawing/2014/main" id="{E3805FB3-F85E-9E09-739D-88DB1C596DB3}"/>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4" name="Google Shape;769;p13">
              <a:extLst>
                <a:ext uri="{FF2B5EF4-FFF2-40B4-BE49-F238E27FC236}">
                  <a16:creationId xmlns:a16="http://schemas.microsoft.com/office/drawing/2014/main" id="{ECD5ABDC-DA92-4070-5700-AE481F29463D}"/>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5" name="Google Shape;770;p13">
              <a:extLst>
                <a:ext uri="{FF2B5EF4-FFF2-40B4-BE49-F238E27FC236}">
                  <a16:creationId xmlns:a16="http://schemas.microsoft.com/office/drawing/2014/main" id="{2372AACA-E302-776D-C150-A8AC8B06B53B}"/>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6" name="Google Shape;771;p13">
              <a:extLst>
                <a:ext uri="{FF2B5EF4-FFF2-40B4-BE49-F238E27FC236}">
                  <a16:creationId xmlns:a16="http://schemas.microsoft.com/office/drawing/2014/main" id="{35A3A0EC-BD33-4E9F-068E-5587F2B5371E}"/>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7" name="Google Shape;772;p13">
              <a:extLst>
                <a:ext uri="{FF2B5EF4-FFF2-40B4-BE49-F238E27FC236}">
                  <a16:creationId xmlns:a16="http://schemas.microsoft.com/office/drawing/2014/main" id="{AE7F5F37-BB7E-6FCD-75C6-E834613DC65E}"/>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458" name="Google Shape;773;p13">
              <a:extLst>
                <a:ext uri="{FF2B5EF4-FFF2-40B4-BE49-F238E27FC236}">
                  <a16:creationId xmlns:a16="http://schemas.microsoft.com/office/drawing/2014/main" id="{3BFD26BE-3A88-9498-86D8-12D528FEB5D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spTree>
    <p:extLst>
      <p:ext uri="{BB962C8B-B14F-4D97-AF65-F5344CB8AC3E}">
        <p14:creationId xmlns:p14="http://schemas.microsoft.com/office/powerpoint/2010/main" val="5501734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500" advTm="5000">
        <p159:morph option="byObject"/>
      </p:transition>
    </mc:Choice>
    <mc:Fallback>
      <p:transition spd="slow" advTm="5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98952B-A735-C48C-B544-A2CF77275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C26EF-52C4-D23F-CF86-917D88E57E00}"/>
              </a:ext>
            </a:extLst>
          </p:cNvPr>
          <p:cNvSpPr>
            <a:spLocks noGrp="1"/>
          </p:cNvSpPr>
          <p:nvPr>
            <p:ph type="ctrTitle"/>
          </p:nvPr>
        </p:nvSpPr>
        <p:spPr>
          <a:xfrm>
            <a:off x="1524000" y="991898"/>
            <a:ext cx="9144000" cy="1040463"/>
          </a:xfrm>
        </p:spPr>
        <p:txBody>
          <a:bodyPr anchor="ctr">
            <a:noAutofit/>
          </a:bodyPr>
          <a:lstStyle/>
          <a:p>
            <a:pPr>
              <a:lnSpc>
                <a:spcPct val="100000"/>
              </a:lnSpc>
            </a:pPr>
            <a:r>
              <a:rPr lang="en" sz="4400" dirty="0">
                <a:solidFill>
                  <a:schemeClr val="bg1"/>
                </a:solidFill>
                <a:latin typeface="Aptos Black" panose="020F0502020204030204" pitchFamily="34" charset="0"/>
              </a:rPr>
              <a:t>THE EVOLUTION OF SOFTWARE </a:t>
            </a:r>
            <a:r>
              <a:rPr lang="en" sz="4400" dirty="0">
                <a:solidFill>
                  <a:srgbClr val="E63B00"/>
                </a:solidFill>
                <a:latin typeface="Aptos Black" panose="020F0502020204030204" pitchFamily="34" charset="0"/>
              </a:rPr>
              <a:t>PROGRAMMING METHODS</a:t>
            </a:r>
            <a:endParaRPr lang="en-US" sz="3200" dirty="0">
              <a:solidFill>
                <a:srgbClr val="E63B00"/>
              </a:solidFill>
            </a:endParaRPr>
          </a:p>
        </p:txBody>
      </p:sp>
      <p:grpSp>
        <p:nvGrpSpPr>
          <p:cNvPr id="170" name="Google Shape;2641;p40">
            <a:extLst>
              <a:ext uri="{FF2B5EF4-FFF2-40B4-BE49-F238E27FC236}">
                <a16:creationId xmlns:a16="http://schemas.microsoft.com/office/drawing/2014/main" id="{DC1196DC-8A25-4305-7793-D5070216F4EA}"/>
              </a:ext>
            </a:extLst>
          </p:cNvPr>
          <p:cNvGrpSpPr>
            <a:grpSpLocks/>
          </p:cNvGrpSpPr>
          <p:nvPr/>
        </p:nvGrpSpPr>
        <p:grpSpPr>
          <a:xfrm>
            <a:off x="3872175" y="2324461"/>
            <a:ext cx="4447650" cy="135300"/>
            <a:chOff x="2365175" y="3596070"/>
            <a:chExt cx="4447650" cy="135300"/>
          </a:xfrm>
        </p:grpSpPr>
        <p:sp>
          <p:nvSpPr>
            <p:cNvPr id="171" name="Google Shape;2642;p40">
              <a:extLst>
                <a:ext uri="{FF2B5EF4-FFF2-40B4-BE49-F238E27FC236}">
                  <a16:creationId xmlns:a16="http://schemas.microsoft.com/office/drawing/2014/main" id="{9F468053-36F5-ABC5-8BEA-D0783529E980}"/>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2643;p40">
              <a:extLst>
                <a:ext uri="{FF2B5EF4-FFF2-40B4-BE49-F238E27FC236}">
                  <a16:creationId xmlns:a16="http://schemas.microsoft.com/office/drawing/2014/main" id="{3272A36A-C162-837C-DFC3-8D72A93A0B8F}"/>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73" name="Google Shape;2644;p40">
              <a:extLst>
                <a:ext uri="{FF2B5EF4-FFF2-40B4-BE49-F238E27FC236}">
                  <a16:creationId xmlns:a16="http://schemas.microsoft.com/office/drawing/2014/main" id="{28911A34-57FB-33FD-DBBD-30F904DE5850}"/>
                </a:ext>
              </a:extLst>
            </p:cNvPr>
            <p:cNvCxnSpPr>
              <a:cxnSpLocks/>
              <a:stCxn id="171" idx="6"/>
              <a:endCxn id="172"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grpSp>
        <p:nvGrpSpPr>
          <p:cNvPr id="4" name="Google Shape;717;p13">
            <a:extLst>
              <a:ext uri="{FF2B5EF4-FFF2-40B4-BE49-F238E27FC236}">
                <a16:creationId xmlns:a16="http://schemas.microsoft.com/office/drawing/2014/main" id="{F8B8A8B9-6E62-9F66-93D5-22D28BEA954F}"/>
              </a:ext>
            </a:extLst>
          </p:cNvPr>
          <p:cNvGrpSpPr/>
          <p:nvPr/>
        </p:nvGrpSpPr>
        <p:grpSpPr>
          <a:xfrm>
            <a:off x="-4162782" y="-6506594"/>
            <a:ext cx="5117787" cy="16687234"/>
            <a:chOff x="-3170262" y="3452177"/>
            <a:chExt cx="3721951" cy="12135923"/>
          </a:xfrm>
        </p:grpSpPr>
        <p:sp>
          <p:nvSpPr>
            <p:cNvPr id="5" name="Google Shape;718;p13">
              <a:extLst>
                <a:ext uri="{FF2B5EF4-FFF2-40B4-BE49-F238E27FC236}">
                  <a16:creationId xmlns:a16="http://schemas.microsoft.com/office/drawing/2014/main" id="{4014DC9C-B261-D28D-CA30-86228E174589}"/>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719;p13">
              <a:extLst>
                <a:ext uri="{FF2B5EF4-FFF2-40B4-BE49-F238E27FC236}">
                  <a16:creationId xmlns:a16="http://schemas.microsoft.com/office/drawing/2014/main" id="{94339013-0407-58B6-2E03-5B46EA117A29}"/>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720;p13">
              <a:extLst>
                <a:ext uri="{FF2B5EF4-FFF2-40B4-BE49-F238E27FC236}">
                  <a16:creationId xmlns:a16="http://schemas.microsoft.com/office/drawing/2014/main" id="{F4C7502E-0F57-D820-9F14-3F62087CEC05}"/>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721;p13">
              <a:extLst>
                <a:ext uri="{FF2B5EF4-FFF2-40B4-BE49-F238E27FC236}">
                  <a16:creationId xmlns:a16="http://schemas.microsoft.com/office/drawing/2014/main" id="{79C58017-CAF4-A283-B209-8BBC5198E10F}"/>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722;p13">
              <a:extLst>
                <a:ext uri="{FF2B5EF4-FFF2-40B4-BE49-F238E27FC236}">
                  <a16:creationId xmlns:a16="http://schemas.microsoft.com/office/drawing/2014/main" id="{00093E8A-89AE-B690-12B3-3AD5B6E1F2EA}"/>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723;p13">
              <a:extLst>
                <a:ext uri="{FF2B5EF4-FFF2-40B4-BE49-F238E27FC236}">
                  <a16:creationId xmlns:a16="http://schemas.microsoft.com/office/drawing/2014/main" id="{35981E08-0E4E-ECDD-CAD2-A26FB71C88A2}"/>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724;p13">
              <a:extLst>
                <a:ext uri="{FF2B5EF4-FFF2-40B4-BE49-F238E27FC236}">
                  <a16:creationId xmlns:a16="http://schemas.microsoft.com/office/drawing/2014/main" id="{096836A3-7CDE-E07B-E138-EDBF2BE09487}"/>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725;p13">
              <a:extLst>
                <a:ext uri="{FF2B5EF4-FFF2-40B4-BE49-F238E27FC236}">
                  <a16:creationId xmlns:a16="http://schemas.microsoft.com/office/drawing/2014/main" id="{4BA82C8C-2C9B-E797-2171-832C868D12D5}"/>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726;p13">
              <a:extLst>
                <a:ext uri="{FF2B5EF4-FFF2-40B4-BE49-F238E27FC236}">
                  <a16:creationId xmlns:a16="http://schemas.microsoft.com/office/drawing/2014/main" id="{3635335F-51E4-AB43-463C-222B068925CC}"/>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727;p13">
              <a:extLst>
                <a:ext uri="{FF2B5EF4-FFF2-40B4-BE49-F238E27FC236}">
                  <a16:creationId xmlns:a16="http://schemas.microsoft.com/office/drawing/2014/main" id="{5A2C076D-5EAA-2EA4-F645-87D7CDAA2013}"/>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728;p13">
              <a:extLst>
                <a:ext uri="{FF2B5EF4-FFF2-40B4-BE49-F238E27FC236}">
                  <a16:creationId xmlns:a16="http://schemas.microsoft.com/office/drawing/2014/main" id="{6D2234A2-EC63-827C-BE82-FB947D1B889E}"/>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729;p13">
              <a:extLst>
                <a:ext uri="{FF2B5EF4-FFF2-40B4-BE49-F238E27FC236}">
                  <a16:creationId xmlns:a16="http://schemas.microsoft.com/office/drawing/2014/main" id="{91974537-3A2B-240E-F97A-E6057D01A34A}"/>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730;p13">
              <a:extLst>
                <a:ext uri="{FF2B5EF4-FFF2-40B4-BE49-F238E27FC236}">
                  <a16:creationId xmlns:a16="http://schemas.microsoft.com/office/drawing/2014/main" id="{CA0A58A8-8898-AA3C-5665-5A116B5B7C2A}"/>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731;p13">
              <a:extLst>
                <a:ext uri="{FF2B5EF4-FFF2-40B4-BE49-F238E27FC236}">
                  <a16:creationId xmlns:a16="http://schemas.microsoft.com/office/drawing/2014/main" id="{64DB051F-9BC9-6712-C705-3F05D9970752}"/>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732;p13">
              <a:extLst>
                <a:ext uri="{FF2B5EF4-FFF2-40B4-BE49-F238E27FC236}">
                  <a16:creationId xmlns:a16="http://schemas.microsoft.com/office/drawing/2014/main" id="{368078F7-1EA8-2668-F06C-696BB0EDFB86}"/>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733;p13">
              <a:extLst>
                <a:ext uri="{FF2B5EF4-FFF2-40B4-BE49-F238E27FC236}">
                  <a16:creationId xmlns:a16="http://schemas.microsoft.com/office/drawing/2014/main" id="{85EF810B-ABB3-557F-FE2A-CD245063672B}"/>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734;p13">
              <a:extLst>
                <a:ext uri="{FF2B5EF4-FFF2-40B4-BE49-F238E27FC236}">
                  <a16:creationId xmlns:a16="http://schemas.microsoft.com/office/drawing/2014/main" id="{E3EA4689-4A31-7753-1F87-0A51A074E734}"/>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735;p13">
              <a:extLst>
                <a:ext uri="{FF2B5EF4-FFF2-40B4-BE49-F238E27FC236}">
                  <a16:creationId xmlns:a16="http://schemas.microsoft.com/office/drawing/2014/main" id="{021B4CCC-CDE7-4B16-73E1-F00AE17D158A}"/>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736;p13">
              <a:extLst>
                <a:ext uri="{FF2B5EF4-FFF2-40B4-BE49-F238E27FC236}">
                  <a16:creationId xmlns:a16="http://schemas.microsoft.com/office/drawing/2014/main" id="{E815F40C-AE14-FF9D-263E-ECA27FD3E08B}"/>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737;p13">
              <a:extLst>
                <a:ext uri="{FF2B5EF4-FFF2-40B4-BE49-F238E27FC236}">
                  <a16:creationId xmlns:a16="http://schemas.microsoft.com/office/drawing/2014/main" id="{0E0E9DB1-30BC-1A19-C834-90C08F955A5C}"/>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738;p13">
              <a:extLst>
                <a:ext uri="{FF2B5EF4-FFF2-40B4-BE49-F238E27FC236}">
                  <a16:creationId xmlns:a16="http://schemas.microsoft.com/office/drawing/2014/main" id="{FE67837B-FEFB-2971-85CE-50329986F97B}"/>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739;p13">
              <a:extLst>
                <a:ext uri="{FF2B5EF4-FFF2-40B4-BE49-F238E27FC236}">
                  <a16:creationId xmlns:a16="http://schemas.microsoft.com/office/drawing/2014/main" id="{4D78B560-F3F9-7BDD-A7B0-241C32A3CCB7}"/>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740;p13">
              <a:extLst>
                <a:ext uri="{FF2B5EF4-FFF2-40B4-BE49-F238E27FC236}">
                  <a16:creationId xmlns:a16="http://schemas.microsoft.com/office/drawing/2014/main" id="{C360DDC6-6FC9-4F94-19F9-228AF6F82F60}"/>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741;p13">
              <a:extLst>
                <a:ext uri="{FF2B5EF4-FFF2-40B4-BE49-F238E27FC236}">
                  <a16:creationId xmlns:a16="http://schemas.microsoft.com/office/drawing/2014/main" id="{3AAB60D8-3B95-F1E2-1AF3-C084F88ADF7D}"/>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742;p13">
              <a:extLst>
                <a:ext uri="{FF2B5EF4-FFF2-40B4-BE49-F238E27FC236}">
                  <a16:creationId xmlns:a16="http://schemas.microsoft.com/office/drawing/2014/main" id="{D6A5E608-2309-5E4C-C474-5F4A241A890C}"/>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743;p13">
              <a:extLst>
                <a:ext uri="{FF2B5EF4-FFF2-40B4-BE49-F238E27FC236}">
                  <a16:creationId xmlns:a16="http://schemas.microsoft.com/office/drawing/2014/main" id="{5D1962F6-3518-5FD9-5C1E-6BFDF232977C}"/>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744;p13">
              <a:extLst>
                <a:ext uri="{FF2B5EF4-FFF2-40B4-BE49-F238E27FC236}">
                  <a16:creationId xmlns:a16="http://schemas.microsoft.com/office/drawing/2014/main" id="{0F137401-0069-E89D-CE5A-A143A9A5337B}"/>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745;p13">
              <a:extLst>
                <a:ext uri="{FF2B5EF4-FFF2-40B4-BE49-F238E27FC236}">
                  <a16:creationId xmlns:a16="http://schemas.microsoft.com/office/drawing/2014/main" id="{4463794B-6555-51F6-AD3F-1C4580FF107F}"/>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746;p13">
              <a:extLst>
                <a:ext uri="{FF2B5EF4-FFF2-40B4-BE49-F238E27FC236}">
                  <a16:creationId xmlns:a16="http://schemas.microsoft.com/office/drawing/2014/main" id="{D97EFAC7-6B04-E2A4-C617-5118BAFFB7E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747;p13">
              <a:extLst>
                <a:ext uri="{FF2B5EF4-FFF2-40B4-BE49-F238E27FC236}">
                  <a16:creationId xmlns:a16="http://schemas.microsoft.com/office/drawing/2014/main" id="{C36695E0-75B8-2C9A-4755-5CDB4BBF6986}"/>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748;p13">
              <a:extLst>
                <a:ext uri="{FF2B5EF4-FFF2-40B4-BE49-F238E27FC236}">
                  <a16:creationId xmlns:a16="http://schemas.microsoft.com/office/drawing/2014/main" id="{C6C540D9-E57C-2F84-79C2-8CB10DDA8F45}"/>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749;p13">
              <a:extLst>
                <a:ext uri="{FF2B5EF4-FFF2-40B4-BE49-F238E27FC236}">
                  <a16:creationId xmlns:a16="http://schemas.microsoft.com/office/drawing/2014/main" id="{BD1D7A38-2887-D1C1-47C6-8BAF1D3E1AAB}"/>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750;p13">
              <a:extLst>
                <a:ext uri="{FF2B5EF4-FFF2-40B4-BE49-F238E27FC236}">
                  <a16:creationId xmlns:a16="http://schemas.microsoft.com/office/drawing/2014/main" id="{DAEC4623-EE3F-9198-A218-29B40BB7E159}"/>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751;p13">
              <a:extLst>
                <a:ext uri="{FF2B5EF4-FFF2-40B4-BE49-F238E27FC236}">
                  <a16:creationId xmlns:a16="http://schemas.microsoft.com/office/drawing/2014/main" id="{79955592-1E01-F00C-573F-6EC44015BAEE}"/>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752;p13">
              <a:extLst>
                <a:ext uri="{FF2B5EF4-FFF2-40B4-BE49-F238E27FC236}">
                  <a16:creationId xmlns:a16="http://schemas.microsoft.com/office/drawing/2014/main" id="{AE0D0EE8-518D-3EE7-0AEF-A704344D3409}"/>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753;p13">
              <a:extLst>
                <a:ext uri="{FF2B5EF4-FFF2-40B4-BE49-F238E27FC236}">
                  <a16:creationId xmlns:a16="http://schemas.microsoft.com/office/drawing/2014/main" id="{71BC2E53-39F6-E0A8-7981-0AB505EDB146}"/>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754;p13">
              <a:extLst>
                <a:ext uri="{FF2B5EF4-FFF2-40B4-BE49-F238E27FC236}">
                  <a16:creationId xmlns:a16="http://schemas.microsoft.com/office/drawing/2014/main" id="{9557DE85-DD96-89B3-385A-66CEAFCA391E}"/>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755;p13">
              <a:extLst>
                <a:ext uri="{FF2B5EF4-FFF2-40B4-BE49-F238E27FC236}">
                  <a16:creationId xmlns:a16="http://schemas.microsoft.com/office/drawing/2014/main" id="{D637E977-BB3C-C4A6-2A5E-014E2769B1C7}"/>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756;p13">
              <a:extLst>
                <a:ext uri="{FF2B5EF4-FFF2-40B4-BE49-F238E27FC236}">
                  <a16:creationId xmlns:a16="http://schemas.microsoft.com/office/drawing/2014/main" id="{C79E91FE-B646-E401-BCF2-3534C414A5A4}"/>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757;p13">
              <a:extLst>
                <a:ext uri="{FF2B5EF4-FFF2-40B4-BE49-F238E27FC236}">
                  <a16:creationId xmlns:a16="http://schemas.microsoft.com/office/drawing/2014/main" id="{1BDEACD9-8916-4E82-3D1F-52A03FC1D455}"/>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758;p13">
              <a:extLst>
                <a:ext uri="{FF2B5EF4-FFF2-40B4-BE49-F238E27FC236}">
                  <a16:creationId xmlns:a16="http://schemas.microsoft.com/office/drawing/2014/main" id="{FC628FC1-39A7-60AB-4998-6F7D11913918}"/>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759;p13">
              <a:extLst>
                <a:ext uri="{FF2B5EF4-FFF2-40B4-BE49-F238E27FC236}">
                  <a16:creationId xmlns:a16="http://schemas.microsoft.com/office/drawing/2014/main" id="{A0063E49-9D4D-BD39-1962-7B515160450B}"/>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760;p13">
              <a:extLst>
                <a:ext uri="{FF2B5EF4-FFF2-40B4-BE49-F238E27FC236}">
                  <a16:creationId xmlns:a16="http://schemas.microsoft.com/office/drawing/2014/main" id="{C28270BB-5E02-1232-02DB-BBE505F62492}"/>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761;p13">
              <a:extLst>
                <a:ext uri="{FF2B5EF4-FFF2-40B4-BE49-F238E27FC236}">
                  <a16:creationId xmlns:a16="http://schemas.microsoft.com/office/drawing/2014/main" id="{B5E0C660-B1DE-2B32-D2CA-C7A216F1CE0D}"/>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762;p13">
              <a:extLst>
                <a:ext uri="{FF2B5EF4-FFF2-40B4-BE49-F238E27FC236}">
                  <a16:creationId xmlns:a16="http://schemas.microsoft.com/office/drawing/2014/main" id="{FCA568DC-8DEC-2760-3385-3F3A4A664E8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763;p13">
              <a:extLst>
                <a:ext uri="{FF2B5EF4-FFF2-40B4-BE49-F238E27FC236}">
                  <a16:creationId xmlns:a16="http://schemas.microsoft.com/office/drawing/2014/main" id="{14C686DF-B155-2159-CB47-08EA02217DB0}"/>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764;p13">
              <a:extLst>
                <a:ext uri="{FF2B5EF4-FFF2-40B4-BE49-F238E27FC236}">
                  <a16:creationId xmlns:a16="http://schemas.microsoft.com/office/drawing/2014/main" id="{8C3B8AC4-7805-E57C-0030-E10F30600B6F}"/>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765;p13">
              <a:extLst>
                <a:ext uri="{FF2B5EF4-FFF2-40B4-BE49-F238E27FC236}">
                  <a16:creationId xmlns:a16="http://schemas.microsoft.com/office/drawing/2014/main" id="{3D775E59-8242-7738-62CC-9FAF59BD7F4C}"/>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766;p13">
              <a:extLst>
                <a:ext uri="{FF2B5EF4-FFF2-40B4-BE49-F238E27FC236}">
                  <a16:creationId xmlns:a16="http://schemas.microsoft.com/office/drawing/2014/main" id="{5D98FFEE-D471-99B5-351A-1B3EB72AA628}"/>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767;p13">
              <a:extLst>
                <a:ext uri="{FF2B5EF4-FFF2-40B4-BE49-F238E27FC236}">
                  <a16:creationId xmlns:a16="http://schemas.microsoft.com/office/drawing/2014/main" id="{621F8FA8-9B49-BFFA-3872-56DF70C8A79A}"/>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768;p13">
              <a:extLst>
                <a:ext uri="{FF2B5EF4-FFF2-40B4-BE49-F238E27FC236}">
                  <a16:creationId xmlns:a16="http://schemas.microsoft.com/office/drawing/2014/main" id="{28D928C2-710A-2CFF-FE33-09D48579D552}"/>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769;p13">
              <a:extLst>
                <a:ext uri="{FF2B5EF4-FFF2-40B4-BE49-F238E27FC236}">
                  <a16:creationId xmlns:a16="http://schemas.microsoft.com/office/drawing/2014/main" id="{96E2BDEE-EDBC-E501-197C-F2F5A9A2F948}"/>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770;p13">
              <a:extLst>
                <a:ext uri="{FF2B5EF4-FFF2-40B4-BE49-F238E27FC236}">
                  <a16:creationId xmlns:a16="http://schemas.microsoft.com/office/drawing/2014/main" id="{B8FA83F8-7A70-4C39-9591-CA581E3E95CE}"/>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771;p13">
              <a:extLst>
                <a:ext uri="{FF2B5EF4-FFF2-40B4-BE49-F238E27FC236}">
                  <a16:creationId xmlns:a16="http://schemas.microsoft.com/office/drawing/2014/main" id="{7DC53E23-3FEA-F1F2-BA67-B5C31B5E542F}"/>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772;p13">
              <a:extLst>
                <a:ext uri="{FF2B5EF4-FFF2-40B4-BE49-F238E27FC236}">
                  <a16:creationId xmlns:a16="http://schemas.microsoft.com/office/drawing/2014/main" id="{49662C6E-4BDE-7C44-5C57-5685FC56D010}"/>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773;p13">
              <a:extLst>
                <a:ext uri="{FF2B5EF4-FFF2-40B4-BE49-F238E27FC236}">
                  <a16:creationId xmlns:a16="http://schemas.microsoft.com/office/drawing/2014/main" id="{72E60F10-248F-8D8A-7005-636AC8BA1D34}"/>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86" name="Google Shape;11;p2">
            <a:extLst>
              <a:ext uri="{FF2B5EF4-FFF2-40B4-BE49-F238E27FC236}">
                <a16:creationId xmlns:a16="http://schemas.microsoft.com/office/drawing/2014/main" id="{AD3527AC-B262-504E-D844-BE514CB02A65}"/>
              </a:ext>
            </a:extLst>
          </p:cNvPr>
          <p:cNvGrpSpPr/>
          <p:nvPr/>
        </p:nvGrpSpPr>
        <p:grpSpPr>
          <a:xfrm>
            <a:off x="-4785355" y="6858000"/>
            <a:ext cx="5251558" cy="5251558"/>
            <a:chOff x="-3640848" y="2185426"/>
            <a:chExt cx="4088811" cy="4088811"/>
          </a:xfrm>
        </p:grpSpPr>
        <p:sp>
          <p:nvSpPr>
            <p:cNvPr id="187" name="Google Shape;12;p2">
              <a:extLst>
                <a:ext uri="{FF2B5EF4-FFF2-40B4-BE49-F238E27FC236}">
                  <a16:creationId xmlns:a16="http://schemas.microsoft.com/office/drawing/2014/main" id="{19C40600-3C74-259B-69D6-21C9090DA955}"/>
                </a:ext>
              </a:extLst>
            </p:cNvPr>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 name="Google Shape;13;p2">
              <a:extLst>
                <a:ext uri="{FF2B5EF4-FFF2-40B4-BE49-F238E27FC236}">
                  <a16:creationId xmlns:a16="http://schemas.microsoft.com/office/drawing/2014/main" id="{B2D07C11-DEBE-A5FB-9A6B-3E1759C0574E}"/>
                </a:ext>
              </a:extLst>
            </p:cNvPr>
            <p:cNvSpPr/>
            <p:nvPr/>
          </p:nvSpPr>
          <p:spPr>
            <a:xfrm flipH="1">
              <a:off x="-3640848" y="21854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89" name="Google Shape;14;p2">
            <a:extLst>
              <a:ext uri="{FF2B5EF4-FFF2-40B4-BE49-F238E27FC236}">
                <a16:creationId xmlns:a16="http://schemas.microsoft.com/office/drawing/2014/main" id="{7BFFE1E7-E978-4D12-F020-89E1811F2B6B}"/>
              </a:ext>
            </a:extLst>
          </p:cNvPr>
          <p:cNvGrpSpPr/>
          <p:nvPr/>
        </p:nvGrpSpPr>
        <p:grpSpPr>
          <a:xfrm>
            <a:off x="-5637250" y="-1079618"/>
            <a:ext cx="4841524" cy="14587980"/>
            <a:chOff x="-2722250" y="-1079764"/>
            <a:chExt cx="3769563" cy="11358057"/>
          </a:xfrm>
        </p:grpSpPr>
        <p:sp>
          <p:nvSpPr>
            <p:cNvPr id="190" name="Google Shape;15;p2">
              <a:extLst>
                <a:ext uri="{FF2B5EF4-FFF2-40B4-BE49-F238E27FC236}">
                  <a16:creationId xmlns:a16="http://schemas.microsoft.com/office/drawing/2014/main" id="{036B8EFC-C049-AB0C-8D52-F9991C98B9EC}"/>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 name="Google Shape;16;p2">
              <a:extLst>
                <a:ext uri="{FF2B5EF4-FFF2-40B4-BE49-F238E27FC236}">
                  <a16:creationId xmlns:a16="http://schemas.microsoft.com/office/drawing/2014/main" id="{F9756464-5144-9020-7C98-9D7A5E3DCEC9}"/>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7;p2">
              <a:extLst>
                <a:ext uri="{FF2B5EF4-FFF2-40B4-BE49-F238E27FC236}">
                  <a16:creationId xmlns:a16="http://schemas.microsoft.com/office/drawing/2014/main" id="{263895DA-F655-5049-8730-5A96A76F1D43}"/>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8;p2">
              <a:extLst>
                <a:ext uri="{FF2B5EF4-FFF2-40B4-BE49-F238E27FC236}">
                  <a16:creationId xmlns:a16="http://schemas.microsoft.com/office/drawing/2014/main" id="{14CC35A4-07DA-FB02-2C25-BFF50265D67A}"/>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9;p2">
              <a:extLst>
                <a:ext uri="{FF2B5EF4-FFF2-40B4-BE49-F238E27FC236}">
                  <a16:creationId xmlns:a16="http://schemas.microsoft.com/office/drawing/2014/main" id="{BEC38FEB-AEF2-AA3F-C055-5D8043FCBEA4}"/>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20;p2">
              <a:extLst>
                <a:ext uri="{FF2B5EF4-FFF2-40B4-BE49-F238E27FC236}">
                  <a16:creationId xmlns:a16="http://schemas.microsoft.com/office/drawing/2014/main" id="{4176C32B-D8CB-3DCA-E7A7-9AAA2DC5F52A}"/>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21;p2">
              <a:extLst>
                <a:ext uri="{FF2B5EF4-FFF2-40B4-BE49-F238E27FC236}">
                  <a16:creationId xmlns:a16="http://schemas.microsoft.com/office/drawing/2014/main" id="{7AF3A700-9815-857C-C039-2DD09B33AD73}"/>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22;p2">
              <a:extLst>
                <a:ext uri="{FF2B5EF4-FFF2-40B4-BE49-F238E27FC236}">
                  <a16:creationId xmlns:a16="http://schemas.microsoft.com/office/drawing/2014/main" id="{6788BB09-0FE0-6FE4-38F1-43F12F4E2214}"/>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23;p2">
              <a:extLst>
                <a:ext uri="{FF2B5EF4-FFF2-40B4-BE49-F238E27FC236}">
                  <a16:creationId xmlns:a16="http://schemas.microsoft.com/office/drawing/2014/main" id="{07C45ABC-C4E1-95DB-3F89-2021E8BBAAC6}"/>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24;p2">
              <a:extLst>
                <a:ext uri="{FF2B5EF4-FFF2-40B4-BE49-F238E27FC236}">
                  <a16:creationId xmlns:a16="http://schemas.microsoft.com/office/drawing/2014/main" id="{17EA6430-A2C8-98DB-3BE4-D4894C9DEFFA}"/>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25;p2">
              <a:extLst>
                <a:ext uri="{FF2B5EF4-FFF2-40B4-BE49-F238E27FC236}">
                  <a16:creationId xmlns:a16="http://schemas.microsoft.com/office/drawing/2014/main" id="{5AF0243E-773A-A194-0172-EEF188900CF1}"/>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26;p2">
              <a:extLst>
                <a:ext uri="{FF2B5EF4-FFF2-40B4-BE49-F238E27FC236}">
                  <a16:creationId xmlns:a16="http://schemas.microsoft.com/office/drawing/2014/main" id="{8A319212-03DB-1602-7A06-C7A17F25E6BF}"/>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27;p2">
              <a:extLst>
                <a:ext uri="{FF2B5EF4-FFF2-40B4-BE49-F238E27FC236}">
                  <a16:creationId xmlns:a16="http://schemas.microsoft.com/office/drawing/2014/main" id="{FE639C6A-DBAA-0776-F7C0-D1582D3C1FEA}"/>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28;p2">
              <a:extLst>
                <a:ext uri="{FF2B5EF4-FFF2-40B4-BE49-F238E27FC236}">
                  <a16:creationId xmlns:a16="http://schemas.microsoft.com/office/drawing/2014/main" id="{56EA1C96-49FC-4DD2-1233-21CA1C020A71}"/>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04" name="Google Shape;29;p2">
            <a:extLst>
              <a:ext uri="{FF2B5EF4-FFF2-40B4-BE49-F238E27FC236}">
                <a16:creationId xmlns:a16="http://schemas.microsoft.com/office/drawing/2014/main" id="{4A4816A1-CFC4-E3A1-2D8D-4D1878576300}"/>
              </a:ext>
            </a:extLst>
          </p:cNvPr>
          <p:cNvGrpSpPr/>
          <p:nvPr/>
        </p:nvGrpSpPr>
        <p:grpSpPr>
          <a:xfrm>
            <a:off x="2976249" y="-3137474"/>
            <a:ext cx="2546879" cy="2586181"/>
            <a:chOff x="746900" y="-550225"/>
            <a:chExt cx="1982975" cy="2013575"/>
          </a:xfrm>
        </p:grpSpPr>
        <p:sp>
          <p:nvSpPr>
            <p:cNvPr id="205" name="Google Shape;30;p2">
              <a:extLst>
                <a:ext uri="{FF2B5EF4-FFF2-40B4-BE49-F238E27FC236}">
                  <a16:creationId xmlns:a16="http://schemas.microsoft.com/office/drawing/2014/main" id="{40CF6097-B363-9424-6865-B96B23CF81A4}"/>
                </a:ext>
              </a:extLst>
            </p:cNvPr>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rgbClr val="00E9FF"/>
              </a:solidFill>
              <a:prstDash val="solid"/>
              <a:round/>
              <a:headEnd type="none" w="med" len="med"/>
              <a:tailEnd type="none" w="med" len="med"/>
            </a:ln>
            <a:effectLst>
              <a:outerShdw blurRad="128588" dist="19050" algn="bl" rotWithShape="0">
                <a:srgbClr val="00E9FF"/>
              </a:outerShdw>
            </a:effectLst>
          </p:spPr>
          <p:txBody>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31;p2">
              <a:extLst>
                <a:ext uri="{FF2B5EF4-FFF2-40B4-BE49-F238E27FC236}">
                  <a16:creationId xmlns:a16="http://schemas.microsoft.com/office/drawing/2014/main" id="{3F210D40-CB94-637E-B2EA-003B5235A623}"/>
                </a:ext>
              </a:extLst>
            </p:cNvPr>
            <p:cNvSpPr/>
            <p:nvPr/>
          </p:nvSpPr>
          <p:spPr>
            <a:xfrm>
              <a:off x="746900" y="1312750"/>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32;p2">
              <a:extLst>
                <a:ext uri="{FF2B5EF4-FFF2-40B4-BE49-F238E27FC236}">
                  <a16:creationId xmlns:a16="http://schemas.microsoft.com/office/drawing/2014/main" id="{84BD3C88-2A0D-101B-B053-78E332D46A7C}"/>
                </a:ext>
              </a:extLst>
            </p:cNvPr>
            <p:cNvSpPr/>
            <p:nvPr/>
          </p:nvSpPr>
          <p:spPr>
            <a:xfrm>
              <a:off x="2579275" y="-55022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33;p2">
              <a:extLst>
                <a:ext uri="{FF2B5EF4-FFF2-40B4-BE49-F238E27FC236}">
                  <a16:creationId xmlns:a16="http://schemas.microsoft.com/office/drawing/2014/main" id="{865B8CD6-5988-B706-9E28-B296C544B9EF}"/>
                </a:ext>
              </a:extLst>
            </p:cNvPr>
            <p:cNvSpPr/>
            <p:nvPr/>
          </p:nvSpPr>
          <p:spPr>
            <a:xfrm>
              <a:off x="857425" y="-430200"/>
              <a:ext cx="1746850" cy="1775450"/>
            </a:xfrm>
            <a:custGeom>
              <a:avLst/>
              <a:gdLst/>
              <a:ahLst/>
              <a:cxnLst/>
              <a:rect l="l" t="t" r="r" b="b"/>
              <a:pathLst>
                <a:path w="69874" h="71018" extrusionOk="0">
                  <a:moveTo>
                    <a:pt x="0" y="71018"/>
                  </a:moveTo>
                  <a:lnTo>
                    <a:pt x="23258" y="47640"/>
                  </a:lnTo>
                  <a:lnTo>
                    <a:pt x="21067" y="32258"/>
                  </a:lnTo>
                  <a:lnTo>
                    <a:pt x="36760" y="15827"/>
                  </a:lnTo>
                  <a:lnTo>
                    <a:pt x="53571" y="15803"/>
                  </a:lnTo>
                  <a:lnTo>
                    <a:pt x="69874" y="0"/>
                  </a:lnTo>
                </a:path>
              </a:pathLst>
            </a:custGeom>
            <a:noFill/>
            <a:ln w="28575" cap="flat" cmpd="sng">
              <a:solidFill>
                <a:srgbClr val="00E9FF"/>
              </a:solidFill>
              <a:prstDash val="solid"/>
              <a:round/>
              <a:headEnd type="none" w="med" len="med"/>
              <a:tailEnd type="none" w="med" len="med"/>
            </a:ln>
            <a:effectLst>
              <a:outerShdw blurRad="128588" algn="bl" rotWithShape="0">
                <a:srgbClr val="00E9FF"/>
              </a:outerShdw>
            </a:effectLst>
          </p:spPr>
          <p:txBody>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09" name="Google Shape;34;p2">
            <a:extLst>
              <a:ext uri="{FF2B5EF4-FFF2-40B4-BE49-F238E27FC236}">
                <a16:creationId xmlns:a16="http://schemas.microsoft.com/office/drawing/2014/main" id="{D77995F0-1A4E-5033-985D-348C993C3E9F}"/>
              </a:ext>
            </a:extLst>
          </p:cNvPr>
          <p:cNvGrpSpPr/>
          <p:nvPr/>
        </p:nvGrpSpPr>
        <p:grpSpPr>
          <a:xfrm>
            <a:off x="10668000" y="7182693"/>
            <a:ext cx="5423763" cy="5251558"/>
            <a:chOff x="8129425" y="2555026"/>
            <a:chExt cx="4222888" cy="4088811"/>
          </a:xfrm>
        </p:grpSpPr>
        <p:sp>
          <p:nvSpPr>
            <p:cNvPr id="210" name="Google Shape;35;p2">
              <a:extLst>
                <a:ext uri="{FF2B5EF4-FFF2-40B4-BE49-F238E27FC236}">
                  <a16:creationId xmlns:a16="http://schemas.microsoft.com/office/drawing/2014/main" id="{C8895981-E1A4-C08A-7C5A-A84290FA8C7E}"/>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36;p2">
              <a:extLst>
                <a:ext uri="{FF2B5EF4-FFF2-40B4-BE49-F238E27FC236}">
                  <a16:creationId xmlns:a16="http://schemas.microsoft.com/office/drawing/2014/main" id="{5D7BCFD0-646C-1920-D2CA-7DB6900B73D1}"/>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12" name="Google Shape;37;p2">
              <a:extLst>
                <a:ext uri="{FF2B5EF4-FFF2-40B4-BE49-F238E27FC236}">
                  <a16:creationId xmlns:a16="http://schemas.microsoft.com/office/drawing/2014/main" id="{03B71F23-7FAC-BC9A-10E9-D61F6D579A35}"/>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38;p2">
              <a:extLst>
                <a:ext uri="{FF2B5EF4-FFF2-40B4-BE49-F238E27FC236}">
                  <a16:creationId xmlns:a16="http://schemas.microsoft.com/office/drawing/2014/main" id="{5457DB06-C6ED-E8D4-07C8-989B7FCE98D0}"/>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39;p2">
              <a:extLst>
                <a:ext uri="{FF2B5EF4-FFF2-40B4-BE49-F238E27FC236}">
                  <a16:creationId xmlns:a16="http://schemas.microsoft.com/office/drawing/2014/main" id="{A590835C-E7E0-1432-C7F9-479A9E67F4E1}"/>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40;p2">
              <a:extLst>
                <a:ext uri="{FF2B5EF4-FFF2-40B4-BE49-F238E27FC236}">
                  <a16:creationId xmlns:a16="http://schemas.microsoft.com/office/drawing/2014/main" id="{FB3D4065-A571-46C8-273F-57F98D318EA3}"/>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41;p2">
              <a:extLst>
                <a:ext uri="{FF2B5EF4-FFF2-40B4-BE49-F238E27FC236}">
                  <a16:creationId xmlns:a16="http://schemas.microsoft.com/office/drawing/2014/main" id="{75A09E35-960E-2507-217A-47647F4FC9F8}"/>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42;p2">
              <a:extLst>
                <a:ext uri="{FF2B5EF4-FFF2-40B4-BE49-F238E27FC236}">
                  <a16:creationId xmlns:a16="http://schemas.microsoft.com/office/drawing/2014/main" id="{D9B982A1-6793-95D5-3B2A-38ACF7086028}"/>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18" name="Google Shape;43;p2">
            <a:extLst>
              <a:ext uri="{FF2B5EF4-FFF2-40B4-BE49-F238E27FC236}">
                <a16:creationId xmlns:a16="http://schemas.microsoft.com/office/drawing/2014/main" id="{0599B9E0-88D8-494B-FDD0-3DEC6316B738}"/>
              </a:ext>
            </a:extLst>
          </p:cNvPr>
          <p:cNvGrpSpPr/>
          <p:nvPr/>
        </p:nvGrpSpPr>
        <p:grpSpPr>
          <a:xfrm>
            <a:off x="11235051" y="-6163567"/>
            <a:ext cx="3216778" cy="5876393"/>
            <a:chOff x="8430775" y="-2181926"/>
            <a:chExt cx="2504551" cy="4575301"/>
          </a:xfrm>
        </p:grpSpPr>
        <p:sp>
          <p:nvSpPr>
            <p:cNvPr id="219" name="Google Shape;44;p2">
              <a:extLst>
                <a:ext uri="{FF2B5EF4-FFF2-40B4-BE49-F238E27FC236}">
                  <a16:creationId xmlns:a16="http://schemas.microsoft.com/office/drawing/2014/main" id="{B0E0EE97-4F80-E75B-1DD9-66388D23F50D}"/>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45;p2">
              <a:extLst>
                <a:ext uri="{FF2B5EF4-FFF2-40B4-BE49-F238E27FC236}">
                  <a16:creationId xmlns:a16="http://schemas.microsoft.com/office/drawing/2014/main" id="{467478CA-6614-CB64-F281-EEC76F3DFF24}"/>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46;p2">
              <a:extLst>
                <a:ext uri="{FF2B5EF4-FFF2-40B4-BE49-F238E27FC236}">
                  <a16:creationId xmlns:a16="http://schemas.microsoft.com/office/drawing/2014/main" id="{E777AECA-33A3-9B32-692C-536948C2CD2C}"/>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47;p2">
              <a:extLst>
                <a:ext uri="{FF2B5EF4-FFF2-40B4-BE49-F238E27FC236}">
                  <a16:creationId xmlns:a16="http://schemas.microsoft.com/office/drawing/2014/main" id="{72CED948-FE33-B366-C797-DA58B89D6EC7}"/>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23" name="Google Shape;48;p2">
            <a:extLst>
              <a:ext uri="{FF2B5EF4-FFF2-40B4-BE49-F238E27FC236}">
                <a16:creationId xmlns:a16="http://schemas.microsoft.com/office/drawing/2014/main" id="{4B78C0CF-F2BD-87B7-5B2B-73223DA3AEEE}"/>
              </a:ext>
            </a:extLst>
          </p:cNvPr>
          <p:cNvGrpSpPr/>
          <p:nvPr/>
        </p:nvGrpSpPr>
        <p:grpSpPr>
          <a:xfrm rot="10800000" flipH="1">
            <a:off x="11102379" y="-13611960"/>
            <a:ext cx="4841524" cy="14587980"/>
            <a:chOff x="-2722250" y="-1079764"/>
            <a:chExt cx="3769563" cy="11358057"/>
          </a:xfrm>
        </p:grpSpPr>
        <p:sp>
          <p:nvSpPr>
            <p:cNvPr id="224" name="Google Shape;49;p2">
              <a:extLst>
                <a:ext uri="{FF2B5EF4-FFF2-40B4-BE49-F238E27FC236}">
                  <a16:creationId xmlns:a16="http://schemas.microsoft.com/office/drawing/2014/main" id="{2DEEBB0C-7383-84C0-9FF1-68C6E523C822}"/>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50;p2">
              <a:extLst>
                <a:ext uri="{FF2B5EF4-FFF2-40B4-BE49-F238E27FC236}">
                  <a16:creationId xmlns:a16="http://schemas.microsoft.com/office/drawing/2014/main" id="{0A95D4C7-1F05-13C0-A6F2-E2EF63733971}"/>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51;p2">
              <a:extLst>
                <a:ext uri="{FF2B5EF4-FFF2-40B4-BE49-F238E27FC236}">
                  <a16:creationId xmlns:a16="http://schemas.microsoft.com/office/drawing/2014/main" id="{6DFECEBB-343F-4C50-AA74-7D746A345480}"/>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52;p2">
              <a:extLst>
                <a:ext uri="{FF2B5EF4-FFF2-40B4-BE49-F238E27FC236}">
                  <a16:creationId xmlns:a16="http://schemas.microsoft.com/office/drawing/2014/main" id="{A7CB4A60-1809-12E1-CE71-6C3F69C2ED46}"/>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53;p2">
              <a:extLst>
                <a:ext uri="{FF2B5EF4-FFF2-40B4-BE49-F238E27FC236}">
                  <a16:creationId xmlns:a16="http://schemas.microsoft.com/office/drawing/2014/main" id="{FFDA7844-8889-AA26-B8D4-28555DD4059D}"/>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54;p2">
              <a:extLst>
                <a:ext uri="{FF2B5EF4-FFF2-40B4-BE49-F238E27FC236}">
                  <a16:creationId xmlns:a16="http://schemas.microsoft.com/office/drawing/2014/main" id="{9929463F-596E-FC54-7DF5-5555553FB27D}"/>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55;p2">
              <a:extLst>
                <a:ext uri="{FF2B5EF4-FFF2-40B4-BE49-F238E27FC236}">
                  <a16:creationId xmlns:a16="http://schemas.microsoft.com/office/drawing/2014/main" id="{F4723C83-97A1-C0A2-E34E-609BAC11D561}"/>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56;p2">
              <a:extLst>
                <a:ext uri="{FF2B5EF4-FFF2-40B4-BE49-F238E27FC236}">
                  <a16:creationId xmlns:a16="http://schemas.microsoft.com/office/drawing/2014/main" id="{43AD5EC4-91A5-E302-5D59-744EDDD76D09}"/>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57;p2">
              <a:extLst>
                <a:ext uri="{FF2B5EF4-FFF2-40B4-BE49-F238E27FC236}">
                  <a16:creationId xmlns:a16="http://schemas.microsoft.com/office/drawing/2014/main" id="{D4AA68D7-4C38-0673-AF0E-CFC8BE8FB1EE}"/>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58;p2">
              <a:extLst>
                <a:ext uri="{FF2B5EF4-FFF2-40B4-BE49-F238E27FC236}">
                  <a16:creationId xmlns:a16="http://schemas.microsoft.com/office/drawing/2014/main" id="{C8E8A104-917A-B1DC-B4B9-2917E7A5D845}"/>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59;p2">
              <a:extLst>
                <a:ext uri="{FF2B5EF4-FFF2-40B4-BE49-F238E27FC236}">
                  <a16:creationId xmlns:a16="http://schemas.microsoft.com/office/drawing/2014/main" id="{C83991F5-EB12-2B86-6942-A4E16A16A247}"/>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60;p2">
              <a:extLst>
                <a:ext uri="{FF2B5EF4-FFF2-40B4-BE49-F238E27FC236}">
                  <a16:creationId xmlns:a16="http://schemas.microsoft.com/office/drawing/2014/main" id="{74D7B2ED-B3C0-1262-1626-346EFB25C7DA}"/>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61;p2">
              <a:extLst>
                <a:ext uri="{FF2B5EF4-FFF2-40B4-BE49-F238E27FC236}">
                  <a16:creationId xmlns:a16="http://schemas.microsoft.com/office/drawing/2014/main" id="{BD132163-580C-F49E-DCC1-83AA4757E72B}"/>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62;p2">
              <a:extLst>
                <a:ext uri="{FF2B5EF4-FFF2-40B4-BE49-F238E27FC236}">
                  <a16:creationId xmlns:a16="http://schemas.microsoft.com/office/drawing/2014/main" id="{4B3B2C43-E5EC-C10C-75F0-89EB1AC0328C}"/>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90" name="Google Shape;717;p13">
            <a:extLst>
              <a:ext uri="{FF2B5EF4-FFF2-40B4-BE49-F238E27FC236}">
                <a16:creationId xmlns:a16="http://schemas.microsoft.com/office/drawing/2014/main" id="{98043B59-F402-8A71-824A-DCE17B87A4BA}"/>
              </a:ext>
            </a:extLst>
          </p:cNvPr>
          <p:cNvGrpSpPr/>
          <p:nvPr/>
        </p:nvGrpSpPr>
        <p:grpSpPr>
          <a:xfrm>
            <a:off x="11304040" y="-6062754"/>
            <a:ext cx="5117787" cy="16687234"/>
            <a:chOff x="-3170262" y="3452177"/>
            <a:chExt cx="3721951" cy="12135923"/>
          </a:xfrm>
        </p:grpSpPr>
        <p:sp>
          <p:nvSpPr>
            <p:cNvPr id="291" name="Google Shape;718;p13">
              <a:extLst>
                <a:ext uri="{FF2B5EF4-FFF2-40B4-BE49-F238E27FC236}">
                  <a16:creationId xmlns:a16="http://schemas.microsoft.com/office/drawing/2014/main" id="{77A85FAA-77E2-152B-8AD9-7F4700691AB9}"/>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2" name="Google Shape;719;p13">
              <a:extLst>
                <a:ext uri="{FF2B5EF4-FFF2-40B4-BE49-F238E27FC236}">
                  <a16:creationId xmlns:a16="http://schemas.microsoft.com/office/drawing/2014/main" id="{1EF19B5D-A41A-1F04-71CE-3A21DFE7D3A3}"/>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3" name="Google Shape;720;p13">
              <a:extLst>
                <a:ext uri="{FF2B5EF4-FFF2-40B4-BE49-F238E27FC236}">
                  <a16:creationId xmlns:a16="http://schemas.microsoft.com/office/drawing/2014/main" id="{234B0C6C-165E-FC3A-D17D-C4266A524B60}"/>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4" name="Google Shape;721;p13">
              <a:extLst>
                <a:ext uri="{FF2B5EF4-FFF2-40B4-BE49-F238E27FC236}">
                  <a16:creationId xmlns:a16="http://schemas.microsoft.com/office/drawing/2014/main" id="{48336544-1F38-98A9-2451-6FE12B650C8F}"/>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5" name="Google Shape;722;p13">
              <a:extLst>
                <a:ext uri="{FF2B5EF4-FFF2-40B4-BE49-F238E27FC236}">
                  <a16:creationId xmlns:a16="http://schemas.microsoft.com/office/drawing/2014/main" id="{00305199-D4F1-EC84-F873-DF87FCAC90C5}"/>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6" name="Google Shape;723;p13">
              <a:extLst>
                <a:ext uri="{FF2B5EF4-FFF2-40B4-BE49-F238E27FC236}">
                  <a16:creationId xmlns:a16="http://schemas.microsoft.com/office/drawing/2014/main" id="{BB435EF1-79FA-621D-0A47-7D03DDCB3DBE}"/>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7" name="Google Shape;724;p13">
              <a:extLst>
                <a:ext uri="{FF2B5EF4-FFF2-40B4-BE49-F238E27FC236}">
                  <a16:creationId xmlns:a16="http://schemas.microsoft.com/office/drawing/2014/main" id="{7A5EE50D-B9AB-9F48-0471-2DB84729470D}"/>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8" name="Google Shape;725;p13">
              <a:extLst>
                <a:ext uri="{FF2B5EF4-FFF2-40B4-BE49-F238E27FC236}">
                  <a16:creationId xmlns:a16="http://schemas.microsoft.com/office/drawing/2014/main" id="{FE4C89DC-E22E-6CFC-F848-1A571B3E689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9" name="Google Shape;726;p13">
              <a:extLst>
                <a:ext uri="{FF2B5EF4-FFF2-40B4-BE49-F238E27FC236}">
                  <a16:creationId xmlns:a16="http://schemas.microsoft.com/office/drawing/2014/main" id="{92E24D47-7E31-CE28-1A73-0E10CA2DCC41}"/>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0" name="Google Shape;727;p13">
              <a:extLst>
                <a:ext uri="{FF2B5EF4-FFF2-40B4-BE49-F238E27FC236}">
                  <a16:creationId xmlns:a16="http://schemas.microsoft.com/office/drawing/2014/main" id="{290509A8-D3BD-4B30-3027-D16AEC9C7D04}"/>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1" name="Google Shape;728;p13">
              <a:extLst>
                <a:ext uri="{FF2B5EF4-FFF2-40B4-BE49-F238E27FC236}">
                  <a16:creationId xmlns:a16="http://schemas.microsoft.com/office/drawing/2014/main" id="{931F61CE-FD7C-13CE-D58D-B9D14C123EC3}"/>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2" name="Google Shape;729;p13">
              <a:extLst>
                <a:ext uri="{FF2B5EF4-FFF2-40B4-BE49-F238E27FC236}">
                  <a16:creationId xmlns:a16="http://schemas.microsoft.com/office/drawing/2014/main" id="{38E583D8-910E-9BF2-D04B-A4B5B28C1B8E}"/>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3" name="Google Shape;730;p13">
              <a:extLst>
                <a:ext uri="{FF2B5EF4-FFF2-40B4-BE49-F238E27FC236}">
                  <a16:creationId xmlns:a16="http://schemas.microsoft.com/office/drawing/2014/main" id="{C495AC77-0541-5F3D-1009-A20444B9CD87}"/>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4" name="Google Shape;731;p13">
              <a:extLst>
                <a:ext uri="{FF2B5EF4-FFF2-40B4-BE49-F238E27FC236}">
                  <a16:creationId xmlns:a16="http://schemas.microsoft.com/office/drawing/2014/main" id="{86DB688B-D5BE-2219-B967-196E55E51E2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5" name="Google Shape;732;p13">
              <a:extLst>
                <a:ext uri="{FF2B5EF4-FFF2-40B4-BE49-F238E27FC236}">
                  <a16:creationId xmlns:a16="http://schemas.microsoft.com/office/drawing/2014/main" id="{B7E29992-CD3B-7A78-2A60-72D434D1B95A}"/>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6" name="Google Shape;733;p13">
              <a:extLst>
                <a:ext uri="{FF2B5EF4-FFF2-40B4-BE49-F238E27FC236}">
                  <a16:creationId xmlns:a16="http://schemas.microsoft.com/office/drawing/2014/main" id="{29730B49-0977-CEA0-6EA9-47B22EE5EAAF}"/>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7" name="Google Shape;734;p13">
              <a:extLst>
                <a:ext uri="{FF2B5EF4-FFF2-40B4-BE49-F238E27FC236}">
                  <a16:creationId xmlns:a16="http://schemas.microsoft.com/office/drawing/2014/main" id="{2A192F1D-7635-8D95-EA7C-F3B461D55094}"/>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8" name="Google Shape;735;p13">
              <a:extLst>
                <a:ext uri="{FF2B5EF4-FFF2-40B4-BE49-F238E27FC236}">
                  <a16:creationId xmlns:a16="http://schemas.microsoft.com/office/drawing/2014/main" id="{271CD2DD-E510-5F6E-7167-F6D6C1628F83}"/>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9" name="Google Shape;736;p13">
              <a:extLst>
                <a:ext uri="{FF2B5EF4-FFF2-40B4-BE49-F238E27FC236}">
                  <a16:creationId xmlns:a16="http://schemas.microsoft.com/office/drawing/2014/main" id="{CB40F7BA-A3C6-7082-10BC-5EFF09BF7E6C}"/>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0" name="Google Shape;737;p13">
              <a:extLst>
                <a:ext uri="{FF2B5EF4-FFF2-40B4-BE49-F238E27FC236}">
                  <a16:creationId xmlns:a16="http://schemas.microsoft.com/office/drawing/2014/main" id="{EF97B581-AA2C-A836-C480-C96AAB8CFBDC}"/>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1" name="Google Shape;738;p13">
              <a:extLst>
                <a:ext uri="{FF2B5EF4-FFF2-40B4-BE49-F238E27FC236}">
                  <a16:creationId xmlns:a16="http://schemas.microsoft.com/office/drawing/2014/main" id="{3FB3090B-FF88-66E9-730B-FCFDACCB6CE6}"/>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2" name="Google Shape;739;p13">
              <a:extLst>
                <a:ext uri="{FF2B5EF4-FFF2-40B4-BE49-F238E27FC236}">
                  <a16:creationId xmlns:a16="http://schemas.microsoft.com/office/drawing/2014/main" id="{60B829BD-E76B-92FD-2933-7AEC5BD9D001}"/>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3" name="Google Shape;740;p13">
              <a:extLst>
                <a:ext uri="{FF2B5EF4-FFF2-40B4-BE49-F238E27FC236}">
                  <a16:creationId xmlns:a16="http://schemas.microsoft.com/office/drawing/2014/main" id="{22CBC1B6-638B-24EC-F20E-9F207BC5BE54}"/>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4" name="Google Shape;741;p13">
              <a:extLst>
                <a:ext uri="{FF2B5EF4-FFF2-40B4-BE49-F238E27FC236}">
                  <a16:creationId xmlns:a16="http://schemas.microsoft.com/office/drawing/2014/main" id="{D87F1B88-40AB-494C-E05B-6A89E64826C2}"/>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5" name="Google Shape;742;p13">
              <a:extLst>
                <a:ext uri="{FF2B5EF4-FFF2-40B4-BE49-F238E27FC236}">
                  <a16:creationId xmlns:a16="http://schemas.microsoft.com/office/drawing/2014/main" id="{CFCE4724-FBFC-1E11-3B09-A31910C24ED4}"/>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6" name="Google Shape;743;p13">
              <a:extLst>
                <a:ext uri="{FF2B5EF4-FFF2-40B4-BE49-F238E27FC236}">
                  <a16:creationId xmlns:a16="http://schemas.microsoft.com/office/drawing/2014/main" id="{D1A8D82F-BD5E-D04E-8293-1BCF8C888AC4}"/>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7" name="Google Shape;744;p13">
              <a:extLst>
                <a:ext uri="{FF2B5EF4-FFF2-40B4-BE49-F238E27FC236}">
                  <a16:creationId xmlns:a16="http://schemas.microsoft.com/office/drawing/2014/main" id="{0B6DCCD9-FC7A-816B-0DED-1E4178D8D52D}"/>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8" name="Google Shape;745;p13">
              <a:extLst>
                <a:ext uri="{FF2B5EF4-FFF2-40B4-BE49-F238E27FC236}">
                  <a16:creationId xmlns:a16="http://schemas.microsoft.com/office/drawing/2014/main" id="{3878809D-A8B8-D6B9-5BCA-901518B98055}"/>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9" name="Google Shape;746;p13">
              <a:extLst>
                <a:ext uri="{FF2B5EF4-FFF2-40B4-BE49-F238E27FC236}">
                  <a16:creationId xmlns:a16="http://schemas.microsoft.com/office/drawing/2014/main" id="{21AA3F3E-C1B4-0F3D-1BD9-48CCE997C7A3}"/>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0" name="Google Shape;747;p13">
              <a:extLst>
                <a:ext uri="{FF2B5EF4-FFF2-40B4-BE49-F238E27FC236}">
                  <a16:creationId xmlns:a16="http://schemas.microsoft.com/office/drawing/2014/main" id="{3C68BEB0-51BE-7AD5-A8A8-5C4CD8347792}"/>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1" name="Google Shape;748;p13">
              <a:extLst>
                <a:ext uri="{FF2B5EF4-FFF2-40B4-BE49-F238E27FC236}">
                  <a16:creationId xmlns:a16="http://schemas.microsoft.com/office/drawing/2014/main" id="{7C8A016F-611D-EBD4-2E2D-62E65E84EF07}"/>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2" name="Google Shape;749;p13">
              <a:extLst>
                <a:ext uri="{FF2B5EF4-FFF2-40B4-BE49-F238E27FC236}">
                  <a16:creationId xmlns:a16="http://schemas.microsoft.com/office/drawing/2014/main" id="{D54763A8-9660-CD49-0112-80CB9EA7DD07}"/>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3" name="Google Shape;750;p13">
              <a:extLst>
                <a:ext uri="{FF2B5EF4-FFF2-40B4-BE49-F238E27FC236}">
                  <a16:creationId xmlns:a16="http://schemas.microsoft.com/office/drawing/2014/main" id="{1AEA4552-D46B-39E9-64F2-4B5CF78791E2}"/>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4" name="Google Shape;751;p13">
              <a:extLst>
                <a:ext uri="{FF2B5EF4-FFF2-40B4-BE49-F238E27FC236}">
                  <a16:creationId xmlns:a16="http://schemas.microsoft.com/office/drawing/2014/main" id="{8C5D2872-B95F-E0A4-D941-7FEE4FCE37EB}"/>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5" name="Google Shape;752;p13">
              <a:extLst>
                <a:ext uri="{FF2B5EF4-FFF2-40B4-BE49-F238E27FC236}">
                  <a16:creationId xmlns:a16="http://schemas.microsoft.com/office/drawing/2014/main" id="{42D65BA1-9DE7-92ED-66B9-669DD3CE90D8}"/>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6" name="Google Shape;753;p13">
              <a:extLst>
                <a:ext uri="{FF2B5EF4-FFF2-40B4-BE49-F238E27FC236}">
                  <a16:creationId xmlns:a16="http://schemas.microsoft.com/office/drawing/2014/main" id="{B26D253F-F75A-8EE1-80AF-6C9C8EAC6425}"/>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7" name="Google Shape;754;p13">
              <a:extLst>
                <a:ext uri="{FF2B5EF4-FFF2-40B4-BE49-F238E27FC236}">
                  <a16:creationId xmlns:a16="http://schemas.microsoft.com/office/drawing/2014/main" id="{517333D7-B509-E4A9-E332-721E4C3AAC5A}"/>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8" name="Google Shape;755;p13">
              <a:extLst>
                <a:ext uri="{FF2B5EF4-FFF2-40B4-BE49-F238E27FC236}">
                  <a16:creationId xmlns:a16="http://schemas.microsoft.com/office/drawing/2014/main" id="{BC8A349C-38D3-F1FE-C04C-6747A1CDDDB9}"/>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9" name="Google Shape;756;p13">
              <a:extLst>
                <a:ext uri="{FF2B5EF4-FFF2-40B4-BE49-F238E27FC236}">
                  <a16:creationId xmlns:a16="http://schemas.microsoft.com/office/drawing/2014/main" id="{22191946-8AD7-5AB5-0AC4-107D50298D26}"/>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0" name="Google Shape;757;p13">
              <a:extLst>
                <a:ext uri="{FF2B5EF4-FFF2-40B4-BE49-F238E27FC236}">
                  <a16:creationId xmlns:a16="http://schemas.microsoft.com/office/drawing/2014/main" id="{91D9581B-E3D4-F922-8940-D1C53F2828F7}"/>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1" name="Google Shape;758;p13">
              <a:extLst>
                <a:ext uri="{FF2B5EF4-FFF2-40B4-BE49-F238E27FC236}">
                  <a16:creationId xmlns:a16="http://schemas.microsoft.com/office/drawing/2014/main" id="{1C1BB8F6-BF34-404F-2D92-C4597EDDADAD}"/>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2" name="Google Shape;759;p13">
              <a:extLst>
                <a:ext uri="{FF2B5EF4-FFF2-40B4-BE49-F238E27FC236}">
                  <a16:creationId xmlns:a16="http://schemas.microsoft.com/office/drawing/2014/main" id="{49A96DB2-FDE1-46E1-295F-6C3E3E7F126D}"/>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3" name="Google Shape;760;p13">
              <a:extLst>
                <a:ext uri="{FF2B5EF4-FFF2-40B4-BE49-F238E27FC236}">
                  <a16:creationId xmlns:a16="http://schemas.microsoft.com/office/drawing/2014/main" id="{BA976147-E1A0-A5A5-6D2A-17E7632673F5}"/>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4" name="Google Shape;761;p13">
              <a:extLst>
                <a:ext uri="{FF2B5EF4-FFF2-40B4-BE49-F238E27FC236}">
                  <a16:creationId xmlns:a16="http://schemas.microsoft.com/office/drawing/2014/main" id="{5D47D351-8A58-A965-66FF-9FCC73B894D9}"/>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5" name="Google Shape;762;p13">
              <a:extLst>
                <a:ext uri="{FF2B5EF4-FFF2-40B4-BE49-F238E27FC236}">
                  <a16:creationId xmlns:a16="http://schemas.microsoft.com/office/drawing/2014/main" id="{D06584D1-8E8C-59A7-CF0B-0CC586F7EA24}"/>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6" name="Google Shape;763;p13">
              <a:extLst>
                <a:ext uri="{FF2B5EF4-FFF2-40B4-BE49-F238E27FC236}">
                  <a16:creationId xmlns:a16="http://schemas.microsoft.com/office/drawing/2014/main" id="{AFB7DDFE-2D13-BF0B-6EB4-1640EAB1D4BB}"/>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7" name="Google Shape;764;p13">
              <a:extLst>
                <a:ext uri="{FF2B5EF4-FFF2-40B4-BE49-F238E27FC236}">
                  <a16:creationId xmlns:a16="http://schemas.microsoft.com/office/drawing/2014/main" id="{941F8980-CEBC-C6C6-4DBD-979B862CA92F}"/>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8" name="Google Shape;765;p13">
              <a:extLst>
                <a:ext uri="{FF2B5EF4-FFF2-40B4-BE49-F238E27FC236}">
                  <a16:creationId xmlns:a16="http://schemas.microsoft.com/office/drawing/2014/main" id="{38B0F0A8-213F-870E-D98B-0487BBA5E023}"/>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9" name="Google Shape;766;p13">
              <a:extLst>
                <a:ext uri="{FF2B5EF4-FFF2-40B4-BE49-F238E27FC236}">
                  <a16:creationId xmlns:a16="http://schemas.microsoft.com/office/drawing/2014/main" id="{48F30491-EBCA-8E9E-7056-EBBFAD334E78}"/>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0" name="Google Shape;767;p13">
              <a:extLst>
                <a:ext uri="{FF2B5EF4-FFF2-40B4-BE49-F238E27FC236}">
                  <a16:creationId xmlns:a16="http://schemas.microsoft.com/office/drawing/2014/main" id="{ED05745B-BAC0-CFBB-8CB9-7F1259146611}"/>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1" name="Google Shape;768;p13">
              <a:extLst>
                <a:ext uri="{FF2B5EF4-FFF2-40B4-BE49-F238E27FC236}">
                  <a16:creationId xmlns:a16="http://schemas.microsoft.com/office/drawing/2014/main" id="{3FF68E75-510F-C685-D112-F75E7DA66A83}"/>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2" name="Google Shape;769;p13">
              <a:extLst>
                <a:ext uri="{FF2B5EF4-FFF2-40B4-BE49-F238E27FC236}">
                  <a16:creationId xmlns:a16="http://schemas.microsoft.com/office/drawing/2014/main" id="{4B05C237-9ABE-7C14-76A7-62DD8922A25E}"/>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3" name="Google Shape;770;p13">
              <a:extLst>
                <a:ext uri="{FF2B5EF4-FFF2-40B4-BE49-F238E27FC236}">
                  <a16:creationId xmlns:a16="http://schemas.microsoft.com/office/drawing/2014/main" id="{9E1E9B2B-CFDF-7584-5226-7C40866CD2A1}"/>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4" name="Google Shape;771;p13">
              <a:extLst>
                <a:ext uri="{FF2B5EF4-FFF2-40B4-BE49-F238E27FC236}">
                  <a16:creationId xmlns:a16="http://schemas.microsoft.com/office/drawing/2014/main" id="{78CFABF4-6ABA-1F82-8C95-5E5512C66930}"/>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5" name="Google Shape;772;p13">
              <a:extLst>
                <a:ext uri="{FF2B5EF4-FFF2-40B4-BE49-F238E27FC236}">
                  <a16:creationId xmlns:a16="http://schemas.microsoft.com/office/drawing/2014/main" id="{00134E25-58FE-87EE-E764-9A9F4ED83187}"/>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6" name="Google Shape;773;p13">
              <a:extLst>
                <a:ext uri="{FF2B5EF4-FFF2-40B4-BE49-F238E27FC236}">
                  <a16:creationId xmlns:a16="http://schemas.microsoft.com/office/drawing/2014/main" id="{B34D4DED-844E-6142-CF70-D727FDD553C4}"/>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grpSp>
        <p:nvGrpSpPr>
          <p:cNvPr id="355" name="Google Shape;2675;p43">
            <a:extLst>
              <a:ext uri="{FF2B5EF4-FFF2-40B4-BE49-F238E27FC236}">
                <a16:creationId xmlns:a16="http://schemas.microsoft.com/office/drawing/2014/main" id="{DE7F0E23-724C-434D-0B79-930D79CF85C1}"/>
              </a:ext>
            </a:extLst>
          </p:cNvPr>
          <p:cNvGrpSpPr/>
          <p:nvPr/>
        </p:nvGrpSpPr>
        <p:grpSpPr>
          <a:xfrm>
            <a:off x="5514868" y="2859811"/>
            <a:ext cx="1162261" cy="1162261"/>
            <a:chOff x="851175" y="1582401"/>
            <a:chExt cx="964872" cy="964872"/>
          </a:xfrm>
        </p:grpSpPr>
        <p:sp>
          <p:nvSpPr>
            <p:cNvPr id="356" name="Google Shape;2676;p43">
              <a:extLst>
                <a:ext uri="{FF2B5EF4-FFF2-40B4-BE49-F238E27FC236}">
                  <a16:creationId xmlns:a16="http://schemas.microsoft.com/office/drawing/2014/main" id="{20428501-F638-790A-9B15-4E1D58EE2A54}"/>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2677;p43">
              <a:extLst>
                <a:ext uri="{FF2B5EF4-FFF2-40B4-BE49-F238E27FC236}">
                  <a16:creationId xmlns:a16="http://schemas.microsoft.com/office/drawing/2014/main" id="{910F94D5-4C6A-1E93-2A5C-C3AECFB02F78}"/>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58" name="Google Shape;2683;p43">
            <a:extLst>
              <a:ext uri="{FF2B5EF4-FFF2-40B4-BE49-F238E27FC236}">
                <a16:creationId xmlns:a16="http://schemas.microsoft.com/office/drawing/2014/main" id="{222E416A-40B7-B735-AE6C-36593EAE5FB8}"/>
              </a:ext>
            </a:extLst>
          </p:cNvPr>
          <p:cNvSpPr txBox="1">
            <a:spLocks/>
          </p:cNvSpPr>
          <p:nvPr/>
        </p:nvSpPr>
        <p:spPr>
          <a:xfrm>
            <a:off x="5495986" y="3043553"/>
            <a:ext cx="1174626" cy="8161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9pPr>
          </a:lstStyle>
          <a:p>
            <a:pPr marL="0" marR="0" lvl="0" indent="0" algn="ctr" defTabSz="914400" rtl="0" eaLnBrk="1" fontAlgn="auto" latinLnBrk="0" hangingPunct="1">
              <a:lnSpc>
                <a:spcPct val="100000"/>
              </a:lnSpc>
              <a:spcBef>
                <a:spcPts val="0"/>
              </a:spcBef>
              <a:spcAft>
                <a:spcPts val="0"/>
              </a:spcAft>
              <a:buClr>
                <a:srgbClr val="FFFFFF"/>
              </a:buClr>
              <a:buSzPts val="3700"/>
              <a:buFont typeface="Play"/>
              <a:buNone/>
              <a:tabLst/>
              <a:defRPr/>
            </a:pPr>
            <a:r>
              <a:rPr kumimoji="0" lang="en" sz="4800" b="1" i="0" u="none" strike="noStrike" kern="0" cap="none" spc="0" normalizeH="0" baseline="0" noProof="0" dirty="0">
                <a:ln>
                  <a:noFill/>
                </a:ln>
                <a:solidFill>
                  <a:srgbClr val="FFFFFF"/>
                </a:solidFill>
                <a:effectLst/>
                <a:uLnTx/>
                <a:uFillTx/>
                <a:latin typeface="Play"/>
                <a:sym typeface="Play"/>
              </a:rPr>
              <a:t>1</a:t>
            </a:r>
          </a:p>
        </p:txBody>
      </p:sp>
      <p:sp>
        <p:nvSpPr>
          <p:cNvPr id="360" name="Google Shape;2686;p43">
            <a:extLst>
              <a:ext uri="{FF2B5EF4-FFF2-40B4-BE49-F238E27FC236}">
                <a16:creationId xmlns:a16="http://schemas.microsoft.com/office/drawing/2014/main" id="{43AEA472-C8F0-E645-C7E0-385FE06D1FA1}"/>
              </a:ext>
            </a:extLst>
          </p:cNvPr>
          <p:cNvSpPr txBox="1">
            <a:spLocks/>
          </p:cNvSpPr>
          <p:nvPr/>
        </p:nvSpPr>
        <p:spPr>
          <a:xfrm>
            <a:off x="3750635" y="4393055"/>
            <a:ext cx="4690725" cy="3006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1pPr>
            <a:lvl2pPr marL="914400" marR="0" lvl="1"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2pPr>
            <a:lvl3pPr marL="1371600" marR="0" lvl="2"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3pPr>
            <a:lvl4pPr marL="1828800" marR="0" lvl="3"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4pPr>
            <a:lvl5pPr marL="2286000" marR="0" lvl="4"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5pPr>
            <a:lvl6pPr marL="2743200" marR="0" lvl="5"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6pPr>
            <a:lvl7pPr marL="3200400" marR="0" lvl="6"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7pPr>
            <a:lvl8pPr marL="3657600" marR="0" lvl="7"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8pPr>
            <a:lvl9pPr marL="4114800" marR="0" lvl="8"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9pPr>
          </a:lstStyle>
          <a:p>
            <a:pPr marL="0" marR="0" lvl="0" indent="0" algn="ctr" defTabSz="914400" rtl="0" eaLnBrk="1" fontAlgn="auto" latinLnBrk="0" hangingPunct="1">
              <a:lnSpc>
                <a:spcPct val="100000"/>
              </a:lnSpc>
              <a:spcBef>
                <a:spcPts val="0"/>
              </a:spcBef>
              <a:spcAft>
                <a:spcPts val="0"/>
              </a:spcAft>
              <a:buClr>
                <a:srgbClr val="FFFFFF"/>
              </a:buClr>
              <a:buSzPts val="2000"/>
              <a:buFont typeface="Play"/>
              <a:buNone/>
              <a:tabLst/>
              <a:defRPr/>
            </a:pPr>
            <a:r>
              <a:rPr kumimoji="0" lang="en-US" sz="2400" b="1" i="0" u="none" strike="noStrike" kern="0" cap="none" spc="0" normalizeH="0" baseline="0" noProof="0" dirty="0">
                <a:ln>
                  <a:noFill/>
                </a:ln>
                <a:solidFill>
                  <a:srgbClr val="FFFFFF"/>
                </a:solidFill>
                <a:effectLst/>
                <a:uLnTx/>
                <a:uFillTx/>
                <a:latin typeface="+mn-lt"/>
                <a:sym typeface="Play"/>
              </a:rPr>
              <a:t>1950s: SPAGHETTI CODE ERA</a:t>
            </a:r>
          </a:p>
        </p:txBody>
      </p:sp>
      <p:sp>
        <p:nvSpPr>
          <p:cNvPr id="361" name="TextBox 360">
            <a:extLst>
              <a:ext uri="{FF2B5EF4-FFF2-40B4-BE49-F238E27FC236}">
                <a16:creationId xmlns:a16="http://schemas.microsoft.com/office/drawing/2014/main" id="{E565CAA4-AFE6-5471-2EC4-5078B8AEDF3A}"/>
              </a:ext>
            </a:extLst>
          </p:cNvPr>
          <p:cNvSpPr txBox="1"/>
          <p:nvPr/>
        </p:nvSpPr>
        <p:spPr>
          <a:xfrm>
            <a:off x="1841499" y="4870847"/>
            <a:ext cx="8508999" cy="1200329"/>
          </a:xfrm>
          <a:prstGeom prst="rect">
            <a:avLst/>
          </a:prstGeom>
          <a:noFill/>
        </p:spPr>
        <p:txBody>
          <a:bodyPr wrap="square" rtlCol="0">
            <a:spAutoFit/>
          </a:bodyPr>
          <a:lstStyle/>
          <a:p>
            <a:pPr algn="ctr"/>
            <a:r>
              <a:rPr lang="en-US" dirty="0">
                <a:solidFill>
                  <a:schemeClr val="bg1"/>
                </a:solidFill>
              </a:rPr>
              <a:t>Before objects, programming was a linear chaos. Code jumped around unpredictably using GOTO statements. This "spaghetti code" was impossible to maintain. A small change in one place could break the entire system.</a:t>
            </a:r>
          </a:p>
          <a:p>
            <a:pPr algn="ctr"/>
            <a:endParaRPr lang="en-US" dirty="0">
              <a:solidFill>
                <a:schemeClr val="bg1"/>
              </a:solidFill>
            </a:endParaRPr>
          </a:p>
        </p:txBody>
      </p:sp>
      <p:grpSp>
        <p:nvGrpSpPr>
          <p:cNvPr id="362" name="Google Shape;3397;p71">
            <a:extLst>
              <a:ext uri="{FF2B5EF4-FFF2-40B4-BE49-F238E27FC236}">
                <a16:creationId xmlns:a16="http://schemas.microsoft.com/office/drawing/2014/main" id="{CF5E0038-8F1A-9A11-ADC7-9C9F99B3AF62}"/>
              </a:ext>
            </a:extLst>
          </p:cNvPr>
          <p:cNvGrpSpPr/>
          <p:nvPr/>
        </p:nvGrpSpPr>
        <p:grpSpPr>
          <a:xfrm>
            <a:off x="7518355" y="7054349"/>
            <a:ext cx="3413413" cy="2741650"/>
            <a:chOff x="983688" y="1200863"/>
            <a:chExt cx="3413413" cy="2741650"/>
          </a:xfrm>
        </p:grpSpPr>
        <p:sp>
          <p:nvSpPr>
            <p:cNvPr id="363" name="Google Shape;3398;p71">
              <a:extLst>
                <a:ext uri="{FF2B5EF4-FFF2-40B4-BE49-F238E27FC236}">
                  <a16:creationId xmlns:a16="http://schemas.microsoft.com/office/drawing/2014/main" id="{A58E3E10-A019-7319-DB01-2FDE028AF49F}"/>
                </a:ext>
              </a:extLst>
            </p:cNvPr>
            <p:cNvSpPr/>
            <p:nvPr/>
          </p:nvSpPr>
          <p:spPr>
            <a:xfrm>
              <a:off x="983688" y="1200988"/>
              <a:ext cx="3413400" cy="2346900"/>
            </a:xfrm>
            <a:prstGeom prst="rect">
              <a:avLst/>
            </a:prstGeom>
            <a:noFill/>
            <a:ln w="28575" cap="flat"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3399;p71">
              <a:extLst>
                <a:ext uri="{FF2B5EF4-FFF2-40B4-BE49-F238E27FC236}">
                  <a16:creationId xmlns:a16="http://schemas.microsoft.com/office/drawing/2014/main" id="{78579DE0-FB93-01D9-EED2-896C9B00F50E}"/>
                </a:ext>
              </a:extLst>
            </p:cNvPr>
            <p:cNvSpPr/>
            <p:nvPr/>
          </p:nvSpPr>
          <p:spPr>
            <a:xfrm>
              <a:off x="983700" y="1200863"/>
              <a:ext cx="3413400" cy="2346900"/>
            </a:xfrm>
            <a:prstGeom prst="rect">
              <a:avLst/>
            </a:prstGeom>
            <a:noFill/>
            <a:ln w="28575" cap="flat"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5" name="Google Shape;3400;p71">
              <a:extLst>
                <a:ext uri="{FF2B5EF4-FFF2-40B4-BE49-F238E27FC236}">
                  <a16:creationId xmlns:a16="http://schemas.microsoft.com/office/drawing/2014/main" id="{0B11E35E-BA36-080C-7B30-8A58B1B40865}"/>
                </a:ext>
              </a:extLst>
            </p:cNvPr>
            <p:cNvSpPr/>
            <p:nvPr/>
          </p:nvSpPr>
          <p:spPr>
            <a:xfrm>
              <a:off x="1429338" y="3737913"/>
              <a:ext cx="2522100" cy="204600"/>
            </a:xfrm>
            <a:prstGeom prst="rect">
              <a:avLst/>
            </a:prstGeom>
            <a:noFill/>
            <a:ln w="28575" cap="flat"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66" name="Google Shape;3401;p71">
              <a:extLst>
                <a:ext uri="{FF2B5EF4-FFF2-40B4-BE49-F238E27FC236}">
                  <a16:creationId xmlns:a16="http://schemas.microsoft.com/office/drawing/2014/main" id="{B3A3450D-D581-476D-147A-F863F1941DDA}"/>
                </a:ext>
              </a:extLst>
            </p:cNvPr>
            <p:cNvCxnSpPr/>
            <p:nvPr/>
          </p:nvCxnSpPr>
          <p:spPr>
            <a:xfrm>
              <a:off x="2479100" y="3547888"/>
              <a:ext cx="0" cy="18990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cxnSp>
          <p:nvCxnSpPr>
            <p:cNvPr id="367" name="Google Shape;3402;p71">
              <a:extLst>
                <a:ext uri="{FF2B5EF4-FFF2-40B4-BE49-F238E27FC236}">
                  <a16:creationId xmlns:a16="http://schemas.microsoft.com/office/drawing/2014/main" id="{115FCC1C-1D46-211F-E9FC-1FC1E58C127D}"/>
                </a:ext>
              </a:extLst>
            </p:cNvPr>
            <p:cNvCxnSpPr/>
            <p:nvPr/>
          </p:nvCxnSpPr>
          <p:spPr>
            <a:xfrm>
              <a:off x="2840050" y="3547888"/>
              <a:ext cx="0" cy="18990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sp>
          <p:nvSpPr>
            <p:cNvPr id="368" name="Google Shape;3403;p71">
              <a:extLst>
                <a:ext uri="{FF2B5EF4-FFF2-40B4-BE49-F238E27FC236}">
                  <a16:creationId xmlns:a16="http://schemas.microsoft.com/office/drawing/2014/main" id="{54AAA7FB-1A5F-BB72-6E61-1AFB3D93078C}"/>
                </a:ext>
              </a:extLst>
            </p:cNvPr>
            <p:cNvSpPr/>
            <p:nvPr/>
          </p:nvSpPr>
          <p:spPr>
            <a:xfrm>
              <a:off x="1429338" y="3737913"/>
              <a:ext cx="2522100" cy="204600"/>
            </a:xfrm>
            <a:prstGeom prst="rect">
              <a:avLst/>
            </a:prstGeom>
            <a:noFill/>
            <a:ln w="28575" cap="flat"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69" name="Google Shape;3404;p71">
              <a:extLst>
                <a:ext uri="{FF2B5EF4-FFF2-40B4-BE49-F238E27FC236}">
                  <a16:creationId xmlns:a16="http://schemas.microsoft.com/office/drawing/2014/main" id="{9809AC61-D891-E78A-D3A9-7898BB98FADE}"/>
                </a:ext>
              </a:extLst>
            </p:cNvPr>
            <p:cNvCxnSpPr/>
            <p:nvPr/>
          </p:nvCxnSpPr>
          <p:spPr>
            <a:xfrm>
              <a:off x="2479100" y="3547888"/>
              <a:ext cx="0" cy="18990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cxnSp>
          <p:nvCxnSpPr>
            <p:cNvPr id="370" name="Google Shape;3405;p71">
              <a:extLst>
                <a:ext uri="{FF2B5EF4-FFF2-40B4-BE49-F238E27FC236}">
                  <a16:creationId xmlns:a16="http://schemas.microsoft.com/office/drawing/2014/main" id="{B65ECEAA-ED3B-194C-6992-2D6874A7E059}"/>
                </a:ext>
              </a:extLst>
            </p:cNvPr>
            <p:cNvCxnSpPr/>
            <p:nvPr/>
          </p:nvCxnSpPr>
          <p:spPr>
            <a:xfrm>
              <a:off x="2840050" y="3547888"/>
              <a:ext cx="0" cy="18990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nvGrpSpPr>
            <p:cNvPr id="371" name="Google Shape;3406;p71">
              <a:extLst>
                <a:ext uri="{FF2B5EF4-FFF2-40B4-BE49-F238E27FC236}">
                  <a16:creationId xmlns:a16="http://schemas.microsoft.com/office/drawing/2014/main" id="{E590D3C1-21FF-F4AC-1D81-AFBEF3444BD0}"/>
                </a:ext>
              </a:extLst>
            </p:cNvPr>
            <p:cNvGrpSpPr/>
            <p:nvPr/>
          </p:nvGrpSpPr>
          <p:grpSpPr>
            <a:xfrm>
              <a:off x="2604598" y="3244648"/>
              <a:ext cx="171554" cy="171554"/>
              <a:chOff x="851175" y="1582401"/>
              <a:chExt cx="964872" cy="964872"/>
            </a:xfrm>
          </p:grpSpPr>
          <p:sp>
            <p:nvSpPr>
              <p:cNvPr id="372" name="Google Shape;3407;p71">
                <a:extLst>
                  <a:ext uri="{FF2B5EF4-FFF2-40B4-BE49-F238E27FC236}">
                    <a16:creationId xmlns:a16="http://schemas.microsoft.com/office/drawing/2014/main" id="{EE6F0A1E-F66A-F76B-4AFC-314DEB4AAD9F}"/>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7143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3" name="Google Shape;3408;p71">
                <a:extLst>
                  <a:ext uri="{FF2B5EF4-FFF2-40B4-BE49-F238E27FC236}">
                    <a16:creationId xmlns:a16="http://schemas.microsoft.com/office/drawing/2014/main" id="{53C080CC-EE6B-3499-7A47-E7987E8D091B}"/>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7143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pic>
        <p:nvPicPr>
          <p:cNvPr id="374" name="Google Shape;3410;p71">
            <a:extLst>
              <a:ext uri="{FF2B5EF4-FFF2-40B4-BE49-F238E27FC236}">
                <a16:creationId xmlns:a16="http://schemas.microsoft.com/office/drawing/2014/main" id="{E156554B-E32C-C5D3-2F06-CBF7721CC676}"/>
              </a:ext>
            </a:extLst>
          </p:cNvPr>
          <p:cNvPicPr preferRelativeResize="0"/>
          <p:nvPr/>
        </p:nvPicPr>
        <p:blipFill>
          <a:blip r:embed="rId2">
            <a:extLst>
              <a:ext uri="{28A0092B-C50C-407E-A947-70E740481C1C}">
                <a14:useLocalDpi xmlns:a14="http://schemas.microsoft.com/office/drawing/2010/main" val="0"/>
              </a:ext>
            </a:extLst>
          </a:blip>
          <a:srcRect/>
          <a:stretch/>
        </p:blipFill>
        <p:spPr>
          <a:xfrm>
            <a:off x="7773002" y="7250374"/>
            <a:ext cx="2894998" cy="1956386"/>
          </a:xfrm>
          <a:prstGeom prst="rect">
            <a:avLst/>
          </a:prstGeom>
          <a:noFill/>
          <a:ln w="28575" cap="flat" cmpd="sng">
            <a:solidFill>
              <a:srgbClr val="00E9FF"/>
            </a:solidFill>
            <a:prstDash val="solid"/>
            <a:round/>
            <a:headEnd type="none" w="sm" len="sm"/>
            <a:tailEnd type="none" w="sm" len="sm"/>
          </a:ln>
          <a:effectLst>
            <a:outerShdw blurRad="128588" algn="bl" rotWithShape="0">
              <a:srgbClr val="00E9FF"/>
            </a:outerShdw>
          </a:effectLst>
        </p:spPr>
      </p:pic>
    </p:spTree>
    <p:extLst>
      <p:ext uri="{BB962C8B-B14F-4D97-AF65-F5344CB8AC3E}">
        <p14:creationId xmlns:p14="http://schemas.microsoft.com/office/powerpoint/2010/main" val="12776820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5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4A9066B-9C64-D3C5-B060-9CD96ED5B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6EC98-6F2E-C93A-C4CD-38BBF510F4FF}"/>
              </a:ext>
            </a:extLst>
          </p:cNvPr>
          <p:cNvSpPr>
            <a:spLocks noGrp="1"/>
          </p:cNvSpPr>
          <p:nvPr>
            <p:ph type="ctrTitle"/>
          </p:nvPr>
        </p:nvSpPr>
        <p:spPr>
          <a:xfrm>
            <a:off x="1524000" y="991898"/>
            <a:ext cx="9144000" cy="1040463"/>
          </a:xfrm>
        </p:spPr>
        <p:txBody>
          <a:bodyPr anchor="ctr">
            <a:noAutofit/>
          </a:bodyPr>
          <a:lstStyle/>
          <a:p>
            <a:pPr>
              <a:lnSpc>
                <a:spcPct val="100000"/>
              </a:lnSpc>
            </a:pPr>
            <a:r>
              <a:rPr lang="en" sz="4400" dirty="0">
                <a:solidFill>
                  <a:schemeClr val="bg1"/>
                </a:solidFill>
                <a:latin typeface="Aptos Black" panose="020F0502020204030204" pitchFamily="34" charset="0"/>
              </a:rPr>
              <a:t>THE EVOLUTION OF SOFTWARE </a:t>
            </a:r>
            <a:r>
              <a:rPr lang="en" sz="4400" dirty="0">
                <a:solidFill>
                  <a:srgbClr val="E63B00"/>
                </a:solidFill>
                <a:latin typeface="Aptos Black" panose="020F0502020204030204" pitchFamily="34" charset="0"/>
              </a:rPr>
              <a:t>PROGRAMMING METHODS</a:t>
            </a:r>
            <a:endParaRPr lang="en-US" sz="3200" dirty="0">
              <a:solidFill>
                <a:srgbClr val="E63B00"/>
              </a:solidFill>
            </a:endParaRPr>
          </a:p>
        </p:txBody>
      </p:sp>
      <p:grpSp>
        <p:nvGrpSpPr>
          <p:cNvPr id="170" name="Google Shape;2641;p40">
            <a:extLst>
              <a:ext uri="{FF2B5EF4-FFF2-40B4-BE49-F238E27FC236}">
                <a16:creationId xmlns:a16="http://schemas.microsoft.com/office/drawing/2014/main" id="{53DE0BA0-24A7-BC35-19E8-577CFB430749}"/>
              </a:ext>
            </a:extLst>
          </p:cNvPr>
          <p:cNvGrpSpPr>
            <a:grpSpLocks/>
          </p:cNvGrpSpPr>
          <p:nvPr/>
        </p:nvGrpSpPr>
        <p:grpSpPr>
          <a:xfrm>
            <a:off x="3872175" y="2324461"/>
            <a:ext cx="4447650" cy="135300"/>
            <a:chOff x="2365175" y="3596070"/>
            <a:chExt cx="4447650" cy="135300"/>
          </a:xfrm>
        </p:grpSpPr>
        <p:sp>
          <p:nvSpPr>
            <p:cNvPr id="171" name="Google Shape;2642;p40">
              <a:extLst>
                <a:ext uri="{FF2B5EF4-FFF2-40B4-BE49-F238E27FC236}">
                  <a16:creationId xmlns:a16="http://schemas.microsoft.com/office/drawing/2014/main" id="{1A563218-2439-2020-6199-A49581DF4370}"/>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2643;p40">
              <a:extLst>
                <a:ext uri="{FF2B5EF4-FFF2-40B4-BE49-F238E27FC236}">
                  <a16:creationId xmlns:a16="http://schemas.microsoft.com/office/drawing/2014/main" id="{8196A632-4B88-65A8-8261-2BCCC7072DAF}"/>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73" name="Google Shape;2644;p40">
              <a:extLst>
                <a:ext uri="{FF2B5EF4-FFF2-40B4-BE49-F238E27FC236}">
                  <a16:creationId xmlns:a16="http://schemas.microsoft.com/office/drawing/2014/main" id="{6D5130F0-783C-BEA5-A284-024A524D40AC}"/>
                </a:ext>
              </a:extLst>
            </p:cNvPr>
            <p:cNvCxnSpPr>
              <a:cxnSpLocks/>
              <a:stCxn id="171" idx="6"/>
              <a:endCxn id="172"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grpSp>
        <p:nvGrpSpPr>
          <p:cNvPr id="4" name="Google Shape;717;p13">
            <a:extLst>
              <a:ext uri="{FF2B5EF4-FFF2-40B4-BE49-F238E27FC236}">
                <a16:creationId xmlns:a16="http://schemas.microsoft.com/office/drawing/2014/main" id="{1C810478-D04E-5281-C3C3-01516F833F9F}"/>
              </a:ext>
            </a:extLst>
          </p:cNvPr>
          <p:cNvGrpSpPr/>
          <p:nvPr/>
        </p:nvGrpSpPr>
        <p:grpSpPr>
          <a:xfrm>
            <a:off x="-4162782" y="-7351719"/>
            <a:ext cx="5117787" cy="16687234"/>
            <a:chOff x="-3170262" y="3452177"/>
            <a:chExt cx="3721951" cy="12135923"/>
          </a:xfrm>
        </p:grpSpPr>
        <p:sp>
          <p:nvSpPr>
            <p:cNvPr id="5" name="Google Shape;718;p13">
              <a:extLst>
                <a:ext uri="{FF2B5EF4-FFF2-40B4-BE49-F238E27FC236}">
                  <a16:creationId xmlns:a16="http://schemas.microsoft.com/office/drawing/2014/main" id="{ED4ECA0D-DA30-030F-D343-82F7166BB65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719;p13">
              <a:extLst>
                <a:ext uri="{FF2B5EF4-FFF2-40B4-BE49-F238E27FC236}">
                  <a16:creationId xmlns:a16="http://schemas.microsoft.com/office/drawing/2014/main" id="{209CBEFA-9B55-D3FB-5448-F7CF382EE58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720;p13">
              <a:extLst>
                <a:ext uri="{FF2B5EF4-FFF2-40B4-BE49-F238E27FC236}">
                  <a16:creationId xmlns:a16="http://schemas.microsoft.com/office/drawing/2014/main" id="{9F4156A1-5605-A74B-F473-766B7F72AF61}"/>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721;p13">
              <a:extLst>
                <a:ext uri="{FF2B5EF4-FFF2-40B4-BE49-F238E27FC236}">
                  <a16:creationId xmlns:a16="http://schemas.microsoft.com/office/drawing/2014/main" id="{BADF6D4F-7E88-49BE-3099-E4D30C1149B9}"/>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722;p13">
              <a:extLst>
                <a:ext uri="{FF2B5EF4-FFF2-40B4-BE49-F238E27FC236}">
                  <a16:creationId xmlns:a16="http://schemas.microsoft.com/office/drawing/2014/main" id="{E4624F3B-1568-7F1B-8CC7-017E984E595E}"/>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723;p13">
              <a:extLst>
                <a:ext uri="{FF2B5EF4-FFF2-40B4-BE49-F238E27FC236}">
                  <a16:creationId xmlns:a16="http://schemas.microsoft.com/office/drawing/2014/main" id="{FDBFBA7C-FC01-74EC-DDCA-4EB81256CA6C}"/>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724;p13">
              <a:extLst>
                <a:ext uri="{FF2B5EF4-FFF2-40B4-BE49-F238E27FC236}">
                  <a16:creationId xmlns:a16="http://schemas.microsoft.com/office/drawing/2014/main" id="{53748B21-6F57-8EEA-4D4E-F454088F570E}"/>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725;p13">
              <a:extLst>
                <a:ext uri="{FF2B5EF4-FFF2-40B4-BE49-F238E27FC236}">
                  <a16:creationId xmlns:a16="http://schemas.microsoft.com/office/drawing/2014/main" id="{53B676F5-2313-C890-A040-6AF60AFC68E6}"/>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726;p13">
              <a:extLst>
                <a:ext uri="{FF2B5EF4-FFF2-40B4-BE49-F238E27FC236}">
                  <a16:creationId xmlns:a16="http://schemas.microsoft.com/office/drawing/2014/main" id="{DD4BC23F-7CFC-C142-50BF-E94B809643AF}"/>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727;p13">
              <a:extLst>
                <a:ext uri="{FF2B5EF4-FFF2-40B4-BE49-F238E27FC236}">
                  <a16:creationId xmlns:a16="http://schemas.microsoft.com/office/drawing/2014/main" id="{98558145-4EA4-37C0-43E9-E080F1B1556F}"/>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728;p13">
              <a:extLst>
                <a:ext uri="{FF2B5EF4-FFF2-40B4-BE49-F238E27FC236}">
                  <a16:creationId xmlns:a16="http://schemas.microsoft.com/office/drawing/2014/main" id="{7C2C6DAD-9D94-CE8D-9F39-6B20A7058817}"/>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729;p13">
              <a:extLst>
                <a:ext uri="{FF2B5EF4-FFF2-40B4-BE49-F238E27FC236}">
                  <a16:creationId xmlns:a16="http://schemas.microsoft.com/office/drawing/2014/main" id="{D210FD2B-33E9-3AD4-959F-FDB5BB69E200}"/>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730;p13">
              <a:extLst>
                <a:ext uri="{FF2B5EF4-FFF2-40B4-BE49-F238E27FC236}">
                  <a16:creationId xmlns:a16="http://schemas.microsoft.com/office/drawing/2014/main" id="{C71EC3EE-CBE8-D1D5-F062-6B7FD906E73B}"/>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731;p13">
              <a:extLst>
                <a:ext uri="{FF2B5EF4-FFF2-40B4-BE49-F238E27FC236}">
                  <a16:creationId xmlns:a16="http://schemas.microsoft.com/office/drawing/2014/main" id="{EDC19B1B-9155-96FC-203E-5E96269297A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732;p13">
              <a:extLst>
                <a:ext uri="{FF2B5EF4-FFF2-40B4-BE49-F238E27FC236}">
                  <a16:creationId xmlns:a16="http://schemas.microsoft.com/office/drawing/2014/main" id="{443955F3-16D4-C0B1-35FA-05B9854FCDE0}"/>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733;p13">
              <a:extLst>
                <a:ext uri="{FF2B5EF4-FFF2-40B4-BE49-F238E27FC236}">
                  <a16:creationId xmlns:a16="http://schemas.microsoft.com/office/drawing/2014/main" id="{9C680D9A-1DAD-5C08-B7E2-8206AAB59365}"/>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734;p13">
              <a:extLst>
                <a:ext uri="{FF2B5EF4-FFF2-40B4-BE49-F238E27FC236}">
                  <a16:creationId xmlns:a16="http://schemas.microsoft.com/office/drawing/2014/main" id="{4ACBB91E-5FDF-BC83-4890-CC72AA4D6F4D}"/>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735;p13">
              <a:extLst>
                <a:ext uri="{FF2B5EF4-FFF2-40B4-BE49-F238E27FC236}">
                  <a16:creationId xmlns:a16="http://schemas.microsoft.com/office/drawing/2014/main" id="{3CCA812D-2314-8397-BD1D-069F4C849EB7}"/>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736;p13">
              <a:extLst>
                <a:ext uri="{FF2B5EF4-FFF2-40B4-BE49-F238E27FC236}">
                  <a16:creationId xmlns:a16="http://schemas.microsoft.com/office/drawing/2014/main" id="{CFA13187-4750-B8F0-0A1A-6333C8FEAC3E}"/>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737;p13">
              <a:extLst>
                <a:ext uri="{FF2B5EF4-FFF2-40B4-BE49-F238E27FC236}">
                  <a16:creationId xmlns:a16="http://schemas.microsoft.com/office/drawing/2014/main" id="{01BC3FC6-9F76-FCDB-69C8-6CF41A4795DD}"/>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738;p13">
              <a:extLst>
                <a:ext uri="{FF2B5EF4-FFF2-40B4-BE49-F238E27FC236}">
                  <a16:creationId xmlns:a16="http://schemas.microsoft.com/office/drawing/2014/main" id="{8E77D4EC-A64F-532C-3D31-82CCC5B2B014}"/>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739;p13">
              <a:extLst>
                <a:ext uri="{FF2B5EF4-FFF2-40B4-BE49-F238E27FC236}">
                  <a16:creationId xmlns:a16="http://schemas.microsoft.com/office/drawing/2014/main" id="{4BAE39DC-9F44-4B3D-21E1-FC25461E2B9C}"/>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740;p13">
              <a:extLst>
                <a:ext uri="{FF2B5EF4-FFF2-40B4-BE49-F238E27FC236}">
                  <a16:creationId xmlns:a16="http://schemas.microsoft.com/office/drawing/2014/main" id="{994F4A01-1E39-0E7E-E988-44E7F91BBBAE}"/>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741;p13">
              <a:extLst>
                <a:ext uri="{FF2B5EF4-FFF2-40B4-BE49-F238E27FC236}">
                  <a16:creationId xmlns:a16="http://schemas.microsoft.com/office/drawing/2014/main" id="{024084D5-1B45-3B66-8E5F-B51A2F6E7BC0}"/>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742;p13">
              <a:extLst>
                <a:ext uri="{FF2B5EF4-FFF2-40B4-BE49-F238E27FC236}">
                  <a16:creationId xmlns:a16="http://schemas.microsoft.com/office/drawing/2014/main" id="{E3412899-B81D-D838-ABAA-8174441D9BDC}"/>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743;p13">
              <a:extLst>
                <a:ext uri="{FF2B5EF4-FFF2-40B4-BE49-F238E27FC236}">
                  <a16:creationId xmlns:a16="http://schemas.microsoft.com/office/drawing/2014/main" id="{F67C3175-06F1-F86B-3C0E-BD628AB84698}"/>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744;p13">
              <a:extLst>
                <a:ext uri="{FF2B5EF4-FFF2-40B4-BE49-F238E27FC236}">
                  <a16:creationId xmlns:a16="http://schemas.microsoft.com/office/drawing/2014/main" id="{4CC56977-17CD-5307-088F-7336DD972DB7}"/>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745;p13">
              <a:extLst>
                <a:ext uri="{FF2B5EF4-FFF2-40B4-BE49-F238E27FC236}">
                  <a16:creationId xmlns:a16="http://schemas.microsoft.com/office/drawing/2014/main" id="{959EF603-38A1-1C8C-A248-2F975F77083A}"/>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746;p13">
              <a:extLst>
                <a:ext uri="{FF2B5EF4-FFF2-40B4-BE49-F238E27FC236}">
                  <a16:creationId xmlns:a16="http://schemas.microsoft.com/office/drawing/2014/main" id="{7ED35093-EB00-B48D-44A0-A0B5B1B82B26}"/>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747;p13">
              <a:extLst>
                <a:ext uri="{FF2B5EF4-FFF2-40B4-BE49-F238E27FC236}">
                  <a16:creationId xmlns:a16="http://schemas.microsoft.com/office/drawing/2014/main" id="{87C98CD4-A8B5-C8BC-F318-C7A4F5D73ADA}"/>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748;p13">
              <a:extLst>
                <a:ext uri="{FF2B5EF4-FFF2-40B4-BE49-F238E27FC236}">
                  <a16:creationId xmlns:a16="http://schemas.microsoft.com/office/drawing/2014/main" id="{C5627A0D-94EF-3A1E-6F46-90AA1081A7B5}"/>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749;p13">
              <a:extLst>
                <a:ext uri="{FF2B5EF4-FFF2-40B4-BE49-F238E27FC236}">
                  <a16:creationId xmlns:a16="http://schemas.microsoft.com/office/drawing/2014/main" id="{7333D634-E941-9169-2472-2E3128EFAA93}"/>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750;p13">
              <a:extLst>
                <a:ext uri="{FF2B5EF4-FFF2-40B4-BE49-F238E27FC236}">
                  <a16:creationId xmlns:a16="http://schemas.microsoft.com/office/drawing/2014/main" id="{1E9923BF-0A56-C1AC-43F9-14E9BC330A65}"/>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751;p13">
              <a:extLst>
                <a:ext uri="{FF2B5EF4-FFF2-40B4-BE49-F238E27FC236}">
                  <a16:creationId xmlns:a16="http://schemas.microsoft.com/office/drawing/2014/main" id="{F3D213FC-2E74-6269-6263-9BB7E85E587D}"/>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752;p13">
              <a:extLst>
                <a:ext uri="{FF2B5EF4-FFF2-40B4-BE49-F238E27FC236}">
                  <a16:creationId xmlns:a16="http://schemas.microsoft.com/office/drawing/2014/main" id="{B989EC40-83A4-012F-1EC9-E5E44AACF2A8}"/>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753;p13">
              <a:extLst>
                <a:ext uri="{FF2B5EF4-FFF2-40B4-BE49-F238E27FC236}">
                  <a16:creationId xmlns:a16="http://schemas.microsoft.com/office/drawing/2014/main" id="{CBDE7618-AC75-56E5-2F39-B89EAE53EF51}"/>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754;p13">
              <a:extLst>
                <a:ext uri="{FF2B5EF4-FFF2-40B4-BE49-F238E27FC236}">
                  <a16:creationId xmlns:a16="http://schemas.microsoft.com/office/drawing/2014/main" id="{24DABE37-B4DE-E913-092B-BF7D5FA14236}"/>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755;p13">
              <a:extLst>
                <a:ext uri="{FF2B5EF4-FFF2-40B4-BE49-F238E27FC236}">
                  <a16:creationId xmlns:a16="http://schemas.microsoft.com/office/drawing/2014/main" id="{930A9AE0-DFE7-6F1D-994F-F3066680E697}"/>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756;p13">
              <a:extLst>
                <a:ext uri="{FF2B5EF4-FFF2-40B4-BE49-F238E27FC236}">
                  <a16:creationId xmlns:a16="http://schemas.microsoft.com/office/drawing/2014/main" id="{0CF96D6F-E55F-2F8D-1553-609239E788D2}"/>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757;p13">
              <a:extLst>
                <a:ext uri="{FF2B5EF4-FFF2-40B4-BE49-F238E27FC236}">
                  <a16:creationId xmlns:a16="http://schemas.microsoft.com/office/drawing/2014/main" id="{44F34785-312A-C5F5-C944-8DF0EE77EA8F}"/>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758;p13">
              <a:extLst>
                <a:ext uri="{FF2B5EF4-FFF2-40B4-BE49-F238E27FC236}">
                  <a16:creationId xmlns:a16="http://schemas.microsoft.com/office/drawing/2014/main" id="{3CEF5904-DCC8-3A38-1C58-44CA7B8D8F70}"/>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759;p13">
              <a:extLst>
                <a:ext uri="{FF2B5EF4-FFF2-40B4-BE49-F238E27FC236}">
                  <a16:creationId xmlns:a16="http://schemas.microsoft.com/office/drawing/2014/main" id="{F930BA2F-D4AE-CC74-CA85-D385901C2349}"/>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760;p13">
              <a:extLst>
                <a:ext uri="{FF2B5EF4-FFF2-40B4-BE49-F238E27FC236}">
                  <a16:creationId xmlns:a16="http://schemas.microsoft.com/office/drawing/2014/main" id="{19298266-2F9A-88DD-7DC0-DDE7A13E5866}"/>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761;p13">
              <a:extLst>
                <a:ext uri="{FF2B5EF4-FFF2-40B4-BE49-F238E27FC236}">
                  <a16:creationId xmlns:a16="http://schemas.microsoft.com/office/drawing/2014/main" id="{34789223-E3D1-D91C-8B81-A7D121D7F1BE}"/>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762;p13">
              <a:extLst>
                <a:ext uri="{FF2B5EF4-FFF2-40B4-BE49-F238E27FC236}">
                  <a16:creationId xmlns:a16="http://schemas.microsoft.com/office/drawing/2014/main" id="{C7B547E9-977D-BCF8-CA79-ED53DF19E6E8}"/>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763;p13">
              <a:extLst>
                <a:ext uri="{FF2B5EF4-FFF2-40B4-BE49-F238E27FC236}">
                  <a16:creationId xmlns:a16="http://schemas.microsoft.com/office/drawing/2014/main" id="{CF7D129F-B51B-542F-38A9-15E2F36F2E8C}"/>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764;p13">
              <a:extLst>
                <a:ext uri="{FF2B5EF4-FFF2-40B4-BE49-F238E27FC236}">
                  <a16:creationId xmlns:a16="http://schemas.microsoft.com/office/drawing/2014/main" id="{1F01517E-D9BA-31AE-BFD2-29B90B5F7EBF}"/>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765;p13">
              <a:extLst>
                <a:ext uri="{FF2B5EF4-FFF2-40B4-BE49-F238E27FC236}">
                  <a16:creationId xmlns:a16="http://schemas.microsoft.com/office/drawing/2014/main" id="{7E2CCFF7-BEDF-0F85-FFCA-0831E822552D}"/>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766;p13">
              <a:extLst>
                <a:ext uri="{FF2B5EF4-FFF2-40B4-BE49-F238E27FC236}">
                  <a16:creationId xmlns:a16="http://schemas.microsoft.com/office/drawing/2014/main" id="{AE1F4506-9F68-A932-67B9-876DC709B20B}"/>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767;p13">
              <a:extLst>
                <a:ext uri="{FF2B5EF4-FFF2-40B4-BE49-F238E27FC236}">
                  <a16:creationId xmlns:a16="http://schemas.microsoft.com/office/drawing/2014/main" id="{6864FE18-6DFB-BB3C-2C55-1CFD97B896D7}"/>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768;p13">
              <a:extLst>
                <a:ext uri="{FF2B5EF4-FFF2-40B4-BE49-F238E27FC236}">
                  <a16:creationId xmlns:a16="http://schemas.microsoft.com/office/drawing/2014/main" id="{2C8D28A7-1292-AA46-9B93-AC4A58BB0BBD}"/>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769;p13">
              <a:extLst>
                <a:ext uri="{FF2B5EF4-FFF2-40B4-BE49-F238E27FC236}">
                  <a16:creationId xmlns:a16="http://schemas.microsoft.com/office/drawing/2014/main" id="{D7F18622-7C60-D03B-826F-5FE67D3B0DC0}"/>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770;p13">
              <a:extLst>
                <a:ext uri="{FF2B5EF4-FFF2-40B4-BE49-F238E27FC236}">
                  <a16:creationId xmlns:a16="http://schemas.microsoft.com/office/drawing/2014/main" id="{35472306-9FA5-46FF-1FE5-8A29FA7E9393}"/>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771;p13">
              <a:extLst>
                <a:ext uri="{FF2B5EF4-FFF2-40B4-BE49-F238E27FC236}">
                  <a16:creationId xmlns:a16="http://schemas.microsoft.com/office/drawing/2014/main" id="{5D0C0703-9E6A-2F61-AA13-0BF5102F07C2}"/>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772;p13">
              <a:extLst>
                <a:ext uri="{FF2B5EF4-FFF2-40B4-BE49-F238E27FC236}">
                  <a16:creationId xmlns:a16="http://schemas.microsoft.com/office/drawing/2014/main" id="{A3BC1FC5-CBAB-7942-816A-39E3255C05E3}"/>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773;p13">
              <a:extLst>
                <a:ext uri="{FF2B5EF4-FFF2-40B4-BE49-F238E27FC236}">
                  <a16:creationId xmlns:a16="http://schemas.microsoft.com/office/drawing/2014/main" id="{DD9E16C8-8AB4-DFB2-1724-8F67D778CCA0}"/>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09" name="Google Shape;34;p2">
            <a:extLst>
              <a:ext uri="{FF2B5EF4-FFF2-40B4-BE49-F238E27FC236}">
                <a16:creationId xmlns:a16="http://schemas.microsoft.com/office/drawing/2014/main" id="{AB620F62-9626-4261-846C-2BA2C15B7AB1}"/>
              </a:ext>
            </a:extLst>
          </p:cNvPr>
          <p:cNvGrpSpPr/>
          <p:nvPr/>
        </p:nvGrpSpPr>
        <p:grpSpPr>
          <a:xfrm>
            <a:off x="10668000" y="7182693"/>
            <a:ext cx="5423763" cy="5251558"/>
            <a:chOff x="8129425" y="2555026"/>
            <a:chExt cx="4222888" cy="4088811"/>
          </a:xfrm>
        </p:grpSpPr>
        <p:sp>
          <p:nvSpPr>
            <p:cNvPr id="210" name="Google Shape;35;p2">
              <a:extLst>
                <a:ext uri="{FF2B5EF4-FFF2-40B4-BE49-F238E27FC236}">
                  <a16:creationId xmlns:a16="http://schemas.microsoft.com/office/drawing/2014/main" id="{4BD8BFA1-71FD-22A7-4756-3201FC1835AE}"/>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36;p2">
              <a:extLst>
                <a:ext uri="{FF2B5EF4-FFF2-40B4-BE49-F238E27FC236}">
                  <a16:creationId xmlns:a16="http://schemas.microsoft.com/office/drawing/2014/main" id="{1461191F-7483-841C-2BE5-0CE31BA82393}"/>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12" name="Google Shape;37;p2">
              <a:extLst>
                <a:ext uri="{FF2B5EF4-FFF2-40B4-BE49-F238E27FC236}">
                  <a16:creationId xmlns:a16="http://schemas.microsoft.com/office/drawing/2014/main" id="{8BC1762E-86E0-0365-FB59-4E5C9D86A1E6}"/>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38;p2">
              <a:extLst>
                <a:ext uri="{FF2B5EF4-FFF2-40B4-BE49-F238E27FC236}">
                  <a16:creationId xmlns:a16="http://schemas.microsoft.com/office/drawing/2014/main" id="{C85A3D61-DBA3-2C53-6694-12BD68EBD6D3}"/>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39;p2">
              <a:extLst>
                <a:ext uri="{FF2B5EF4-FFF2-40B4-BE49-F238E27FC236}">
                  <a16:creationId xmlns:a16="http://schemas.microsoft.com/office/drawing/2014/main" id="{25B926B6-2373-7DB4-75F3-C54F9C42D342}"/>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40;p2">
              <a:extLst>
                <a:ext uri="{FF2B5EF4-FFF2-40B4-BE49-F238E27FC236}">
                  <a16:creationId xmlns:a16="http://schemas.microsoft.com/office/drawing/2014/main" id="{6F5886FB-E358-468B-3312-56AD5D71AE40}"/>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41;p2">
              <a:extLst>
                <a:ext uri="{FF2B5EF4-FFF2-40B4-BE49-F238E27FC236}">
                  <a16:creationId xmlns:a16="http://schemas.microsoft.com/office/drawing/2014/main" id="{8C8ABC5C-FBD1-9FBB-42C9-A57072B8537E}"/>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42;p2">
              <a:extLst>
                <a:ext uri="{FF2B5EF4-FFF2-40B4-BE49-F238E27FC236}">
                  <a16:creationId xmlns:a16="http://schemas.microsoft.com/office/drawing/2014/main" id="{A3C3B9DB-F6F5-4B78-32DB-6B7DE7291992}"/>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18" name="Google Shape;43;p2">
            <a:extLst>
              <a:ext uri="{FF2B5EF4-FFF2-40B4-BE49-F238E27FC236}">
                <a16:creationId xmlns:a16="http://schemas.microsoft.com/office/drawing/2014/main" id="{B93FBCE5-A3C2-0F25-9242-7A47BF9110B4}"/>
              </a:ext>
            </a:extLst>
          </p:cNvPr>
          <p:cNvGrpSpPr/>
          <p:nvPr/>
        </p:nvGrpSpPr>
        <p:grpSpPr>
          <a:xfrm>
            <a:off x="11235051" y="-6163567"/>
            <a:ext cx="3216778" cy="5876393"/>
            <a:chOff x="8430775" y="-2181926"/>
            <a:chExt cx="2504551" cy="4575301"/>
          </a:xfrm>
        </p:grpSpPr>
        <p:sp>
          <p:nvSpPr>
            <p:cNvPr id="219" name="Google Shape;44;p2">
              <a:extLst>
                <a:ext uri="{FF2B5EF4-FFF2-40B4-BE49-F238E27FC236}">
                  <a16:creationId xmlns:a16="http://schemas.microsoft.com/office/drawing/2014/main" id="{D509F72B-2BA0-83BD-6A66-48AC8F7CE775}"/>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45;p2">
              <a:extLst>
                <a:ext uri="{FF2B5EF4-FFF2-40B4-BE49-F238E27FC236}">
                  <a16:creationId xmlns:a16="http://schemas.microsoft.com/office/drawing/2014/main" id="{A936EA36-964F-7FBF-70E0-86A175BC0EB2}"/>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46;p2">
              <a:extLst>
                <a:ext uri="{FF2B5EF4-FFF2-40B4-BE49-F238E27FC236}">
                  <a16:creationId xmlns:a16="http://schemas.microsoft.com/office/drawing/2014/main" id="{62D24047-2B0D-B72E-6541-B1ED66F34448}"/>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47;p2">
              <a:extLst>
                <a:ext uri="{FF2B5EF4-FFF2-40B4-BE49-F238E27FC236}">
                  <a16:creationId xmlns:a16="http://schemas.microsoft.com/office/drawing/2014/main" id="{691DA009-9B7C-9B84-E543-E38E03AA2CD2}"/>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23" name="Google Shape;48;p2">
            <a:extLst>
              <a:ext uri="{FF2B5EF4-FFF2-40B4-BE49-F238E27FC236}">
                <a16:creationId xmlns:a16="http://schemas.microsoft.com/office/drawing/2014/main" id="{6E48EB02-6130-0B71-BFD8-388A50602F10}"/>
              </a:ext>
            </a:extLst>
          </p:cNvPr>
          <p:cNvGrpSpPr/>
          <p:nvPr/>
        </p:nvGrpSpPr>
        <p:grpSpPr>
          <a:xfrm rot="10800000" flipH="1">
            <a:off x="11102379" y="-13611960"/>
            <a:ext cx="4841524" cy="14587980"/>
            <a:chOff x="-2722250" y="-1079764"/>
            <a:chExt cx="3769563" cy="11358057"/>
          </a:xfrm>
        </p:grpSpPr>
        <p:sp>
          <p:nvSpPr>
            <p:cNvPr id="224" name="Google Shape;49;p2">
              <a:extLst>
                <a:ext uri="{FF2B5EF4-FFF2-40B4-BE49-F238E27FC236}">
                  <a16:creationId xmlns:a16="http://schemas.microsoft.com/office/drawing/2014/main" id="{2D159683-113C-FB1B-08B2-DFD9A291CABF}"/>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50;p2">
              <a:extLst>
                <a:ext uri="{FF2B5EF4-FFF2-40B4-BE49-F238E27FC236}">
                  <a16:creationId xmlns:a16="http://schemas.microsoft.com/office/drawing/2014/main" id="{EFCD5B88-C96D-25B6-9A22-0F2D74B4760B}"/>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51;p2">
              <a:extLst>
                <a:ext uri="{FF2B5EF4-FFF2-40B4-BE49-F238E27FC236}">
                  <a16:creationId xmlns:a16="http://schemas.microsoft.com/office/drawing/2014/main" id="{5D4DBB9B-B0A1-6459-20FC-ADFBA44C4647}"/>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52;p2">
              <a:extLst>
                <a:ext uri="{FF2B5EF4-FFF2-40B4-BE49-F238E27FC236}">
                  <a16:creationId xmlns:a16="http://schemas.microsoft.com/office/drawing/2014/main" id="{37A27E9A-2370-77CB-A980-6FA3E15C47CF}"/>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53;p2">
              <a:extLst>
                <a:ext uri="{FF2B5EF4-FFF2-40B4-BE49-F238E27FC236}">
                  <a16:creationId xmlns:a16="http://schemas.microsoft.com/office/drawing/2014/main" id="{1C9EBE3A-A023-4504-5DAB-AC1CFCA764F4}"/>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54;p2">
              <a:extLst>
                <a:ext uri="{FF2B5EF4-FFF2-40B4-BE49-F238E27FC236}">
                  <a16:creationId xmlns:a16="http://schemas.microsoft.com/office/drawing/2014/main" id="{28F9B8C3-9B82-324C-E56E-4A6BCC830E46}"/>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55;p2">
              <a:extLst>
                <a:ext uri="{FF2B5EF4-FFF2-40B4-BE49-F238E27FC236}">
                  <a16:creationId xmlns:a16="http://schemas.microsoft.com/office/drawing/2014/main" id="{67B98CE0-5381-D12E-7864-1160D7E8182D}"/>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56;p2">
              <a:extLst>
                <a:ext uri="{FF2B5EF4-FFF2-40B4-BE49-F238E27FC236}">
                  <a16:creationId xmlns:a16="http://schemas.microsoft.com/office/drawing/2014/main" id="{3138CB92-B194-6E6C-6BF9-EBEF36864A80}"/>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57;p2">
              <a:extLst>
                <a:ext uri="{FF2B5EF4-FFF2-40B4-BE49-F238E27FC236}">
                  <a16:creationId xmlns:a16="http://schemas.microsoft.com/office/drawing/2014/main" id="{DEA919D1-1AEE-8C56-6B15-B2754F70DA47}"/>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58;p2">
              <a:extLst>
                <a:ext uri="{FF2B5EF4-FFF2-40B4-BE49-F238E27FC236}">
                  <a16:creationId xmlns:a16="http://schemas.microsoft.com/office/drawing/2014/main" id="{160D7053-9019-1ED1-5CDF-5DE57D0D5CDA}"/>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59;p2">
              <a:extLst>
                <a:ext uri="{FF2B5EF4-FFF2-40B4-BE49-F238E27FC236}">
                  <a16:creationId xmlns:a16="http://schemas.microsoft.com/office/drawing/2014/main" id="{94C0AFD2-1CF7-C498-D5A9-BC2BD9B78B08}"/>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60;p2">
              <a:extLst>
                <a:ext uri="{FF2B5EF4-FFF2-40B4-BE49-F238E27FC236}">
                  <a16:creationId xmlns:a16="http://schemas.microsoft.com/office/drawing/2014/main" id="{FDF2249F-4B75-AD9E-0923-6F7857AB5C30}"/>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61;p2">
              <a:extLst>
                <a:ext uri="{FF2B5EF4-FFF2-40B4-BE49-F238E27FC236}">
                  <a16:creationId xmlns:a16="http://schemas.microsoft.com/office/drawing/2014/main" id="{7CB0CEA8-BE5E-60A0-7929-96C76F667853}"/>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62;p2">
              <a:extLst>
                <a:ext uri="{FF2B5EF4-FFF2-40B4-BE49-F238E27FC236}">
                  <a16:creationId xmlns:a16="http://schemas.microsoft.com/office/drawing/2014/main" id="{CAA8A4D7-509B-6D6E-51BA-F58F12F2E8B0}"/>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90" name="Google Shape;717;p13">
            <a:extLst>
              <a:ext uri="{FF2B5EF4-FFF2-40B4-BE49-F238E27FC236}">
                <a16:creationId xmlns:a16="http://schemas.microsoft.com/office/drawing/2014/main" id="{8899C196-AC60-35B9-2A70-4BC14D0CA9CF}"/>
              </a:ext>
            </a:extLst>
          </p:cNvPr>
          <p:cNvGrpSpPr/>
          <p:nvPr/>
        </p:nvGrpSpPr>
        <p:grpSpPr>
          <a:xfrm>
            <a:off x="11304040" y="-5300064"/>
            <a:ext cx="5117787" cy="16687234"/>
            <a:chOff x="-3170262" y="3452177"/>
            <a:chExt cx="3721951" cy="12135923"/>
          </a:xfrm>
        </p:grpSpPr>
        <p:sp>
          <p:nvSpPr>
            <p:cNvPr id="291" name="Google Shape;718;p13">
              <a:extLst>
                <a:ext uri="{FF2B5EF4-FFF2-40B4-BE49-F238E27FC236}">
                  <a16:creationId xmlns:a16="http://schemas.microsoft.com/office/drawing/2014/main" id="{B9083050-DBC1-51A3-015B-36533560D7D7}"/>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2" name="Google Shape;719;p13">
              <a:extLst>
                <a:ext uri="{FF2B5EF4-FFF2-40B4-BE49-F238E27FC236}">
                  <a16:creationId xmlns:a16="http://schemas.microsoft.com/office/drawing/2014/main" id="{466DADF7-6DAA-D82B-66E0-D2BCAB3DCC09}"/>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3" name="Google Shape;720;p13">
              <a:extLst>
                <a:ext uri="{FF2B5EF4-FFF2-40B4-BE49-F238E27FC236}">
                  <a16:creationId xmlns:a16="http://schemas.microsoft.com/office/drawing/2014/main" id="{5F08E11E-63EC-979A-D1E1-4E4F34988FC6}"/>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4" name="Google Shape;721;p13">
              <a:extLst>
                <a:ext uri="{FF2B5EF4-FFF2-40B4-BE49-F238E27FC236}">
                  <a16:creationId xmlns:a16="http://schemas.microsoft.com/office/drawing/2014/main" id="{77D7C4C2-154D-D537-1743-4A896A500696}"/>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5" name="Google Shape;722;p13">
              <a:extLst>
                <a:ext uri="{FF2B5EF4-FFF2-40B4-BE49-F238E27FC236}">
                  <a16:creationId xmlns:a16="http://schemas.microsoft.com/office/drawing/2014/main" id="{BDC41245-F463-8DD2-577D-65F73B571832}"/>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6" name="Google Shape;723;p13">
              <a:extLst>
                <a:ext uri="{FF2B5EF4-FFF2-40B4-BE49-F238E27FC236}">
                  <a16:creationId xmlns:a16="http://schemas.microsoft.com/office/drawing/2014/main" id="{571D74F5-57FA-57C5-7A46-46D650A77DA7}"/>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7" name="Google Shape;724;p13">
              <a:extLst>
                <a:ext uri="{FF2B5EF4-FFF2-40B4-BE49-F238E27FC236}">
                  <a16:creationId xmlns:a16="http://schemas.microsoft.com/office/drawing/2014/main" id="{1ADFFB5A-6753-302F-456D-39D74C4E9EC5}"/>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8" name="Google Shape;725;p13">
              <a:extLst>
                <a:ext uri="{FF2B5EF4-FFF2-40B4-BE49-F238E27FC236}">
                  <a16:creationId xmlns:a16="http://schemas.microsoft.com/office/drawing/2014/main" id="{CD00781F-19BD-11BB-0642-79F1A6A33D97}"/>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9" name="Google Shape;726;p13">
              <a:extLst>
                <a:ext uri="{FF2B5EF4-FFF2-40B4-BE49-F238E27FC236}">
                  <a16:creationId xmlns:a16="http://schemas.microsoft.com/office/drawing/2014/main" id="{29C2F948-29FE-33B5-7E5E-8E21349C3B07}"/>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0" name="Google Shape;727;p13">
              <a:extLst>
                <a:ext uri="{FF2B5EF4-FFF2-40B4-BE49-F238E27FC236}">
                  <a16:creationId xmlns:a16="http://schemas.microsoft.com/office/drawing/2014/main" id="{9D1291AB-8601-EB70-7B31-1A0879322A58}"/>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1" name="Google Shape;728;p13">
              <a:extLst>
                <a:ext uri="{FF2B5EF4-FFF2-40B4-BE49-F238E27FC236}">
                  <a16:creationId xmlns:a16="http://schemas.microsoft.com/office/drawing/2014/main" id="{B11009FD-3C93-1AE2-7B62-256A36413518}"/>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2" name="Google Shape;729;p13">
              <a:extLst>
                <a:ext uri="{FF2B5EF4-FFF2-40B4-BE49-F238E27FC236}">
                  <a16:creationId xmlns:a16="http://schemas.microsoft.com/office/drawing/2014/main" id="{A11298E2-7C49-2C08-01D2-46F61F64567A}"/>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3" name="Google Shape;730;p13">
              <a:extLst>
                <a:ext uri="{FF2B5EF4-FFF2-40B4-BE49-F238E27FC236}">
                  <a16:creationId xmlns:a16="http://schemas.microsoft.com/office/drawing/2014/main" id="{DF0EEF4D-9FA5-28AA-64D4-86530B6DF9AD}"/>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4" name="Google Shape;731;p13">
              <a:extLst>
                <a:ext uri="{FF2B5EF4-FFF2-40B4-BE49-F238E27FC236}">
                  <a16:creationId xmlns:a16="http://schemas.microsoft.com/office/drawing/2014/main" id="{8DB9B57E-1A44-7F48-F795-F130EC3F5E85}"/>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5" name="Google Shape;732;p13">
              <a:extLst>
                <a:ext uri="{FF2B5EF4-FFF2-40B4-BE49-F238E27FC236}">
                  <a16:creationId xmlns:a16="http://schemas.microsoft.com/office/drawing/2014/main" id="{731B0326-70AA-F5E3-352D-5958AE7CE554}"/>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6" name="Google Shape;733;p13">
              <a:extLst>
                <a:ext uri="{FF2B5EF4-FFF2-40B4-BE49-F238E27FC236}">
                  <a16:creationId xmlns:a16="http://schemas.microsoft.com/office/drawing/2014/main" id="{0D2108DA-8F51-973B-8B7B-4E9554A6F478}"/>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7" name="Google Shape;734;p13">
              <a:extLst>
                <a:ext uri="{FF2B5EF4-FFF2-40B4-BE49-F238E27FC236}">
                  <a16:creationId xmlns:a16="http://schemas.microsoft.com/office/drawing/2014/main" id="{E7BA5F74-9EB6-C87B-9FD8-9EE0FACC0C9D}"/>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8" name="Google Shape;735;p13">
              <a:extLst>
                <a:ext uri="{FF2B5EF4-FFF2-40B4-BE49-F238E27FC236}">
                  <a16:creationId xmlns:a16="http://schemas.microsoft.com/office/drawing/2014/main" id="{1B89E33C-691C-9E2F-5765-898B42FC3422}"/>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9" name="Google Shape;736;p13">
              <a:extLst>
                <a:ext uri="{FF2B5EF4-FFF2-40B4-BE49-F238E27FC236}">
                  <a16:creationId xmlns:a16="http://schemas.microsoft.com/office/drawing/2014/main" id="{72AD73FA-1BB1-C79B-3006-0FDDF68E00AC}"/>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0" name="Google Shape;737;p13">
              <a:extLst>
                <a:ext uri="{FF2B5EF4-FFF2-40B4-BE49-F238E27FC236}">
                  <a16:creationId xmlns:a16="http://schemas.microsoft.com/office/drawing/2014/main" id="{00E0E623-9E9A-67F6-51D0-99DD8171FFC9}"/>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1" name="Google Shape;738;p13">
              <a:extLst>
                <a:ext uri="{FF2B5EF4-FFF2-40B4-BE49-F238E27FC236}">
                  <a16:creationId xmlns:a16="http://schemas.microsoft.com/office/drawing/2014/main" id="{5B68A91B-FEE7-7D13-C04D-90F27FA0721E}"/>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2" name="Google Shape;739;p13">
              <a:extLst>
                <a:ext uri="{FF2B5EF4-FFF2-40B4-BE49-F238E27FC236}">
                  <a16:creationId xmlns:a16="http://schemas.microsoft.com/office/drawing/2014/main" id="{80428E72-F26E-EC24-C128-27B2237A0794}"/>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3" name="Google Shape;740;p13">
              <a:extLst>
                <a:ext uri="{FF2B5EF4-FFF2-40B4-BE49-F238E27FC236}">
                  <a16:creationId xmlns:a16="http://schemas.microsoft.com/office/drawing/2014/main" id="{9AA99A94-0A60-8E65-45A2-3DD3675FFA03}"/>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4" name="Google Shape;741;p13">
              <a:extLst>
                <a:ext uri="{FF2B5EF4-FFF2-40B4-BE49-F238E27FC236}">
                  <a16:creationId xmlns:a16="http://schemas.microsoft.com/office/drawing/2014/main" id="{F0AB14EA-E8C7-F5AA-BF46-6862C152A89D}"/>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5" name="Google Shape;742;p13">
              <a:extLst>
                <a:ext uri="{FF2B5EF4-FFF2-40B4-BE49-F238E27FC236}">
                  <a16:creationId xmlns:a16="http://schemas.microsoft.com/office/drawing/2014/main" id="{37C3FEF4-AAE0-2C7D-AC08-C171CA6C2736}"/>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6" name="Google Shape;743;p13">
              <a:extLst>
                <a:ext uri="{FF2B5EF4-FFF2-40B4-BE49-F238E27FC236}">
                  <a16:creationId xmlns:a16="http://schemas.microsoft.com/office/drawing/2014/main" id="{DFF6B0BD-27F3-A199-F69A-8EAC7612FC60}"/>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7" name="Google Shape;744;p13">
              <a:extLst>
                <a:ext uri="{FF2B5EF4-FFF2-40B4-BE49-F238E27FC236}">
                  <a16:creationId xmlns:a16="http://schemas.microsoft.com/office/drawing/2014/main" id="{10791315-E3FC-E655-9657-305748A6EC29}"/>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8" name="Google Shape;745;p13">
              <a:extLst>
                <a:ext uri="{FF2B5EF4-FFF2-40B4-BE49-F238E27FC236}">
                  <a16:creationId xmlns:a16="http://schemas.microsoft.com/office/drawing/2014/main" id="{44D36537-6021-4903-A2AE-3BE48A4F31F8}"/>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9" name="Google Shape;746;p13">
              <a:extLst>
                <a:ext uri="{FF2B5EF4-FFF2-40B4-BE49-F238E27FC236}">
                  <a16:creationId xmlns:a16="http://schemas.microsoft.com/office/drawing/2014/main" id="{D411BC72-2BA0-E0CF-246E-52E016870C74}"/>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0" name="Google Shape;747;p13">
              <a:extLst>
                <a:ext uri="{FF2B5EF4-FFF2-40B4-BE49-F238E27FC236}">
                  <a16:creationId xmlns:a16="http://schemas.microsoft.com/office/drawing/2014/main" id="{5A3743FF-0E6C-E53D-1954-A7B762BA7D67}"/>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1" name="Google Shape;748;p13">
              <a:extLst>
                <a:ext uri="{FF2B5EF4-FFF2-40B4-BE49-F238E27FC236}">
                  <a16:creationId xmlns:a16="http://schemas.microsoft.com/office/drawing/2014/main" id="{07028102-5F17-B86C-C024-C693769C9608}"/>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2" name="Google Shape;749;p13">
              <a:extLst>
                <a:ext uri="{FF2B5EF4-FFF2-40B4-BE49-F238E27FC236}">
                  <a16:creationId xmlns:a16="http://schemas.microsoft.com/office/drawing/2014/main" id="{DA49FB25-5E9E-478C-9270-9B97C0EDDAA1}"/>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3" name="Google Shape;750;p13">
              <a:extLst>
                <a:ext uri="{FF2B5EF4-FFF2-40B4-BE49-F238E27FC236}">
                  <a16:creationId xmlns:a16="http://schemas.microsoft.com/office/drawing/2014/main" id="{D6997CFC-3E79-D347-73A3-EF9BD4B58239}"/>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4" name="Google Shape;751;p13">
              <a:extLst>
                <a:ext uri="{FF2B5EF4-FFF2-40B4-BE49-F238E27FC236}">
                  <a16:creationId xmlns:a16="http://schemas.microsoft.com/office/drawing/2014/main" id="{81833194-74D4-22DC-87F4-1271F253D0D8}"/>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5" name="Google Shape;752;p13">
              <a:extLst>
                <a:ext uri="{FF2B5EF4-FFF2-40B4-BE49-F238E27FC236}">
                  <a16:creationId xmlns:a16="http://schemas.microsoft.com/office/drawing/2014/main" id="{4AD02060-08D6-C14D-68CA-5BC8598CED51}"/>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6" name="Google Shape;753;p13">
              <a:extLst>
                <a:ext uri="{FF2B5EF4-FFF2-40B4-BE49-F238E27FC236}">
                  <a16:creationId xmlns:a16="http://schemas.microsoft.com/office/drawing/2014/main" id="{650A185A-FD0C-96AB-9905-27239963018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7" name="Google Shape;754;p13">
              <a:extLst>
                <a:ext uri="{FF2B5EF4-FFF2-40B4-BE49-F238E27FC236}">
                  <a16:creationId xmlns:a16="http://schemas.microsoft.com/office/drawing/2014/main" id="{835629FC-1436-0779-AF5B-420ABC16FF0D}"/>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8" name="Google Shape;755;p13">
              <a:extLst>
                <a:ext uri="{FF2B5EF4-FFF2-40B4-BE49-F238E27FC236}">
                  <a16:creationId xmlns:a16="http://schemas.microsoft.com/office/drawing/2014/main" id="{11C1C384-8206-FC3B-631F-B020E9C7EE29}"/>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9" name="Google Shape;756;p13">
              <a:extLst>
                <a:ext uri="{FF2B5EF4-FFF2-40B4-BE49-F238E27FC236}">
                  <a16:creationId xmlns:a16="http://schemas.microsoft.com/office/drawing/2014/main" id="{D1093B8E-272A-9DEA-AEAD-D33AE23A4B65}"/>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0" name="Google Shape;757;p13">
              <a:extLst>
                <a:ext uri="{FF2B5EF4-FFF2-40B4-BE49-F238E27FC236}">
                  <a16:creationId xmlns:a16="http://schemas.microsoft.com/office/drawing/2014/main" id="{0AD83DA2-7E80-D7FD-35BD-A550578FC5EC}"/>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1" name="Google Shape;758;p13">
              <a:extLst>
                <a:ext uri="{FF2B5EF4-FFF2-40B4-BE49-F238E27FC236}">
                  <a16:creationId xmlns:a16="http://schemas.microsoft.com/office/drawing/2014/main" id="{B8F589DD-69F7-DF2F-FD40-74459E52DE19}"/>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2" name="Google Shape;759;p13">
              <a:extLst>
                <a:ext uri="{FF2B5EF4-FFF2-40B4-BE49-F238E27FC236}">
                  <a16:creationId xmlns:a16="http://schemas.microsoft.com/office/drawing/2014/main" id="{F8E94A1E-925D-EB8E-236F-6CF8EE2B4A83}"/>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3" name="Google Shape;760;p13">
              <a:extLst>
                <a:ext uri="{FF2B5EF4-FFF2-40B4-BE49-F238E27FC236}">
                  <a16:creationId xmlns:a16="http://schemas.microsoft.com/office/drawing/2014/main" id="{7A3D406D-C3B9-D8E5-9481-7030273D83DF}"/>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4" name="Google Shape;761;p13">
              <a:extLst>
                <a:ext uri="{FF2B5EF4-FFF2-40B4-BE49-F238E27FC236}">
                  <a16:creationId xmlns:a16="http://schemas.microsoft.com/office/drawing/2014/main" id="{820EC159-14CF-19C5-B8E6-D16F564C4CDE}"/>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5" name="Google Shape;762;p13">
              <a:extLst>
                <a:ext uri="{FF2B5EF4-FFF2-40B4-BE49-F238E27FC236}">
                  <a16:creationId xmlns:a16="http://schemas.microsoft.com/office/drawing/2014/main" id="{30DE750D-08DA-4393-87D2-A1AE026F632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6" name="Google Shape;763;p13">
              <a:extLst>
                <a:ext uri="{FF2B5EF4-FFF2-40B4-BE49-F238E27FC236}">
                  <a16:creationId xmlns:a16="http://schemas.microsoft.com/office/drawing/2014/main" id="{F3E29565-7056-ED14-781D-583D88679DA8}"/>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7" name="Google Shape;764;p13">
              <a:extLst>
                <a:ext uri="{FF2B5EF4-FFF2-40B4-BE49-F238E27FC236}">
                  <a16:creationId xmlns:a16="http://schemas.microsoft.com/office/drawing/2014/main" id="{D8A6890B-C229-484B-F214-6647F146D4CF}"/>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8" name="Google Shape;765;p13">
              <a:extLst>
                <a:ext uri="{FF2B5EF4-FFF2-40B4-BE49-F238E27FC236}">
                  <a16:creationId xmlns:a16="http://schemas.microsoft.com/office/drawing/2014/main" id="{37020113-9FE0-50D3-7042-C9713C92830A}"/>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9" name="Google Shape;766;p13">
              <a:extLst>
                <a:ext uri="{FF2B5EF4-FFF2-40B4-BE49-F238E27FC236}">
                  <a16:creationId xmlns:a16="http://schemas.microsoft.com/office/drawing/2014/main" id="{1C88354E-5474-3314-1B23-DB025982D104}"/>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0" name="Google Shape;767;p13">
              <a:extLst>
                <a:ext uri="{FF2B5EF4-FFF2-40B4-BE49-F238E27FC236}">
                  <a16:creationId xmlns:a16="http://schemas.microsoft.com/office/drawing/2014/main" id="{BE49297D-8186-0C4D-4B0B-BDB619986F5A}"/>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1" name="Google Shape;768;p13">
              <a:extLst>
                <a:ext uri="{FF2B5EF4-FFF2-40B4-BE49-F238E27FC236}">
                  <a16:creationId xmlns:a16="http://schemas.microsoft.com/office/drawing/2014/main" id="{64AD99B4-C993-C637-F656-0ED5E1488996}"/>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2" name="Google Shape;769;p13">
              <a:extLst>
                <a:ext uri="{FF2B5EF4-FFF2-40B4-BE49-F238E27FC236}">
                  <a16:creationId xmlns:a16="http://schemas.microsoft.com/office/drawing/2014/main" id="{B0320B66-AC4E-EF77-F8AA-E107204567C8}"/>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3" name="Google Shape;770;p13">
              <a:extLst>
                <a:ext uri="{FF2B5EF4-FFF2-40B4-BE49-F238E27FC236}">
                  <a16:creationId xmlns:a16="http://schemas.microsoft.com/office/drawing/2014/main" id="{B345634E-C4B4-FE19-9163-CFE446BECCA3}"/>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4" name="Google Shape;771;p13">
              <a:extLst>
                <a:ext uri="{FF2B5EF4-FFF2-40B4-BE49-F238E27FC236}">
                  <a16:creationId xmlns:a16="http://schemas.microsoft.com/office/drawing/2014/main" id="{35EF6296-2858-08F5-0075-44D403F4E7F5}"/>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5" name="Google Shape;772;p13">
              <a:extLst>
                <a:ext uri="{FF2B5EF4-FFF2-40B4-BE49-F238E27FC236}">
                  <a16:creationId xmlns:a16="http://schemas.microsoft.com/office/drawing/2014/main" id="{387B746F-3035-5DC4-09A7-6226D867D639}"/>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6" name="Google Shape;773;p13">
              <a:extLst>
                <a:ext uri="{FF2B5EF4-FFF2-40B4-BE49-F238E27FC236}">
                  <a16:creationId xmlns:a16="http://schemas.microsoft.com/office/drawing/2014/main" id="{0A5302FD-5B67-26D5-0683-2089F17F6834}"/>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grpSp>
        <p:nvGrpSpPr>
          <p:cNvPr id="355" name="Google Shape;2675;p43">
            <a:extLst>
              <a:ext uri="{FF2B5EF4-FFF2-40B4-BE49-F238E27FC236}">
                <a16:creationId xmlns:a16="http://schemas.microsoft.com/office/drawing/2014/main" id="{D8288E4A-64A2-4096-1311-5AEECE71F25D}"/>
              </a:ext>
            </a:extLst>
          </p:cNvPr>
          <p:cNvGrpSpPr/>
          <p:nvPr/>
        </p:nvGrpSpPr>
        <p:grpSpPr>
          <a:xfrm>
            <a:off x="1539811" y="3092587"/>
            <a:ext cx="1162261" cy="1162261"/>
            <a:chOff x="851175" y="1582401"/>
            <a:chExt cx="964872" cy="964872"/>
          </a:xfrm>
        </p:grpSpPr>
        <p:sp>
          <p:nvSpPr>
            <p:cNvPr id="356" name="Google Shape;2676;p43">
              <a:extLst>
                <a:ext uri="{FF2B5EF4-FFF2-40B4-BE49-F238E27FC236}">
                  <a16:creationId xmlns:a16="http://schemas.microsoft.com/office/drawing/2014/main" id="{ED074692-9520-BF97-3699-92BF83A14659}"/>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2677;p43">
              <a:extLst>
                <a:ext uri="{FF2B5EF4-FFF2-40B4-BE49-F238E27FC236}">
                  <a16:creationId xmlns:a16="http://schemas.microsoft.com/office/drawing/2014/main" id="{73697D03-3CB1-19EE-967F-C2F04EDCA116}"/>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58" name="Google Shape;2683;p43">
            <a:extLst>
              <a:ext uri="{FF2B5EF4-FFF2-40B4-BE49-F238E27FC236}">
                <a16:creationId xmlns:a16="http://schemas.microsoft.com/office/drawing/2014/main" id="{99D0F681-3443-8FDD-306E-5BC13F901487}"/>
              </a:ext>
            </a:extLst>
          </p:cNvPr>
          <p:cNvSpPr txBox="1">
            <a:spLocks/>
          </p:cNvSpPr>
          <p:nvPr/>
        </p:nvSpPr>
        <p:spPr>
          <a:xfrm>
            <a:off x="1520929" y="3276329"/>
            <a:ext cx="1174626" cy="8161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9pPr>
          </a:lstStyle>
          <a:p>
            <a:pPr marL="0" marR="0" lvl="0" indent="0" algn="ctr" defTabSz="914400" rtl="0" eaLnBrk="1" fontAlgn="auto" latinLnBrk="0" hangingPunct="1">
              <a:lnSpc>
                <a:spcPct val="100000"/>
              </a:lnSpc>
              <a:spcBef>
                <a:spcPts val="0"/>
              </a:spcBef>
              <a:spcAft>
                <a:spcPts val="0"/>
              </a:spcAft>
              <a:buClr>
                <a:srgbClr val="FFFFFF"/>
              </a:buClr>
              <a:buSzPts val="3700"/>
              <a:buFont typeface="Play"/>
              <a:buNone/>
              <a:tabLst/>
              <a:defRPr/>
            </a:pPr>
            <a:r>
              <a:rPr kumimoji="0" lang="en" sz="4800" b="1" i="0" u="none" strike="noStrike" kern="0" cap="none" spc="0" normalizeH="0" baseline="0" noProof="0" dirty="0">
                <a:ln>
                  <a:noFill/>
                </a:ln>
                <a:solidFill>
                  <a:srgbClr val="FFFFFF"/>
                </a:solidFill>
                <a:effectLst/>
                <a:uLnTx/>
                <a:uFillTx/>
                <a:latin typeface="Play"/>
                <a:sym typeface="Play"/>
              </a:rPr>
              <a:t>2</a:t>
            </a:r>
          </a:p>
        </p:txBody>
      </p:sp>
      <p:sp>
        <p:nvSpPr>
          <p:cNvPr id="360" name="Google Shape;2686;p43">
            <a:extLst>
              <a:ext uri="{FF2B5EF4-FFF2-40B4-BE49-F238E27FC236}">
                <a16:creationId xmlns:a16="http://schemas.microsoft.com/office/drawing/2014/main" id="{7CE6CCDE-BEDD-EC1F-AC67-BDCB52337A51}"/>
              </a:ext>
            </a:extLst>
          </p:cNvPr>
          <p:cNvSpPr txBox="1">
            <a:spLocks/>
          </p:cNvSpPr>
          <p:nvPr/>
        </p:nvSpPr>
        <p:spPr>
          <a:xfrm>
            <a:off x="2974173" y="3076981"/>
            <a:ext cx="3294743" cy="1176251"/>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1pPr>
            <a:lvl2pPr marL="914400" marR="0" lvl="1"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2pPr>
            <a:lvl3pPr marL="1371600" marR="0" lvl="2"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3pPr>
            <a:lvl4pPr marL="1828800" marR="0" lvl="3"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4pPr>
            <a:lvl5pPr marL="2286000" marR="0" lvl="4"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5pPr>
            <a:lvl6pPr marL="2743200" marR="0" lvl="5"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6pPr>
            <a:lvl7pPr marL="3200400" marR="0" lvl="6"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7pPr>
            <a:lvl8pPr marL="3657600" marR="0" lvl="7"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8pPr>
            <a:lvl9pPr marL="4114800" marR="0" lvl="8"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9pPr>
          </a:lstStyle>
          <a:p>
            <a:pPr marL="0" marR="0" lvl="0" indent="0" defTabSz="914400" rtl="0" eaLnBrk="1" fontAlgn="auto" latinLnBrk="0" hangingPunct="1">
              <a:lnSpc>
                <a:spcPct val="100000"/>
              </a:lnSpc>
              <a:spcBef>
                <a:spcPts val="0"/>
              </a:spcBef>
              <a:spcAft>
                <a:spcPts val="0"/>
              </a:spcAft>
              <a:buClr>
                <a:srgbClr val="FFFFFF"/>
              </a:buClr>
              <a:buSzPts val="2000"/>
              <a:buFont typeface="Play"/>
              <a:buNone/>
              <a:tabLst/>
              <a:defRPr/>
            </a:pPr>
            <a:r>
              <a:rPr kumimoji="0" lang="en-US" sz="2400" b="1" i="0" u="none" strike="noStrike" kern="0" cap="none" spc="0" normalizeH="0" baseline="0" noProof="0" dirty="0">
                <a:ln>
                  <a:noFill/>
                </a:ln>
                <a:solidFill>
                  <a:srgbClr val="FFFFFF"/>
                </a:solidFill>
                <a:effectLst/>
                <a:uLnTx/>
                <a:uFillTx/>
                <a:latin typeface="+mn-lt"/>
                <a:sym typeface="Play"/>
              </a:rPr>
              <a:t>1960s:</a:t>
            </a:r>
          </a:p>
          <a:p>
            <a:pPr marL="0" marR="0" lvl="0" indent="0" defTabSz="914400" rtl="0" eaLnBrk="1" fontAlgn="auto" latinLnBrk="0" hangingPunct="1">
              <a:lnSpc>
                <a:spcPct val="100000"/>
              </a:lnSpc>
              <a:spcBef>
                <a:spcPts val="0"/>
              </a:spcBef>
              <a:spcAft>
                <a:spcPts val="0"/>
              </a:spcAft>
              <a:buClr>
                <a:srgbClr val="FFFFFF"/>
              </a:buClr>
              <a:buSzPts val="2000"/>
              <a:buFont typeface="Play"/>
              <a:buNone/>
              <a:tabLst/>
              <a:defRPr/>
            </a:pPr>
            <a:r>
              <a:rPr kumimoji="0" lang="en-US" sz="2400" b="1" i="0" u="none" strike="noStrike" kern="0" cap="none" spc="0" normalizeH="0" baseline="0" noProof="0" dirty="0">
                <a:ln>
                  <a:noFill/>
                </a:ln>
                <a:solidFill>
                  <a:srgbClr val="FFFFFF"/>
                </a:solidFill>
                <a:effectLst/>
                <a:uLnTx/>
                <a:uFillTx/>
                <a:latin typeface="+mn-lt"/>
                <a:sym typeface="Play"/>
              </a:rPr>
              <a:t>THE SOLUTION: SIMULA</a:t>
            </a:r>
          </a:p>
        </p:txBody>
      </p:sp>
      <p:sp>
        <p:nvSpPr>
          <p:cNvPr id="361" name="TextBox 360">
            <a:extLst>
              <a:ext uri="{FF2B5EF4-FFF2-40B4-BE49-F238E27FC236}">
                <a16:creationId xmlns:a16="http://schemas.microsoft.com/office/drawing/2014/main" id="{2732D330-BD20-6996-EF9F-ACA21C90EEEC}"/>
              </a:ext>
            </a:extLst>
          </p:cNvPr>
          <p:cNvSpPr txBox="1"/>
          <p:nvPr/>
        </p:nvSpPr>
        <p:spPr>
          <a:xfrm>
            <a:off x="1392117" y="4388774"/>
            <a:ext cx="5646056" cy="1477328"/>
          </a:xfrm>
          <a:prstGeom prst="rect">
            <a:avLst/>
          </a:prstGeom>
          <a:noFill/>
        </p:spPr>
        <p:txBody>
          <a:bodyPr wrap="square" rtlCol="0">
            <a:spAutoFit/>
          </a:bodyPr>
          <a:lstStyle/>
          <a:p>
            <a:pPr algn="just"/>
            <a:r>
              <a:rPr lang="en-US" dirty="0">
                <a:solidFill>
                  <a:schemeClr val="bg1"/>
                </a:solidFill>
              </a:rPr>
              <a:t>Ole-Johan Dahl and Kristen Nygaard at the Norwegian Computing Center had a breakthrough. They invented Simula to simulate real-world systems (like exploding ships or queues). They introduced the concept of Classes and Objects to bundle data with behavior.</a:t>
            </a:r>
          </a:p>
        </p:txBody>
      </p:sp>
      <p:grpSp>
        <p:nvGrpSpPr>
          <p:cNvPr id="137" name="Google Shape;3397;p71">
            <a:extLst>
              <a:ext uri="{FF2B5EF4-FFF2-40B4-BE49-F238E27FC236}">
                <a16:creationId xmlns:a16="http://schemas.microsoft.com/office/drawing/2014/main" id="{1466878B-F0E2-80C6-5E9E-7F2ABC2F79F7}"/>
              </a:ext>
            </a:extLst>
          </p:cNvPr>
          <p:cNvGrpSpPr/>
          <p:nvPr/>
        </p:nvGrpSpPr>
        <p:grpSpPr>
          <a:xfrm>
            <a:off x="7386471" y="3076981"/>
            <a:ext cx="3413413" cy="2741650"/>
            <a:chOff x="983688" y="1200863"/>
            <a:chExt cx="3413413" cy="2741650"/>
          </a:xfrm>
        </p:grpSpPr>
        <p:sp>
          <p:nvSpPr>
            <p:cNvPr id="138" name="Google Shape;3398;p71">
              <a:extLst>
                <a:ext uri="{FF2B5EF4-FFF2-40B4-BE49-F238E27FC236}">
                  <a16:creationId xmlns:a16="http://schemas.microsoft.com/office/drawing/2014/main" id="{68396AE8-B532-043E-E580-7BC754596098}"/>
                </a:ext>
              </a:extLst>
            </p:cNvPr>
            <p:cNvSpPr/>
            <p:nvPr/>
          </p:nvSpPr>
          <p:spPr>
            <a:xfrm>
              <a:off x="983688" y="1200988"/>
              <a:ext cx="3413400" cy="2346900"/>
            </a:xfrm>
            <a:prstGeom prst="rect">
              <a:avLst/>
            </a:prstGeom>
            <a:noFill/>
            <a:ln w="28575" cap="flat"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3399;p71">
              <a:extLst>
                <a:ext uri="{FF2B5EF4-FFF2-40B4-BE49-F238E27FC236}">
                  <a16:creationId xmlns:a16="http://schemas.microsoft.com/office/drawing/2014/main" id="{03803839-7038-75FD-F858-6371D0111186}"/>
                </a:ext>
              </a:extLst>
            </p:cNvPr>
            <p:cNvSpPr/>
            <p:nvPr/>
          </p:nvSpPr>
          <p:spPr>
            <a:xfrm>
              <a:off x="983700" y="1200863"/>
              <a:ext cx="3413400" cy="2346900"/>
            </a:xfrm>
            <a:prstGeom prst="rect">
              <a:avLst/>
            </a:prstGeom>
            <a:noFill/>
            <a:ln w="28575" cap="flat"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3400;p71">
              <a:extLst>
                <a:ext uri="{FF2B5EF4-FFF2-40B4-BE49-F238E27FC236}">
                  <a16:creationId xmlns:a16="http://schemas.microsoft.com/office/drawing/2014/main" id="{46DC7A6F-5CA7-4501-CEDD-33272F282D13}"/>
                </a:ext>
              </a:extLst>
            </p:cNvPr>
            <p:cNvSpPr/>
            <p:nvPr/>
          </p:nvSpPr>
          <p:spPr>
            <a:xfrm>
              <a:off x="1429338" y="3737913"/>
              <a:ext cx="2522100" cy="204600"/>
            </a:xfrm>
            <a:prstGeom prst="rect">
              <a:avLst/>
            </a:prstGeom>
            <a:noFill/>
            <a:ln w="28575" cap="flat"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41" name="Google Shape;3401;p71">
              <a:extLst>
                <a:ext uri="{FF2B5EF4-FFF2-40B4-BE49-F238E27FC236}">
                  <a16:creationId xmlns:a16="http://schemas.microsoft.com/office/drawing/2014/main" id="{E0EF56CA-7D6A-8113-DC6E-6D2D95C9F78D}"/>
                </a:ext>
              </a:extLst>
            </p:cNvPr>
            <p:cNvCxnSpPr/>
            <p:nvPr/>
          </p:nvCxnSpPr>
          <p:spPr>
            <a:xfrm>
              <a:off x="2479100" y="3547888"/>
              <a:ext cx="0" cy="18990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cxnSp>
          <p:nvCxnSpPr>
            <p:cNvPr id="142" name="Google Shape;3402;p71">
              <a:extLst>
                <a:ext uri="{FF2B5EF4-FFF2-40B4-BE49-F238E27FC236}">
                  <a16:creationId xmlns:a16="http://schemas.microsoft.com/office/drawing/2014/main" id="{6A92836A-F4AA-2B00-952E-95EA40CDCED4}"/>
                </a:ext>
              </a:extLst>
            </p:cNvPr>
            <p:cNvCxnSpPr/>
            <p:nvPr/>
          </p:nvCxnSpPr>
          <p:spPr>
            <a:xfrm>
              <a:off x="2840050" y="3547888"/>
              <a:ext cx="0" cy="18990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sp>
          <p:nvSpPr>
            <p:cNvPr id="143" name="Google Shape;3403;p71">
              <a:extLst>
                <a:ext uri="{FF2B5EF4-FFF2-40B4-BE49-F238E27FC236}">
                  <a16:creationId xmlns:a16="http://schemas.microsoft.com/office/drawing/2014/main" id="{2DFE725A-BCFF-0ABB-F607-68AF266F8CFC}"/>
                </a:ext>
              </a:extLst>
            </p:cNvPr>
            <p:cNvSpPr/>
            <p:nvPr/>
          </p:nvSpPr>
          <p:spPr>
            <a:xfrm>
              <a:off x="1429338" y="3737913"/>
              <a:ext cx="2522100" cy="204600"/>
            </a:xfrm>
            <a:prstGeom prst="rect">
              <a:avLst/>
            </a:prstGeom>
            <a:noFill/>
            <a:ln w="28575" cap="flat"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44" name="Google Shape;3404;p71">
              <a:extLst>
                <a:ext uri="{FF2B5EF4-FFF2-40B4-BE49-F238E27FC236}">
                  <a16:creationId xmlns:a16="http://schemas.microsoft.com/office/drawing/2014/main" id="{6DC1D321-D83F-3E67-5107-35C32BD107AB}"/>
                </a:ext>
              </a:extLst>
            </p:cNvPr>
            <p:cNvCxnSpPr/>
            <p:nvPr/>
          </p:nvCxnSpPr>
          <p:spPr>
            <a:xfrm>
              <a:off x="2479100" y="3547888"/>
              <a:ext cx="0" cy="18990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cxnSp>
          <p:nvCxnSpPr>
            <p:cNvPr id="145" name="Google Shape;3405;p71">
              <a:extLst>
                <a:ext uri="{FF2B5EF4-FFF2-40B4-BE49-F238E27FC236}">
                  <a16:creationId xmlns:a16="http://schemas.microsoft.com/office/drawing/2014/main" id="{F476D0B8-A721-A668-F4E2-E842CC8DFFB6}"/>
                </a:ext>
              </a:extLst>
            </p:cNvPr>
            <p:cNvCxnSpPr/>
            <p:nvPr/>
          </p:nvCxnSpPr>
          <p:spPr>
            <a:xfrm>
              <a:off x="2840050" y="3547888"/>
              <a:ext cx="0" cy="18990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nvGrpSpPr>
            <p:cNvPr id="146" name="Google Shape;3406;p71">
              <a:extLst>
                <a:ext uri="{FF2B5EF4-FFF2-40B4-BE49-F238E27FC236}">
                  <a16:creationId xmlns:a16="http://schemas.microsoft.com/office/drawing/2014/main" id="{A301E5D5-402A-9DA8-7A18-DEBDE0B465F8}"/>
                </a:ext>
              </a:extLst>
            </p:cNvPr>
            <p:cNvGrpSpPr/>
            <p:nvPr/>
          </p:nvGrpSpPr>
          <p:grpSpPr>
            <a:xfrm>
              <a:off x="2604598" y="3244648"/>
              <a:ext cx="171554" cy="171554"/>
              <a:chOff x="851175" y="1582401"/>
              <a:chExt cx="964872" cy="964872"/>
            </a:xfrm>
          </p:grpSpPr>
          <p:sp>
            <p:nvSpPr>
              <p:cNvPr id="147" name="Google Shape;3407;p71">
                <a:extLst>
                  <a:ext uri="{FF2B5EF4-FFF2-40B4-BE49-F238E27FC236}">
                    <a16:creationId xmlns:a16="http://schemas.microsoft.com/office/drawing/2014/main" id="{1465D4D8-AF69-5C3A-DFA9-2418D6C34005}"/>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7143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3408;p71">
                <a:extLst>
                  <a:ext uri="{FF2B5EF4-FFF2-40B4-BE49-F238E27FC236}">
                    <a16:creationId xmlns:a16="http://schemas.microsoft.com/office/drawing/2014/main" id="{0B9FA0CD-D12E-98DD-F21D-11F3B1AD85E4}"/>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7143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pic>
        <p:nvPicPr>
          <p:cNvPr id="149" name="Google Shape;3410;p71">
            <a:extLst>
              <a:ext uri="{FF2B5EF4-FFF2-40B4-BE49-F238E27FC236}">
                <a16:creationId xmlns:a16="http://schemas.microsoft.com/office/drawing/2014/main" id="{19C7EA9E-F1DE-2900-6D73-55FD514095DE}"/>
              </a:ext>
            </a:extLst>
          </p:cNvPr>
          <p:cNvPicPr preferRelativeResize="0"/>
          <p:nvPr/>
        </p:nvPicPr>
        <p:blipFill>
          <a:blip r:embed="rId2">
            <a:extLst>
              <a:ext uri="{28A0092B-C50C-407E-A947-70E740481C1C}">
                <a14:useLocalDpi xmlns:a14="http://schemas.microsoft.com/office/drawing/2010/main" val="0"/>
              </a:ext>
            </a:extLst>
          </a:blip>
          <a:srcRect/>
          <a:stretch/>
        </p:blipFill>
        <p:spPr>
          <a:xfrm>
            <a:off x="7551616" y="3273006"/>
            <a:ext cx="3073400" cy="1956386"/>
          </a:xfrm>
          <a:prstGeom prst="rect">
            <a:avLst/>
          </a:prstGeom>
          <a:noFill/>
          <a:ln w="28575" cap="flat" cmpd="sng">
            <a:solidFill>
              <a:srgbClr val="00E9FF"/>
            </a:solidFill>
            <a:prstDash val="solid"/>
            <a:round/>
            <a:headEnd type="none" w="sm" len="sm"/>
            <a:tailEnd type="none" w="sm" len="sm"/>
          </a:ln>
          <a:effectLst>
            <a:outerShdw blurRad="128588" algn="bl" rotWithShape="0">
              <a:srgbClr val="00E9FF"/>
            </a:outerShdw>
          </a:effectLst>
        </p:spPr>
      </p:pic>
    </p:spTree>
    <p:extLst>
      <p:ext uri="{BB962C8B-B14F-4D97-AF65-F5344CB8AC3E}">
        <p14:creationId xmlns:p14="http://schemas.microsoft.com/office/powerpoint/2010/main" val="18974389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8"/>
                                        </p:tgtEl>
                                        <p:attrNameLst>
                                          <p:attrName>style.visibility</p:attrName>
                                        </p:attrNameLst>
                                      </p:cBhvr>
                                      <p:to>
                                        <p:strVal val="visible"/>
                                      </p:to>
                                    </p:set>
                                    <p:animEffect transition="in" filter="fade">
                                      <p:cBhvr>
                                        <p:cTn id="7" dur="750"/>
                                        <p:tgtEl>
                                          <p:spTgt spid="358"/>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360"/>
                                        </p:tgtEl>
                                        <p:attrNameLst>
                                          <p:attrName>style.visibility</p:attrName>
                                        </p:attrNameLst>
                                      </p:cBhvr>
                                      <p:to>
                                        <p:strVal val="visible"/>
                                      </p:to>
                                    </p:set>
                                    <p:animEffect transition="in" filter="fade">
                                      <p:cBhvr>
                                        <p:cTn id="11" dur="1000"/>
                                        <p:tgtEl>
                                          <p:spTgt spid="360"/>
                                        </p:tgtEl>
                                      </p:cBhvr>
                                    </p:animEffect>
                                  </p:childTnLst>
                                </p:cTn>
                              </p:par>
                            </p:childTnLst>
                          </p:cTn>
                        </p:par>
                        <p:par>
                          <p:cTn id="12" fill="hold">
                            <p:stCondLst>
                              <p:cond delay="1750"/>
                            </p:stCondLst>
                            <p:childTnLst>
                              <p:par>
                                <p:cTn id="13" presetID="10" presetClass="entr" presetSubtype="0" fill="hold" grpId="0" nodeType="afterEffect">
                                  <p:stCondLst>
                                    <p:cond delay="0"/>
                                  </p:stCondLst>
                                  <p:childTnLst>
                                    <p:set>
                                      <p:cBhvr>
                                        <p:cTn id="14" dur="1" fill="hold">
                                          <p:stCondLst>
                                            <p:cond delay="0"/>
                                          </p:stCondLst>
                                        </p:cTn>
                                        <p:tgtEl>
                                          <p:spTgt spid="361"/>
                                        </p:tgtEl>
                                        <p:attrNameLst>
                                          <p:attrName>style.visibility</p:attrName>
                                        </p:attrNameLst>
                                      </p:cBhvr>
                                      <p:to>
                                        <p:strVal val="visible"/>
                                      </p:to>
                                    </p:set>
                                    <p:animEffect transition="in" filter="fade">
                                      <p:cBhvr>
                                        <p:cTn id="15" dur="1000"/>
                                        <p:tgtEl>
                                          <p:spTgt spid="361"/>
                                        </p:tgtEl>
                                      </p:cBhvr>
                                    </p:animEffect>
                                  </p:childTnLst>
                                </p:cTn>
                              </p:par>
                              <p:par>
                                <p:cTn id="16" presetID="10" presetClass="entr" presetSubtype="0" fill="hold" nodeType="withEffect">
                                  <p:stCondLst>
                                    <p:cond delay="0"/>
                                  </p:stCondLst>
                                  <p:childTnLst>
                                    <p:set>
                                      <p:cBhvr>
                                        <p:cTn id="17" dur="1" fill="hold">
                                          <p:stCondLst>
                                            <p:cond delay="0"/>
                                          </p:stCondLst>
                                        </p:cTn>
                                        <p:tgtEl>
                                          <p:spTgt spid="149"/>
                                        </p:tgtEl>
                                        <p:attrNameLst>
                                          <p:attrName>style.visibility</p:attrName>
                                        </p:attrNameLst>
                                      </p:cBhvr>
                                      <p:to>
                                        <p:strVal val="visible"/>
                                      </p:to>
                                    </p:set>
                                    <p:animEffect transition="in" filter="fade">
                                      <p:cBhvr>
                                        <p:cTn id="18"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 grpId="0"/>
      <p:bldP spid="360" grpId="0"/>
      <p:bldP spid="36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800381-ADE9-6046-C22F-7C491CD67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22B73-4A76-BE72-2CC6-1499F682A88E}"/>
              </a:ext>
            </a:extLst>
          </p:cNvPr>
          <p:cNvSpPr>
            <a:spLocks noGrp="1"/>
          </p:cNvSpPr>
          <p:nvPr>
            <p:ph type="ctrTitle"/>
          </p:nvPr>
        </p:nvSpPr>
        <p:spPr>
          <a:xfrm>
            <a:off x="1524000" y="991898"/>
            <a:ext cx="9144000" cy="1040463"/>
          </a:xfrm>
        </p:spPr>
        <p:txBody>
          <a:bodyPr anchor="ctr">
            <a:noAutofit/>
          </a:bodyPr>
          <a:lstStyle/>
          <a:p>
            <a:pPr>
              <a:lnSpc>
                <a:spcPct val="100000"/>
              </a:lnSpc>
            </a:pPr>
            <a:r>
              <a:rPr lang="en" sz="4400" dirty="0">
                <a:solidFill>
                  <a:schemeClr val="bg1"/>
                </a:solidFill>
                <a:latin typeface="Aptos Black" panose="020F0502020204030204" pitchFamily="34" charset="0"/>
              </a:rPr>
              <a:t>THE EVOLUTION OF SOFTWARE </a:t>
            </a:r>
            <a:r>
              <a:rPr lang="en" sz="4400" dirty="0">
                <a:solidFill>
                  <a:srgbClr val="E63B00"/>
                </a:solidFill>
                <a:latin typeface="Aptos Black" panose="020F0502020204030204" pitchFamily="34" charset="0"/>
              </a:rPr>
              <a:t>PROGRAMMING METHODS</a:t>
            </a:r>
            <a:endParaRPr lang="en-US" sz="3200" dirty="0">
              <a:solidFill>
                <a:srgbClr val="E63B00"/>
              </a:solidFill>
            </a:endParaRPr>
          </a:p>
        </p:txBody>
      </p:sp>
      <p:grpSp>
        <p:nvGrpSpPr>
          <p:cNvPr id="170" name="Google Shape;2641;p40">
            <a:extLst>
              <a:ext uri="{FF2B5EF4-FFF2-40B4-BE49-F238E27FC236}">
                <a16:creationId xmlns:a16="http://schemas.microsoft.com/office/drawing/2014/main" id="{217FB086-8FBB-BF52-8E98-776D7F00F26D}"/>
              </a:ext>
            </a:extLst>
          </p:cNvPr>
          <p:cNvGrpSpPr>
            <a:grpSpLocks/>
          </p:cNvGrpSpPr>
          <p:nvPr/>
        </p:nvGrpSpPr>
        <p:grpSpPr>
          <a:xfrm>
            <a:off x="3872175" y="2324461"/>
            <a:ext cx="4447650" cy="135300"/>
            <a:chOff x="2365175" y="3596070"/>
            <a:chExt cx="4447650" cy="135300"/>
          </a:xfrm>
        </p:grpSpPr>
        <p:sp>
          <p:nvSpPr>
            <p:cNvPr id="171" name="Google Shape;2642;p40">
              <a:extLst>
                <a:ext uri="{FF2B5EF4-FFF2-40B4-BE49-F238E27FC236}">
                  <a16:creationId xmlns:a16="http://schemas.microsoft.com/office/drawing/2014/main" id="{3BAB1EF1-CD70-81A3-67CC-3D53BA5456A9}"/>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2643;p40">
              <a:extLst>
                <a:ext uri="{FF2B5EF4-FFF2-40B4-BE49-F238E27FC236}">
                  <a16:creationId xmlns:a16="http://schemas.microsoft.com/office/drawing/2014/main" id="{ED378236-8510-4C13-4F12-13EDBB139F46}"/>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73" name="Google Shape;2644;p40">
              <a:extLst>
                <a:ext uri="{FF2B5EF4-FFF2-40B4-BE49-F238E27FC236}">
                  <a16:creationId xmlns:a16="http://schemas.microsoft.com/office/drawing/2014/main" id="{2C8C8651-F43C-7A5C-15D5-C02BC2A973D6}"/>
                </a:ext>
              </a:extLst>
            </p:cNvPr>
            <p:cNvCxnSpPr>
              <a:cxnSpLocks/>
              <a:stCxn id="171" idx="6"/>
              <a:endCxn id="172"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grpSp>
        <p:nvGrpSpPr>
          <p:cNvPr id="4" name="Google Shape;717;p13">
            <a:extLst>
              <a:ext uri="{FF2B5EF4-FFF2-40B4-BE49-F238E27FC236}">
                <a16:creationId xmlns:a16="http://schemas.microsoft.com/office/drawing/2014/main" id="{D0D6D8B4-A93E-23AE-ACC7-C3321490606F}"/>
              </a:ext>
            </a:extLst>
          </p:cNvPr>
          <p:cNvGrpSpPr/>
          <p:nvPr/>
        </p:nvGrpSpPr>
        <p:grpSpPr>
          <a:xfrm>
            <a:off x="-4162782" y="-8445217"/>
            <a:ext cx="5117787" cy="16687234"/>
            <a:chOff x="-3170262" y="3452177"/>
            <a:chExt cx="3721951" cy="12135923"/>
          </a:xfrm>
        </p:grpSpPr>
        <p:sp>
          <p:nvSpPr>
            <p:cNvPr id="5" name="Google Shape;718;p13">
              <a:extLst>
                <a:ext uri="{FF2B5EF4-FFF2-40B4-BE49-F238E27FC236}">
                  <a16:creationId xmlns:a16="http://schemas.microsoft.com/office/drawing/2014/main" id="{92DD8F5A-AE39-33FF-A6AD-E24A1475DF3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719;p13">
              <a:extLst>
                <a:ext uri="{FF2B5EF4-FFF2-40B4-BE49-F238E27FC236}">
                  <a16:creationId xmlns:a16="http://schemas.microsoft.com/office/drawing/2014/main" id="{05080C8E-5A2D-B4FA-F9A0-9839949E0777}"/>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720;p13">
              <a:extLst>
                <a:ext uri="{FF2B5EF4-FFF2-40B4-BE49-F238E27FC236}">
                  <a16:creationId xmlns:a16="http://schemas.microsoft.com/office/drawing/2014/main" id="{25BABB48-D054-2E5D-CD71-E59E6182B3BD}"/>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721;p13">
              <a:extLst>
                <a:ext uri="{FF2B5EF4-FFF2-40B4-BE49-F238E27FC236}">
                  <a16:creationId xmlns:a16="http://schemas.microsoft.com/office/drawing/2014/main" id="{6AA452B7-A2F3-8D99-B1CD-5E300C7F3955}"/>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722;p13">
              <a:extLst>
                <a:ext uri="{FF2B5EF4-FFF2-40B4-BE49-F238E27FC236}">
                  <a16:creationId xmlns:a16="http://schemas.microsoft.com/office/drawing/2014/main" id="{32AFA3D9-73E3-6901-4067-2D265960AFEA}"/>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723;p13">
              <a:extLst>
                <a:ext uri="{FF2B5EF4-FFF2-40B4-BE49-F238E27FC236}">
                  <a16:creationId xmlns:a16="http://schemas.microsoft.com/office/drawing/2014/main" id="{1817C808-344E-C420-353D-2B961C0BD239}"/>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724;p13">
              <a:extLst>
                <a:ext uri="{FF2B5EF4-FFF2-40B4-BE49-F238E27FC236}">
                  <a16:creationId xmlns:a16="http://schemas.microsoft.com/office/drawing/2014/main" id="{77AE386C-FE93-6360-9814-6F19914E36F6}"/>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725;p13">
              <a:extLst>
                <a:ext uri="{FF2B5EF4-FFF2-40B4-BE49-F238E27FC236}">
                  <a16:creationId xmlns:a16="http://schemas.microsoft.com/office/drawing/2014/main" id="{EEB5AE4E-9CFD-644E-1BDE-A6784ED964F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726;p13">
              <a:extLst>
                <a:ext uri="{FF2B5EF4-FFF2-40B4-BE49-F238E27FC236}">
                  <a16:creationId xmlns:a16="http://schemas.microsoft.com/office/drawing/2014/main" id="{FC950BE2-81BC-E7B2-DA94-9EAEAC28D5DB}"/>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727;p13">
              <a:extLst>
                <a:ext uri="{FF2B5EF4-FFF2-40B4-BE49-F238E27FC236}">
                  <a16:creationId xmlns:a16="http://schemas.microsoft.com/office/drawing/2014/main" id="{1F7E2DF6-F056-B8A9-1542-2903072CCA73}"/>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728;p13">
              <a:extLst>
                <a:ext uri="{FF2B5EF4-FFF2-40B4-BE49-F238E27FC236}">
                  <a16:creationId xmlns:a16="http://schemas.microsoft.com/office/drawing/2014/main" id="{A108FD72-C863-DBE0-0132-BCE8D52DEA05}"/>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729;p13">
              <a:extLst>
                <a:ext uri="{FF2B5EF4-FFF2-40B4-BE49-F238E27FC236}">
                  <a16:creationId xmlns:a16="http://schemas.microsoft.com/office/drawing/2014/main" id="{F154B6BC-0A08-506C-D973-42CFCD386CC7}"/>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730;p13">
              <a:extLst>
                <a:ext uri="{FF2B5EF4-FFF2-40B4-BE49-F238E27FC236}">
                  <a16:creationId xmlns:a16="http://schemas.microsoft.com/office/drawing/2014/main" id="{BD05E8D5-C44C-A913-F111-8C698F8D4AD0}"/>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731;p13">
              <a:extLst>
                <a:ext uri="{FF2B5EF4-FFF2-40B4-BE49-F238E27FC236}">
                  <a16:creationId xmlns:a16="http://schemas.microsoft.com/office/drawing/2014/main" id="{94D48D3C-1217-1606-023A-F8190103543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732;p13">
              <a:extLst>
                <a:ext uri="{FF2B5EF4-FFF2-40B4-BE49-F238E27FC236}">
                  <a16:creationId xmlns:a16="http://schemas.microsoft.com/office/drawing/2014/main" id="{C4F48451-5AB0-374D-C7C7-BE1D103534F1}"/>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733;p13">
              <a:extLst>
                <a:ext uri="{FF2B5EF4-FFF2-40B4-BE49-F238E27FC236}">
                  <a16:creationId xmlns:a16="http://schemas.microsoft.com/office/drawing/2014/main" id="{40C1A46D-0FCD-0896-E3C4-B3785AB2786C}"/>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734;p13">
              <a:extLst>
                <a:ext uri="{FF2B5EF4-FFF2-40B4-BE49-F238E27FC236}">
                  <a16:creationId xmlns:a16="http://schemas.microsoft.com/office/drawing/2014/main" id="{D27D009C-70C7-4775-DD64-A503CE142F0A}"/>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735;p13">
              <a:extLst>
                <a:ext uri="{FF2B5EF4-FFF2-40B4-BE49-F238E27FC236}">
                  <a16:creationId xmlns:a16="http://schemas.microsoft.com/office/drawing/2014/main" id="{F4C02A51-8729-FC72-95B1-1241325ED5E2}"/>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736;p13">
              <a:extLst>
                <a:ext uri="{FF2B5EF4-FFF2-40B4-BE49-F238E27FC236}">
                  <a16:creationId xmlns:a16="http://schemas.microsoft.com/office/drawing/2014/main" id="{40F9B690-4633-1850-6FDD-727399264A82}"/>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737;p13">
              <a:extLst>
                <a:ext uri="{FF2B5EF4-FFF2-40B4-BE49-F238E27FC236}">
                  <a16:creationId xmlns:a16="http://schemas.microsoft.com/office/drawing/2014/main" id="{BE03EEF9-F61B-8A92-CEB3-30A6AB0AE6A6}"/>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738;p13">
              <a:extLst>
                <a:ext uri="{FF2B5EF4-FFF2-40B4-BE49-F238E27FC236}">
                  <a16:creationId xmlns:a16="http://schemas.microsoft.com/office/drawing/2014/main" id="{17545CA1-F16B-D3E6-3869-38C8FBDD00DB}"/>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739;p13">
              <a:extLst>
                <a:ext uri="{FF2B5EF4-FFF2-40B4-BE49-F238E27FC236}">
                  <a16:creationId xmlns:a16="http://schemas.microsoft.com/office/drawing/2014/main" id="{1DA1A66F-97F9-E9E2-6A26-0087EBA01ABE}"/>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740;p13">
              <a:extLst>
                <a:ext uri="{FF2B5EF4-FFF2-40B4-BE49-F238E27FC236}">
                  <a16:creationId xmlns:a16="http://schemas.microsoft.com/office/drawing/2014/main" id="{494B8E4D-7281-CBF5-A2D3-6DB2C74DDA3C}"/>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741;p13">
              <a:extLst>
                <a:ext uri="{FF2B5EF4-FFF2-40B4-BE49-F238E27FC236}">
                  <a16:creationId xmlns:a16="http://schemas.microsoft.com/office/drawing/2014/main" id="{E3629A77-E10B-D46A-BDEC-4F92E14B1015}"/>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742;p13">
              <a:extLst>
                <a:ext uri="{FF2B5EF4-FFF2-40B4-BE49-F238E27FC236}">
                  <a16:creationId xmlns:a16="http://schemas.microsoft.com/office/drawing/2014/main" id="{FAA479FA-7A5B-71C5-8D8A-26CC79055B6D}"/>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743;p13">
              <a:extLst>
                <a:ext uri="{FF2B5EF4-FFF2-40B4-BE49-F238E27FC236}">
                  <a16:creationId xmlns:a16="http://schemas.microsoft.com/office/drawing/2014/main" id="{0D877F5D-E43D-106C-C151-801A7C550428}"/>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744;p13">
              <a:extLst>
                <a:ext uri="{FF2B5EF4-FFF2-40B4-BE49-F238E27FC236}">
                  <a16:creationId xmlns:a16="http://schemas.microsoft.com/office/drawing/2014/main" id="{C1D4289E-62D9-CE71-2B32-3323B98E4140}"/>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745;p13">
              <a:extLst>
                <a:ext uri="{FF2B5EF4-FFF2-40B4-BE49-F238E27FC236}">
                  <a16:creationId xmlns:a16="http://schemas.microsoft.com/office/drawing/2014/main" id="{7324D2EE-3279-C814-7779-6ED14C3F564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746;p13">
              <a:extLst>
                <a:ext uri="{FF2B5EF4-FFF2-40B4-BE49-F238E27FC236}">
                  <a16:creationId xmlns:a16="http://schemas.microsoft.com/office/drawing/2014/main" id="{AA9D3ACA-3962-8D48-3D86-740B967871D7}"/>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747;p13">
              <a:extLst>
                <a:ext uri="{FF2B5EF4-FFF2-40B4-BE49-F238E27FC236}">
                  <a16:creationId xmlns:a16="http://schemas.microsoft.com/office/drawing/2014/main" id="{5AE70738-472B-7F42-70B7-939319B87754}"/>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748;p13">
              <a:extLst>
                <a:ext uri="{FF2B5EF4-FFF2-40B4-BE49-F238E27FC236}">
                  <a16:creationId xmlns:a16="http://schemas.microsoft.com/office/drawing/2014/main" id="{4950186E-4566-FBD3-136E-4A43F8258CCA}"/>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749;p13">
              <a:extLst>
                <a:ext uri="{FF2B5EF4-FFF2-40B4-BE49-F238E27FC236}">
                  <a16:creationId xmlns:a16="http://schemas.microsoft.com/office/drawing/2014/main" id="{CB29AF44-6C1D-214C-B0FB-83768D8D2C75}"/>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750;p13">
              <a:extLst>
                <a:ext uri="{FF2B5EF4-FFF2-40B4-BE49-F238E27FC236}">
                  <a16:creationId xmlns:a16="http://schemas.microsoft.com/office/drawing/2014/main" id="{26158C63-7ACF-F150-AD4A-C7605D516376}"/>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751;p13">
              <a:extLst>
                <a:ext uri="{FF2B5EF4-FFF2-40B4-BE49-F238E27FC236}">
                  <a16:creationId xmlns:a16="http://schemas.microsoft.com/office/drawing/2014/main" id="{069F77E9-8F13-0E69-FB5E-FEEFD123FEC6}"/>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752;p13">
              <a:extLst>
                <a:ext uri="{FF2B5EF4-FFF2-40B4-BE49-F238E27FC236}">
                  <a16:creationId xmlns:a16="http://schemas.microsoft.com/office/drawing/2014/main" id="{68C055CD-BCE4-A0BB-6989-FB00D436EAE7}"/>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753;p13">
              <a:extLst>
                <a:ext uri="{FF2B5EF4-FFF2-40B4-BE49-F238E27FC236}">
                  <a16:creationId xmlns:a16="http://schemas.microsoft.com/office/drawing/2014/main" id="{86DE861F-131A-D410-7E8E-933B1EE9A423}"/>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754;p13">
              <a:extLst>
                <a:ext uri="{FF2B5EF4-FFF2-40B4-BE49-F238E27FC236}">
                  <a16:creationId xmlns:a16="http://schemas.microsoft.com/office/drawing/2014/main" id="{ECEFAEA4-7BAF-7ADC-30D3-D0592C60B511}"/>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755;p13">
              <a:extLst>
                <a:ext uri="{FF2B5EF4-FFF2-40B4-BE49-F238E27FC236}">
                  <a16:creationId xmlns:a16="http://schemas.microsoft.com/office/drawing/2014/main" id="{BA375324-21D9-8ED2-15E9-EB7C94DE7C90}"/>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756;p13">
              <a:extLst>
                <a:ext uri="{FF2B5EF4-FFF2-40B4-BE49-F238E27FC236}">
                  <a16:creationId xmlns:a16="http://schemas.microsoft.com/office/drawing/2014/main" id="{570BAD98-5769-0F2D-4344-3F558E9271C4}"/>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757;p13">
              <a:extLst>
                <a:ext uri="{FF2B5EF4-FFF2-40B4-BE49-F238E27FC236}">
                  <a16:creationId xmlns:a16="http://schemas.microsoft.com/office/drawing/2014/main" id="{7B7081CE-525A-BC4A-BF4E-65E8FB71E825}"/>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758;p13">
              <a:extLst>
                <a:ext uri="{FF2B5EF4-FFF2-40B4-BE49-F238E27FC236}">
                  <a16:creationId xmlns:a16="http://schemas.microsoft.com/office/drawing/2014/main" id="{78C94454-5EDE-EEDD-D15C-F355BEEC3A1F}"/>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759;p13">
              <a:extLst>
                <a:ext uri="{FF2B5EF4-FFF2-40B4-BE49-F238E27FC236}">
                  <a16:creationId xmlns:a16="http://schemas.microsoft.com/office/drawing/2014/main" id="{B662B9BC-83D0-D086-74A4-573ECDAFF5BB}"/>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760;p13">
              <a:extLst>
                <a:ext uri="{FF2B5EF4-FFF2-40B4-BE49-F238E27FC236}">
                  <a16:creationId xmlns:a16="http://schemas.microsoft.com/office/drawing/2014/main" id="{67998D92-BC99-EC91-629F-B939C113C897}"/>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761;p13">
              <a:extLst>
                <a:ext uri="{FF2B5EF4-FFF2-40B4-BE49-F238E27FC236}">
                  <a16:creationId xmlns:a16="http://schemas.microsoft.com/office/drawing/2014/main" id="{50486F7B-75F1-DC5B-E1CD-D92972776960}"/>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762;p13">
              <a:extLst>
                <a:ext uri="{FF2B5EF4-FFF2-40B4-BE49-F238E27FC236}">
                  <a16:creationId xmlns:a16="http://schemas.microsoft.com/office/drawing/2014/main" id="{5AE51735-63C0-CE57-001D-F7D5363B71D7}"/>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763;p13">
              <a:extLst>
                <a:ext uri="{FF2B5EF4-FFF2-40B4-BE49-F238E27FC236}">
                  <a16:creationId xmlns:a16="http://schemas.microsoft.com/office/drawing/2014/main" id="{0C5D0CB2-C74D-5C3D-1A5C-E0ED3C20556F}"/>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764;p13">
              <a:extLst>
                <a:ext uri="{FF2B5EF4-FFF2-40B4-BE49-F238E27FC236}">
                  <a16:creationId xmlns:a16="http://schemas.microsoft.com/office/drawing/2014/main" id="{B91959C7-8A40-C03B-1DDE-CD6B7FF51898}"/>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765;p13">
              <a:extLst>
                <a:ext uri="{FF2B5EF4-FFF2-40B4-BE49-F238E27FC236}">
                  <a16:creationId xmlns:a16="http://schemas.microsoft.com/office/drawing/2014/main" id="{94119059-B00F-6B0B-02D6-F22961573CAB}"/>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766;p13">
              <a:extLst>
                <a:ext uri="{FF2B5EF4-FFF2-40B4-BE49-F238E27FC236}">
                  <a16:creationId xmlns:a16="http://schemas.microsoft.com/office/drawing/2014/main" id="{67091E9E-9E69-A4E9-5CA1-BC59F197D2A4}"/>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767;p13">
              <a:extLst>
                <a:ext uri="{FF2B5EF4-FFF2-40B4-BE49-F238E27FC236}">
                  <a16:creationId xmlns:a16="http://schemas.microsoft.com/office/drawing/2014/main" id="{C92F5F04-ED57-CBF4-4326-1DE046732FEA}"/>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768;p13">
              <a:extLst>
                <a:ext uri="{FF2B5EF4-FFF2-40B4-BE49-F238E27FC236}">
                  <a16:creationId xmlns:a16="http://schemas.microsoft.com/office/drawing/2014/main" id="{21053BB8-EFCC-D04B-0FB2-8184D1D66E69}"/>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769;p13">
              <a:extLst>
                <a:ext uri="{FF2B5EF4-FFF2-40B4-BE49-F238E27FC236}">
                  <a16:creationId xmlns:a16="http://schemas.microsoft.com/office/drawing/2014/main" id="{6E162F56-1CC9-97FA-FF84-D45DB58B4411}"/>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770;p13">
              <a:extLst>
                <a:ext uri="{FF2B5EF4-FFF2-40B4-BE49-F238E27FC236}">
                  <a16:creationId xmlns:a16="http://schemas.microsoft.com/office/drawing/2014/main" id="{848F05D5-4FDC-346E-9CE0-26710724CAD5}"/>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771;p13">
              <a:extLst>
                <a:ext uri="{FF2B5EF4-FFF2-40B4-BE49-F238E27FC236}">
                  <a16:creationId xmlns:a16="http://schemas.microsoft.com/office/drawing/2014/main" id="{348DD667-D05B-21A8-E3F9-B57A43F1D645}"/>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772;p13">
              <a:extLst>
                <a:ext uri="{FF2B5EF4-FFF2-40B4-BE49-F238E27FC236}">
                  <a16:creationId xmlns:a16="http://schemas.microsoft.com/office/drawing/2014/main" id="{E11ABA74-3BB6-C500-C2F9-EE40E5877066}"/>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773;p13">
              <a:extLst>
                <a:ext uri="{FF2B5EF4-FFF2-40B4-BE49-F238E27FC236}">
                  <a16:creationId xmlns:a16="http://schemas.microsoft.com/office/drawing/2014/main" id="{8F7FC06A-DAE2-43A8-0872-64FABCFE488F}"/>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09" name="Google Shape;34;p2">
            <a:extLst>
              <a:ext uri="{FF2B5EF4-FFF2-40B4-BE49-F238E27FC236}">
                <a16:creationId xmlns:a16="http://schemas.microsoft.com/office/drawing/2014/main" id="{38401242-ABC3-7125-0060-B62A7A62A40B}"/>
              </a:ext>
            </a:extLst>
          </p:cNvPr>
          <p:cNvGrpSpPr/>
          <p:nvPr/>
        </p:nvGrpSpPr>
        <p:grpSpPr>
          <a:xfrm>
            <a:off x="10668000" y="7182693"/>
            <a:ext cx="5423763" cy="5251558"/>
            <a:chOff x="8129425" y="2555026"/>
            <a:chExt cx="4222888" cy="4088811"/>
          </a:xfrm>
        </p:grpSpPr>
        <p:sp>
          <p:nvSpPr>
            <p:cNvPr id="210" name="Google Shape;35;p2">
              <a:extLst>
                <a:ext uri="{FF2B5EF4-FFF2-40B4-BE49-F238E27FC236}">
                  <a16:creationId xmlns:a16="http://schemas.microsoft.com/office/drawing/2014/main" id="{0F7FDB43-46F7-D69D-E1F8-9DB7E9D6F43E}"/>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36;p2">
              <a:extLst>
                <a:ext uri="{FF2B5EF4-FFF2-40B4-BE49-F238E27FC236}">
                  <a16:creationId xmlns:a16="http://schemas.microsoft.com/office/drawing/2014/main" id="{39C6A80D-38A3-8329-C847-2E038F4F17E5}"/>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12" name="Google Shape;37;p2">
              <a:extLst>
                <a:ext uri="{FF2B5EF4-FFF2-40B4-BE49-F238E27FC236}">
                  <a16:creationId xmlns:a16="http://schemas.microsoft.com/office/drawing/2014/main" id="{C83A496F-4CB4-8785-BB8A-BFDAE7AFCE0C}"/>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38;p2">
              <a:extLst>
                <a:ext uri="{FF2B5EF4-FFF2-40B4-BE49-F238E27FC236}">
                  <a16:creationId xmlns:a16="http://schemas.microsoft.com/office/drawing/2014/main" id="{80AE2271-1380-B8E9-C759-38727DA7D134}"/>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39;p2">
              <a:extLst>
                <a:ext uri="{FF2B5EF4-FFF2-40B4-BE49-F238E27FC236}">
                  <a16:creationId xmlns:a16="http://schemas.microsoft.com/office/drawing/2014/main" id="{289BDA33-B48B-FC34-1527-7F71746DDDD8}"/>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40;p2">
              <a:extLst>
                <a:ext uri="{FF2B5EF4-FFF2-40B4-BE49-F238E27FC236}">
                  <a16:creationId xmlns:a16="http://schemas.microsoft.com/office/drawing/2014/main" id="{88181CB6-EDE5-EE5F-0411-BB35517A9CF9}"/>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41;p2">
              <a:extLst>
                <a:ext uri="{FF2B5EF4-FFF2-40B4-BE49-F238E27FC236}">
                  <a16:creationId xmlns:a16="http://schemas.microsoft.com/office/drawing/2014/main" id="{E135E89B-742D-C124-04B6-81E63B4F8DBF}"/>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42;p2">
              <a:extLst>
                <a:ext uri="{FF2B5EF4-FFF2-40B4-BE49-F238E27FC236}">
                  <a16:creationId xmlns:a16="http://schemas.microsoft.com/office/drawing/2014/main" id="{AAAD00FB-A340-4DD2-2B9F-9DAEBF3E8D28}"/>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18" name="Google Shape;43;p2">
            <a:extLst>
              <a:ext uri="{FF2B5EF4-FFF2-40B4-BE49-F238E27FC236}">
                <a16:creationId xmlns:a16="http://schemas.microsoft.com/office/drawing/2014/main" id="{1C6CD3E2-1818-4250-4338-919295725F5D}"/>
              </a:ext>
            </a:extLst>
          </p:cNvPr>
          <p:cNvGrpSpPr/>
          <p:nvPr/>
        </p:nvGrpSpPr>
        <p:grpSpPr>
          <a:xfrm>
            <a:off x="11235051" y="-6163567"/>
            <a:ext cx="3216778" cy="5876393"/>
            <a:chOff x="8430775" y="-2181926"/>
            <a:chExt cx="2504551" cy="4575301"/>
          </a:xfrm>
        </p:grpSpPr>
        <p:sp>
          <p:nvSpPr>
            <p:cNvPr id="219" name="Google Shape;44;p2">
              <a:extLst>
                <a:ext uri="{FF2B5EF4-FFF2-40B4-BE49-F238E27FC236}">
                  <a16:creationId xmlns:a16="http://schemas.microsoft.com/office/drawing/2014/main" id="{5FC6FA43-E4BB-84AD-AD32-E04E1924DAA0}"/>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45;p2">
              <a:extLst>
                <a:ext uri="{FF2B5EF4-FFF2-40B4-BE49-F238E27FC236}">
                  <a16:creationId xmlns:a16="http://schemas.microsoft.com/office/drawing/2014/main" id="{E35E80BD-7A70-ABDF-3D40-C09F56F6135C}"/>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46;p2">
              <a:extLst>
                <a:ext uri="{FF2B5EF4-FFF2-40B4-BE49-F238E27FC236}">
                  <a16:creationId xmlns:a16="http://schemas.microsoft.com/office/drawing/2014/main" id="{1376C05F-EDB3-73AD-52DF-D6398468CCCC}"/>
                </a:ext>
              </a:extLst>
            </p:cNvPr>
            <p:cNvSpPr/>
            <p:nvPr/>
          </p:nvSpPr>
          <p:spPr>
            <a:xfrm rot="10800000">
              <a:off x="8538272" y="-2181926"/>
              <a:ext cx="2397054" cy="4463204"/>
            </a:xfrm>
            <a:custGeom>
              <a:avLst/>
              <a:gdLst/>
              <a:ahLst/>
              <a:cxnLst/>
              <a:rect l="l" t="t" r="r" b="b"/>
              <a:pathLst>
                <a:path w="37473" h="69773" fill="none" extrusionOk="0">
                  <a:moveTo>
                    <a:pt x="0" y="69773"/>
                  </a:moveTo>
                  <a:lnTo>
                    <a:pt x="30223" y="39550"/>
                  </a:lnTo>
                  <a:lnTo>
                    <a:pt x="30223" y="7230"/>
                  </a:lnTo>
                  <a:lnTo>
                    <a:pt x="37473" y="1"/>
                  </a:lnTo>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47;p2">
              <a:extLst>
                <a:ext uri="{FF2B5EF4-FFF2-40B4-BE49-F238E27FC236}">
                  <a16:creationId xmlns:a16="http://schemas.microsoft.com/office/drawing/2014/main" id="{83B9980F-B01F-D121-0A2E-F64E495DDA8F}"/>
                </a:ext>
              </a:extLst>
            </p:cNvPr>
            <p:cNvSpPr/>
            <p:nvPr/>
          </p:nvSpPr>
          <p:spPr>
            <a:xfrm>
              <a:off x="8430775" y="2242775"/>
              <a:ext cx="150600" cy="1506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23" name="Google Shape;48;p2">
            <a:extLst>
              <a:ext uri="{FF2B5EF4-FFF2-40B4-BE49-F238E27FC236}">
                <a16:creationId xmlns:a16="http://schemas.microsoft.com/office/drawing/2014/main" id="{A2E1E343-0138-4019-81D1-E1505EF6EEBD}"/>
              </a:ext>
            </a:extLst>
          </p:cNvPr>
          <p:cNvGrpSpPr/>
          <p:nvPr/>
        </p:nvGrpSpPr>
        <p:grpSpPr>
          <a:xfrm rot="10800000" flipH="1">
            <a:off x="11102379" y="-13611960"/>
            <a:ext cx="4841524" cy="14587980"/>
            <a:chOff x="-2722250" y="-1079764"/>
            <a:chExt cx="3769563" cy="11358057"/>
          </a:xfrm>
        </p:grpSpPr>
        <p:sp>
          <p:nvSpPr>
            <p:cNvPr id="224" name="Google Shape;49;p2">
              <a:extLst>
                <a:ext uri="{FF2B5EF4-FFF2-40B4-BE49-F238E27FC236}">
                  <a16:creationId xmlns:a16="http://schemas.microsoft.com/office/drawing/2014/main" id="{CC030A5B-A65B-AE71-55B7-DC648995B371}"/>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50;p2">
              <a:extLst>
                <a:ext uri="{FF2B5EF4-FFF2-40B4-BE49-F238E27FC236}">
                  <a16:creationId xmlns:a16="http://schemas.microsoft.com/office/drawing/2014/main" id="{7998106D-4C75-6CC0-3912-C3E3AC06ECC7}"/>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51;p2">
              <a:extLst>
                <a:ext uri="{FF2B5EF4-FFF2-40B4-BE49-F238E27FC236}">
                  <a16:creationId xmlns:a16="http://schemas.microsoft.com/office/drawing/2014/main" id="{36683B32-4D77-4FEB-73BE-B2486044466A}"/>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52;p2">
              <a:extLst>
                <a:ext uri="{FF2B5EF4-FFF2-40B4-BE49-F238E27FC236}">
                  <a16:creationId xmlns:a16="http://schemas.microsoft.com/office/drawing/2014/main" id="{FE1EDE46-2B76-4BC1-4F85-E35D376E56CC}"/>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53;p2">
              <a:extLst>
                <a:ext uri="{FF2B5EF4-FFF2-40B4-BE49-F238E27FC236}">
                  <a16:creationId xmlns:a16="http://schemas.microsoft.com/office/drawing/2014/main" id="{7D3C2687-CC0E-9173-D518-233ABCC6C97D}"/>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54;p2">
              <a:extLst>
                <a:ext uri="{FF2B5EF4-FFF2-40B4-BE49-F238E27FC236}">
                  <a16:creationId xmlns:a16="http://schemas.microsoft.com/office/drawing/2014/main" id="{3C1CED46-8EB5-3775-2432-EBC10446B976}"/>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55;p2">
              <a:extLst>
                <a:ext uri="{FF2B5EF4-FFF2-40B4-BE49-F238E27FC236}">
                  <a16:creationId xmlns:a16="http://schemas.microsoft.com/office/drawing/2014/main" id="{49A5509E-4146-89D3-7044-268FD0BE4A2F}"/>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56;p2">
              <a:extLst>
                <a:ext uri="{FF2B5EF4-FFF2-40B4-BE49-F238E27FC236}">
                  <a16:creationId xmlns:a16="http://schemas.microsoft.com/office/drawing/2014/main" id="{693E40F0-B709-9B3D-2BF3-AE2F1DACF488}"/>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57;p2">
              <a:extLst>
                <a:ext uri="{FF2B5EF4-FFF2-40B4-BE49-F238E27FC236}">
                  <a16:creationId xmlns:a16="http://schemas.microsoft.com/office/drawing/2014/main" id="{307540A0-7887-2D64-DBF3-E664A11685B6}"/>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58;p2">
              <a:extLst>
                <a:ext uri="{FF2B5EF4-FFF2-40B4-BE49-F238E27FC236}">
                  <a16:creationId xmlns:a16="http://schemas.microsoft.com/office/drawing/2014/main" id="{D12A0C43-8C8A-B533-A67A-B04D89C2030E}"/>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59;p2">
              <a:extLst>
                <a:ext uri="{FF2B5EF4-FFF2-40B4-BE49-F238E27FC236}">
                  <a16:creationId xmlns:a16="http://schemas.microsoft.com/office/drawing/2014/main" id="{CACA5967-A6F8-DC8E-CFE3-618382C3B00F}"/>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60;p2">
              <a:extLst>
                <a:ext uri="{FF2B5EF4-FFF2-40B4-BE49-F238E27FC236}">
                  <a16:creationId xmlns:a16="http://schemas.microsoft.com/office/drawing/2014/main" id="{56A7953D-C40A-0759-6608-EA0E1927B13E}"/>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61;p2">
              <a:extLst>
                <a:ext uri="{FF2B5EF4-FFF2-40B4-BE49-F238E27FC236}">
                  <a16:creationId xmlns:a16="http://schemas.microsoft.com/office/drawing/2014/main" id="{0B4CCCDB-3CE1-D678-F164-0D2F3C1CF436}"/>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62;p2">
              <a:extLst>
                <a:ext uri="{FF2B5EF4-FFF2-40B4-BE49-F238E27FC236}">
                  <a16:creationId xmlns:a16="http://schemas.microsoft.com/office/drawing/2014/main" id="{B768ED58-8030-3194-D9FD-D6DF8263F71D}"/>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90" name="Google Shape;717;p13">
            <a:extLst>
              <a:ext uri="{FF2B5EF4-FFF2-40B4-BE49-F238E27FC236}">
                <a16:creationId xmlns:a16="http://schemas.microsoft.com/office/drawing/2014/main" id="{69EE069A-0D11-C73E-55F5-CC5B74A7BE9E}"/>
              </a:ext>
            </a:extLst>
          </p:cNvPr>
          <p:cNvGrpSpPr/>
          <p:nvPr/>
        </p:nvGrpSpPr>
        <p:grpSpPr>
          <a:xfrm>
            <a:off x="11304040" y="-4483962"/>
            <a:ext cx="5117787" cy="16687234"/>
            <a:chOff x="-3170262" y="3452177"/>
            <a:chExt cx="3721951" cy="12135923"/>
          </a:xfrm>
        </p:grpSpPr>
        <p:sp>
          <p:nvSpPr>
            <p:cNvPr id="291" name="Google Shape;718;p13">
              <a:extLst>
                <a:ext uri="{FF2B5EF4-FFF2-40B4-BE49-F238E27FC236}">
                  <a16:creationId xmlns:a16="http://schemas.microsoft.com/office/drawing/2014/main" id="{DE6B63BE-0230-D430-8AC8-4D41B13DB42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2" name="Google Shape;719;p13">
              <a:extLst>
                <a:ext uri="{FF2B5EF4-FFF2-40B4-BE49-F238E27FC236}">
                  <a16:creationId xmlns:a16="http://schemas.microsoft.com/office/drawing/2014/main" id="{0E7FD5B4-15EB-9C29-72FA-49D7114D689D}"/>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3" name="Google Shape;720;p13">
              <a:extLst>
                <a:ext uri="{FF2B5EF4-FFF2-40B4-BE49-F238E27FC236}">
                  <a16:creationId xmlns:a16="http://schemas.microsoft.com/office/drawing/2014/main" id="{0469B433-F5DB-2FE2-C44D-57FFBC2216BF}"/>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4" name="Google Shape;721;p13">
              <a:extLst>
                <a:ext uri="{FF2B5EF4-FFF2-40B4-BE49-F238E27FC236}">
                  <a16:creationId xmlns:a16="http://schemas.microsoft.com/office/drawing/2014/main" id="{33878F83-E5B0-36BA-577B-8D1D296F6F80}"/>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5" name="Google Shape;722;p13">
              <a:extLst>
                <a:ext uri="{FF2B5EF4-FFF2-40B4-BE49-F238E27FC236}">
                  <a16:creationId xmlns:a16="http://schemas.microsoft.com/office/drawing/2014/main" id="{57B5F88F-F53F-197F-E761-BABEB0F65C93}"/>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6" name="Google Shape;723;p13">
              <a:extLst>
                <a:ext uri="{FF2B5EF4-FFF2-40B4-BE49-F238E27FC236}">
                  <a16:creationId xmlns:a16="http://schemas.microsoft.com/office/drawing/2014/main" id="{94B35929-2002-0514-AC12-535C7B9AE412}"/>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7" name="Google Shape;724;p13">
              <a:extLst>
                <a:ext uri="{FF2B5EF4-FFF2-40B4-BE49-F238E27FC236}">
                  <a16:creationId xmlns:a16="http://schemas.microsoft.com/office/drawing/2014/main" id="{8107D17A-D770-E833-A239-D36A42F65853}"/>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8" name="Google Shape;725;p13">
              <a:extLst>
                <a:ext uri="{FF2B5EF4-FFF2-40B4-BE49-F238E27FC236}">
                  <a16:creationId xmlns:a16="http://schemas.microsoft.com/office/drawing/2014/main" id="{F1AE5C80-5247-87E7-B71B-E8899DA947B6}"/>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9" name="Google Shape;726;p13">
              <a:extLst>
                <a:ext uri="{FF2B5EF4-FFF2-40B4-BE49-F238E27FC236}">
                  <a16:creationId xmlns:a16="http://schemas.microsoft.com/office/drawing/2014/main" id="{FA2B70D1-3A59-4D7C-037C-D38F056B767E}"/>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0" name="Google Shape;727;p13">
              <a:extLst>
                <a:ext uri="{FF2B5EF4-FFF2-40B4-BE49-F238E27FC236}">
                  <a16:creationId xmlns:a16="http://schemas.microsoft.com/office/drawing/2014/main" id="{59D8EF90-55B6-7470-17B2-50ADA7CB9A7B}"/>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1" name="Google Shape;728;p13">
              <a:extLst>
                <a:ext uri="{FF2B5EF4-FFF2-40B4-BE49-F238E27FC236}">
                  <a16:creationId xmlns:a16="http://schemas.microsoft.com/office/drawing/2014/main" id="{01353EEE-ACA8-9068-C5A2-665DB735493F}"/>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2" name="Google Shape;729;p13">
              <a:extLst>
                <a:ext uri="{FF2B5EF4-FFF2-40B4-BE49-F238E27FC236}">
                  <a16:creationId xmlns:a16="http://schemas.microsoft.com/office/drawing/2014/main" id="{5EE96BAF-058E-4C54-7FD6-53B9325169F7}"/>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3" name="Google Shape;730;p13">
              <a:extLst>
                <a:ext uri="{FF2B5EF4-FFF2-40B4-BE49-F238E27FC236}">
                  <a16:creationId xmlns:a16="http://schemas.microsoft.com/office/drawing/2014/main" id="{6E4D19F8-A023-EDB0-4C52-2FFC2919AB1D}"/>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4" name="Google Shape;731;p13">
              <a:extLst>
                <a:ext uri="{FF2B5EF4-FFF2-40B4-BE49-F238E27FC236}">
                  <a16:creationId xmlns:a16="http://schemas.microsoft.com/office/drawing/2014/main" id="{1194CC5E-0FE9-CA25-92B8-BFFD80F12C5C}"/>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5" name="Google Shape;732;p13">
              <a:extLst>
                <a:ext uri="{FF2B5EF4-FFF2-40B4-BE49-F238E27FC236}">
                  <a16:creationId xmlns:a16="http://schemas.microsoft.com/office/drawing/2014/main" id="{852509B5-6E02-1CE9-24A9-CE431244EBEC}"/>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6" name="Google Shape;733;p13">
              <a:extLst>
                <a:ext uri="{FF2B5EF4-FFF2-40B4-BE49-F238E27FC236}">
                  <a16:creationId xmlns:a16="http://schemas.microsoft.com/office/drawing/2014/main" id="{987EC315-4D51-08D7-6702-DBC1BB198F45}"/>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7" name="Google Shape;734;p13">
              <a:extLst>
                <a:ext uri="{FF2B5EF4-FFF2-40B4-BE49-F238E27FC236}">
                  <a16:creationId xmlns:a16="http://schemas.microsoft.com/office/drawing/2014/main" id="{A8020313-BB24-CFFA-D232-26338B34028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8" name="Google Shape;735;p13">
              <a:extLst>
                <a:ext uri="{FF2B5EF4-FFF2-40B4-BE49-F238E27FC236}">
                  <a16:creationId xmlns:a16="http://schemas.microsoft.com/office/drawing/2014/main" id="{DB119823-FD36-0E53-6929-B6B5683AE01E}"/>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9" name="Google Shape;736;p13">
              <a:extLst>
                <a:ext uri="{FF2B5EF4-FFF2-40B4-BE49-F238E27FC236}">
                  <a16:creationId xmlns:a16="http://schemas.microsoft.com/office/drawing/2014/main" id="{66BB4C14-DE5C-09FD-ECEA-6B30F5F0A4BA}"/>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0" name="Google Shape;737;p13">
              <a:extLst>
                <a:ext uri="{FF2B5EF4-FFF2-40B4-BE49-F238E27FC236}">
                  <a16:creationId xmlns:a16="http://schemas.microsoft.com/office/drawing/2014/main" id="{F200F8E9-043A-AD76-3F50-E66761835E87}"/>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1" name="Google Shape;738;p13">
              <a:extLst>
                <a:ext uri="{FF2B5EF4-FFF2-40B4-BE49-F238E27FC236}">
                  <a16:creationId xmlns:a16="http://schemas.microsoft.com/office/drawing/2014/main" id="{CA646636-538E-0B2E-4BA4-BA3929695875}"/>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2" name="Google Shape;739;p13">
              <a:extLst>
                <a:ext uri="{FF2B5EF4-FFF2-40B4-BE49-F238E27FC236}">
                  <a16:creationId xmlns:a16="http://schemas.microsoft.com/office/drawing/2014/main" id="{217C67E0-0898-D885-A916-8B532A9E8954}"/>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3" name="Google Shape;740;p13">
              <a:extLst>
                <a:ext uri="{FF2B5EF4-FFF2-40B4-BE49-F238E27FC236}">
                  <a16:creationId xmlns:a16="http://schemas.microsoft.com/office/drawing/2014/main" id="{5D2C50F9-036A-4157-736C-E76F7126008D}"/>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4" name="Google Shape;741;p13">
              <a:extLst>
                <a:ext uri="{FF2B5EF4-FFF2-40B4-BE49-F238E27FC236}">
                  <a16:creationId xmlns:a16="http://schemas.microsoft.com/office/drawing/2014/main" id="{8DF75586-380B-8DA1-EC7F-CC1C31E887E9}"/>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5" name="Google Shape;742;p13">
              <a:extLst>
                <a:ext uri="{FF2B5EF4-FFF2-40B4-BE49-F238E27FC236}">
                  <a16:creationId xmlns:a16="http://schemas.microsoft.com/office/drawing/2014/main" id="{19871A02-4428-8BE4-95C7-B66F02D17D80}"/>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6" name="Google Shape;743;p13">
              <a:extLst>
                <a:ext uri="{FF2B5EF4-FFF2-40B4-BE49-F238E27FC236}">
                  <a16:creationId xmlns:a16="http://schemas.microsoft.com/office/drawing/2014/main" id="{99AEA92A-266D-86CF-5C03-11BA57D87FE5}"/>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7" name="Google Shape;744;p13">
              <a:extLst>
                <a:ext uri="{FF2B5EF4-FFF2-40B4-BE49-F238E27FC236}">
                  <a16:creationId xmlns:a16="http://schemas.microsoft.com/office/drawing/2014/main" id="{D3E72295-5C08-B6C3-E3A4-02868AE8549F}"/>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8" name="Google Shape;745;p13">
              <a:extLst>
                <a:ext uri="{FF2B5EF4-FFF2-40B4-BE49-F238E27FC236}">
                  <a16:creationId xmlns:a16="http://schemas.microsoft.com/office/drawing/2014/main" id="{42FD7D27-8F19-464C-938A-AE84ED46D91D}"/>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9" name="Google Shape;746;p13">
              <a:extLst>
                <a:ext uri="{FF2B5EF4-FFF2-40B4-BE49-F238E27FC236}">
                  <a16:creationId xmlns:a16="http://schemas.microsoft.com/office/drawing/2014/main" id="{0AEA894B-10AD-7E8C-6328-5F383B4D1037}"/>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0" name="Google Shape;747;p13">
              <a:extLst>
                <a:ext uri="{FF2B5EF4-FFF2-40B4-BE49-F238E27FC236}">
                  <a16:creationId xmlns:a16="http://schemas.microsoft.com/office/drawing/2014/main" id="{9BE2E526-0D40-3BA0-976E-BAC9EBD7C670}"/>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1" name="Google Shape;748;p13">
              <a:extLst>
                <a:ext uri="{FF2B5EF4-FFF2-40B4-BE49-F238E27FC236}">
                  <a16:creationId xmlns:a16="http://schemas.microsoft.com/office/drawing/2014/main" id="{5D8BA1B1-1C56-0A51-948B-8F8F9D25F2D7}"/>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2" name="Google Shape;749;p13">
              <a:extLst>
                <a:ext uri="{FF2B5EF4-FFF2-40B4-BE49-F238E27FC236}">
                  <a16:creationId xmlns:a16="http://schemas.microsoft.com/office/drawing/2014/main" id="{9062D9BB-4C75-4C54-934D-C26D3C0563F6}"/>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3" name="Google Shape;750;p13">
              <a:extLst>
                <a:ext uri="{FF2B5EF4-FFF2-40B4-BE49-F238E27FC236}">
                  <a16:creationId xmlns:a16="http://schemas.microsoft.com/office/drawing/2014/main" id="{329693BD-585A-1F03-9EDD-F1416777D4D4}"/>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4" name="Google Shape;751;p13">
              <a:extLst>
                <a:ext uri="{FF2B5EF4-FFF2-40B4-BE49-F238E27FC236}">
                  <a16:creationId xmlns:a16="http://schemas.microsoft.com/office/drawing/2014/main" id="{D9DF4213-D4A0-5469-DAC1-D17F79DE0CEC}"/>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5" name="Google Shape;752;p13">
              <a:extLst>
                <a:ext uri="{FF2B5EF4-FFF2-40B4-BE49-F238E27FC236}">
                  <a16:creationId xmlns:a16="http://schemas.microsoft.com/office/drawing/2014/main" id="{8CDF3F79-7A62-DC5F-CDAA-3A12D71D400A}"/>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6" name="Google Shape;753;p13">
              <a:extLst>
                <a:ext uri="{FF2B5EF4-FFF2-40B4-BE49-F238E27FC236}">
                  <a16:creationId xmlns:a16="http://schemas.microsoft.com/office/drawing/2014/main" id="{60CF2A42-961C-1EEA-4BE9-D4D50911CAE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7" name="Google Shape;754;p13">
              <a:extLst>
                <a:ext uri="{FF2B5EF4-FFF2-40B4-BE49-F238E27FC236}">
                  <a16:creationId xmlns:a16="http://schemas.microsoft.com/office/drawing/2014/main" id="{C1A8D744-4BAA-54E0-4256-DB4C52448451}"/>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8" name="Google Shape;755;p13">
              <a:extLst>
                <a:ext uri="{FF2B5EF4-FFF2-40B4-BE49-F238E27FC236}">
                  <a16:creationId xmlns:a16="http://schemas.microsoft.com/office/drawing/2014/main" id="{A8E8DEFD-6BF2-7E06-2797-5DA91B209F62}"/>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9" name="Google Shape;756;p13">
              <a:extLst>
                <a:ext uri="{FF2B5EF4-FFF2-40B4-BE49-F238E27FC236}">
                  <a16:creationId xmlns:a16="http://schemas.microsoft.com/office/drawing/2014/main" id="{A2691BCC-42D1-4E27-207F-C27D9E1D9E9A}"/>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0" name="Google Shape;757;p13">
              <a:extLst>
                <a:ext uri="{FF2B5EF4-FFF2-40B4-BE49-F238E27FC236}">
                  <a16:creationId xmlns:a16="http://schemas.microsoft.com/office/drawing/2014/main" id="{A0653703-0CED-4DB6-3B17-5862C9D17B0D}"/>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1" name="Google Shape;758;p13">
              <a:extLst>
                <a:ext uri="{FF2B5EF4-FFF2-40B4-BE49-F238E27FC236}">
                  <a16:creationId xmlns:a16="http://schemas.microsoft.com/office/drawing/2014/main" id="{1B7B3592-1CD6-7AFC-5BE9-54654D7A8800}"/>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2" name="Google Shape;759;p13">
              <a:extLst>
                <a:ext uri="{FF2B5EF4-FFF2-40B4-BE49-F238E27FC236}">
                  <a16:creationId xmlns:a16="http://schemas.microsoft.com/office/drawing/2014/main" id="{37A61E98-3587-402B-B240-768CB9AC3C2B}"/>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3" name="Google Shape;760;p13">
              <a:extLst>
                <a:ext uri="{FF2B5EF4-FFF2-40B4-BE49-F238E27FC236}">
                  <a16:creationId xmlns:a16="http://schemas.microsoft.com/office/drawing/2014/main" id="{492BC105-9FB4-05CB-54F9-D492BC15C8CA}"/>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4" name="Google Shape;761;p13">
              <a:extLst>
                <a:ext uri="{FF2B5EF4-FFF2-40B4-BE49-F238E27FC236}">
                  <a16:creationId xmlns:a16="http://schemas.microsoft.com/office/drawing/2014/main" id="{9C069EC6-2A34-E62C-0AF5-6886D99EBC89}"/>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5" name="Google Shape;762;p13">
              <a:extLst>
                <a:ext uri="{FF2B5EF4-FFF2-40B4-BE49-F238E27FC236}">
                  <a16:creationId xmlns:a16="http://schemas.microsoft.com/office/drawing/2014/main" id="{92E7943D-ABEF-8E49-4949-93071596A176}"/>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6" name="Google Shape;763;p13">
              <a:extLst>
                <a:ext uri="{FF2B5EF4-FFF2-40B4-BE49-F238E27FC236}">
                  <a16:creationId xmlns:a16="http://schemas.microsoft.com/office/drawing/2014/main" id="{9DD21F2C-22B0-F5E6-3E69-B59939F769A0}"/>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7" name="Google Shape;764;p13">
              <a:extLst>
                <a:ext uri="{FF2B5EF4-FFF2-40B4-BE49-F238E27FC236}">
                  <a16:creationId xmlns:a16="http://schemas.microsoft.com/office/drawing/2014/main" id="{9599ECF6-9570-7E47-E361-CDA21828A56E}"/>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8" name="Google Shape;765;p13">
              <a:extLst>
                <a:ext uri="{FF2B5EF4-FFF2-40B4-BE49-F238E27FC236}">
                  <a16:creationId xmlns:a16="http://schemas.microsoft.com/office/drawing/2014/main" id="{2F6B1654-BA57-95CB-4A1A-9F844F2D0953}"/>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9" name="Google Shape;766;p13">
              <a:extLst>
                <a:ext uri="{FF2B5EF4-FFF2-40B4-BE49-F238E27FC236}">
                  <a16:creationId xmlns:a16="http://schemas.microsoft.com/office/drawing/2014/main" id="{5D53A4EB-45F0-3165-A8C2-C60DA2B6DFA3}"/>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0" name="Google Shape;767;p13">
              <a:extLst>
                <a:ext uri="{FF2B5EF4-FFF2-40B4-BE49-F238E27FC236}">
                  <a16:creationId xmlns:a16="http://schemas.microsoft.com/office/drawing/2014/main" id="{D8993DA5-C925-882F-0816-75574AE46EBB}"/>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1" name="Google Shape;768;p13">
              <a:extLst>
                <a:ext uri="{FF2B5EF4-FFF2-40B4-BE49-F238E27FC236}">
                  <a16:creationId xmlns:a16="http://schemas.microsoft.com/office/drawing/2014/main" id="{2CF7FA54-CD4A-6208-B9BF-F5BB3A02AB9F}"/>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2" name="Google Shape;769;p13">
              <a:extLst>
                <a:ext uri="{FF2B5EF4-FFF2-40B4-BE49-F238E27FC236}">
                  <a16:creationId xmlns:a16="http://schemas.microsoft.com/office/drawing/2014/main" id="{D4680BF8-D6F7-AE72-1A79-E180BB64A67C}"/>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3" name="Google Shape;770;p13">
              <a:extLst>
                <a:ext uri="{FF2B5EF4-FFF2-40B4-BE49-F238E27FC236}">
                  <a16:creationId xmlns:a16="http://schemas.microsoft.com/office/drawing/2014/main" id="{9C1D801A-E94A-585C-3C11-FA9ED3761EAD}"/>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4" name="Google Shape;771;p13">
              <a:extLst>
                <a:ext uri="{FF2B5EF4-FFF2-40B4-BE49-F238E27FC236}">
                  <a16:creationId xmlns:a16="http://schemas.microsoft.com/office/drawing/2014/main" id="{3FDDA065-2410-4F4D-6E07-39E02FA3E4CD}"/>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5" name="Google Shape;772;p13">
              <a:extLst>
                <a:ext uri="{FF2B5EF4-FFF2-40B4-BE49-F238E27FC236}">
                  <a16:creationId xmlns:a16="http://schemas.microsoft.com/office/drawing/2014/main" id="{61AAA323-D941-F705-412F-AEC93F3E7D61}"/>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6" name="Google Shape;773;p13">
              <a:extLst>
                <a:ext uri="{FF2B5EF4-FFF2-40B4-BE49-F238E27FC236}">
                  <a16:creationId xmlns:a16="http://schemas.microsoft.com/office/drawing/2014/main" id="{E054D588-BD84-2B0A-64B4-BB8F950D6E4E}"/>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grpSp>
        <p:nvGrpSpPr>
          <p:cNvPr id="355" name="Google Shape;2675;p43">
            <a:extLst>
              <a:ext uri="{FF2B5EF4-FFF2-40B4-BE49-F238E27FC236}">
                <a16:creationId xmlns:a16="http://schemas.microsoft.com/office/drawing/2014/main" id="{70490C24-2B9F-CE48-4324-AE11A0988DA4}"/>
              </a:ext>
            </a:extLst>
          </p:cNvPr>
          <p:cNvGrpSpPr/>
          <p:nvPr/>
        </p:nvGrpSpPr>
        <p:grpSpPr>
          <a:xfrm>
            <a:off x="5514868" y="2859811"/>
            <a:ext cx="1162261" cy="1162261"/>
            <a:chOff x="851175" y="1582401"/>
            <a:chExt cx="964872" cy="964872"/>
          </a:xfrm>
        </p:grpSpPr>
        <p:sp>
          <p:nvSpPr>
            <p:cNvPr id="356" name="Google Shape;2676;p43">
              <a:extLst>
                <a:ext uri="{FF2B5EF4-FFF2-40B4-BE49-F238E27FC236}">
                  <a16:creationId xmlns:a16="http://schemas.microsoft.com/office/drawing/2014/main" id="{D6BF32F0-17A3-8AAF-E154-E8178BC717DD}"/>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2677;p43">
              <a:extLst>
                <a:ext uri="{FF2B5EF4-FFF2-40B4-BE49-F238E27FC236}">
                  <a16:creationId xmlns:a16="http://schemas.microsoft.com/office/drawing/2014/main" id="{DE2F6790-E1DA-D42D-05E9-6B2EF21BD969}"/>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58" name="Google Shape;2683;p43">
            <a:extLst>
              <a:ext uri="{FF2B5EF4-FFF2-40B4-BE49-F238E27FC236}">
                <a16:creationId xmlns:a16="http://schemas.microsoft.com/office/drawing/2014/main" id="{C8263B3D-1A74-E3B8-E610-5769B5537DE5}"/>
              </a:ext>
            </a:extLst>
          </p:cNvPr>
          <p:cNvSpPr txBox="1">
            <a:spLocks/>
          </p:cNvSpPr>
          <p:nvPr/>
        </p:nvSpPr>
        <p:spPr>
          <a:xfrm>
            <a:off x="5495986" y="3043553"/>
            <a:ext cx="1174626" cy="8161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9pPr>
          </a:lstStyle>
          <a:p>
            <a:pPr marL="0" marR="0" lvl="0" indent="0" algn="ctr" defTabSz="914400" rtl="0" eaLnBrk="1" fontAlgn="auto" latinLnBrk="0" hangingPunct="1">
              <a:lnSpc>
                <a:spcPct val="100000"/>
              </a:lnSpc>
              <a:spcBef>
                <a:spcPts val="0"/>
              </a:spcBef>
              <a:spcAft>
                <a:spcPts val="0"/>
              </a:spcAft>
              <a:buClr>
                <a:srgbClr val="FFFFFF"/>
              </a:buClr>
              <a:buSzPts val="3700"/>
              <a:buFont typeface="Play"/>
              <a:buNone/>
              <a:tabLst/>
              <a:defRPr/>
            </a:pPr>
            <a:r>
              <a:rPr kumimoji="0" lang="en" sz="4800" b="1" i="0" u="none" strike="noStrike" kern="0" cap="none" spc="0" normalizeH="0" baseline="0" noProof="0" dirty="0">
                <a:ln>
                  <a:noFill/>
                </a:ln>
                <a:solidFill>
                  <a:srgbClr val="FFFFFF"/>
                </a:solidFill>
                <a:effectLst/>
                <a:uLnTx/>
                <a:uFillTx/>
                <a:latin typeface="Play"/>
                <a:sym typeface="Play"/>
              </a:rPr>
              <a:t>3</a:t>
            </a:r>
          </a:p>
        </p:txBody>
      </p:sp>
      <p:sp>
        <p:nvSpPr>
          <p:cNvPr id="360" name="Google Shape;2686;p43">
            <a:extLst>
              <a:ext uri="{FF2B5EF4-FFF2-40B4-BE49-F238E27FC236}">
                <a16:creationId xmlns:a16="http://schemas.microsoft.com/office/drawing/2014/main" id="{B78C49EC-E95D-2F21-37D0-28A37057D364}"/>
              </a:ext>
            </a:extLst>
          </p:cNvPr>
          <p:cNvSpPr txBox="1">
            <a:spLocks/>
          </p:cNvSpPr>
          <p:nvPr/>
        </p:nvSpPr>
        <p:spPr>
          <a:xfrm>
            <a:off x="3493291" y="4393055"/>
            <a:ext cx="5205413" cy="3006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1pPr>
            <a:lvl2pPr marL="914400" marR="0" lvl="1"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2pPr>
            <a:lvl3pPr marL="1371600" marR="0" lvl="2"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3pPr>
            <a:lvl4pPr marL="1828800" marR="0" lvl="3"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4pPr>
            <a:lvl5pPr marL="2286000" marR="0" lvl="4"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5pPr>
            <a:lvl6pPr marL="2743200" marR="0" lvl="5"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6pPr>
            <a:lvl7pPr marL="3200400" marR="0" lvl="6"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7pPr>
            <a:lvl8pPr marL="3657600" marR="0" lvl="7"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8pPr>
            <a:lvl9pPr marL="4114800" marR="0" lvl="8"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9pPr>
          </a:lstStyle>
          <a:p>
            <a:pPr marL="0" marR="0" lvl="0" indent="0" algn="ctr" defTabSz="914400" rtl="0" eaLnBrk="1" fontAlgn="auto" latinLnBrk="0" hangingPunct="1">
              <a:lnSpc>
                <a:spcPct val="100000"/>
              </a:lnSpc>
              <a:spcBef>
                <a:spcPts val="0"/>
              </a:spcBef>
              <a:spcAft>
                <a:spcPts val="0"/>
              </a:spcAft>
              <a:buClr>
                <a:srgbClr val="FFFFFF"/>
              </a:buClr>
              <a:buSzPts val="2000"/>
              <a:buFont typeface="Play"/>
              <a:buNone/>
              <a:tabLst/>
              <a:defRPr/>
            </a:pPr>
            <a:r>
              <a:rPr kumimoji="0" lang="ar-EG" sz="2400" b="1" i="0" u="none" strike="noStrike" kern="0" cap="none" spc="0" normalizeH="0" baseline="0" noProof="0" dirty="0">
                <a:ln>
                  <a:noFill/>
                </a:ln>
                <a:solidFill>
                  <a:srgbClr val="FFFFFF"/>
                </a:solidFill>
                <a:effectLst/>
                <a:uLnTx/>
                <a:uFillTx/>
                <a:latin typeface="+mn-lt"/>
                <a:sym typeface="Play"/>
              </a:rPr>
              <a:t>1970</a:t>
            </a:r>
            <a:r>
              <a:rPr kumimoji="0" lang="en-US" sz="2400" b="1" i="0" u="none" strike="noStrike" kern="0" cap="none" spc="0" normalizeH="0" baseline="0" noProof="0" dirty="0">
                <a:ln>
                  <a:noFill/>
                </a:ln>
                <a:solidFill>
                  <a:srgbClr val="FFFFFF"/>
                </a:solidFill>
                <a:effectLst/>
                <a:uLnTx/>
                <a:uFillTx/>
                <a:latin typeface="+mn-lt"/>
                <a:sym typeface="Play"/>
              </a:rPr>
              <a:t>s: Propagation and Purification </a:t>
            </a:r>
          </a:p>
        </p:txBody>
      </p:sp>
      <p:sp>
        <p:nvSpPr>
          <p:cNvPr id="361" name="TextBox 360">
            <a:extLst>
              <a:ext uri="{FF2B5EF4-FFF2-40B4-BE49-F238E27FC236}">
                <a16:creationId xmlns:a16="http://schemas.microsoft.com/office/drawing/2014/main" id="{BE1AACA2-2C4C-5C58-32C5-1E2ECE6A1A25}"/>
              </a:ext>
            </a:extLst>
          </p:cNvPr>
          <p:cNvSpPr txBox="1"/>
          <p:nvPr/>
        </p:nvSpPr>
        <p:spPr>
          <a:xfrm>
            <a:off x="1841499" y="4870847"/>
            <a:ext cx="8508999" cy="1200329"/>
          </a:xfrm>
          <a:prstGeom prst="rect">
            <a:avLst/>
          </a:prstGeom>
          <a:noFill/>
        </p:spPr>
        <p:txBody>
          <a:bodyPr wrap="square" rtlCol="0">
            <a:spAutoFit/>
          </a:bodyPr>
          <a:lstStyle/>
          <a:p>
            <a:pPr algn="ctr"/>
            <a:r>
              <a:rPr lang="en-US" dirty="0">
                <a:solidFill>
                  <a:schemeClr val="bg1"/>
                </a:solidFill>
              </a:rPr>
              <a:t>A team at Xerox PARC Laboratories, led by Alan Kay, developed the Smalltalk language. Smalltalk is considered the first purely object-oriented language. It established the concepts of encapsulation and polymorphism and introduced the term "object-oriented programming" itself.</a:t>
            </a:r>
          </a:p>
        </p:txBody>
      </p:sp>
    </p:spTree>
    <p:extLst>
      <p:ext uri="{BB962C8B-B14F-4D97-AF65-F5344CB8AC3E}">
        <p14:creationId xmlns:p14="http://schemas.microsoft.com/office/powerpoint/2010/main" val="6700880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4C41A68-DD06-BB28-3A2D-26D0A714D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8EA97-AECF-B364-DC79-A88CAA7D9A75}"/>
              </a:ext>
            </a:extLst>
          </p:cNvPr>
          <p:cNvSpPr>
            <a:spLocks noGrp="1"/>
          </p:cNvSpPr>
          <p:nvPr>
            <p:ph type="ctrTitle"/>
          </p:nvPr>
        </p:nvSpPr>
        <p:spPr>
          <a:xfrm>
            <a:off x="1524000" y="991898"/>
            <a:ext cx="9144000" cy="1040463"/>
          </a:xfrm>
        </p:spPr>
        <p:txBody>
          <a:bodyPr anchor="ctr">
            <a:noAutofit/>
          </a:bodyPr>
          <a:lstStyle/>
          <a:p>
            <a:pPr>
              <a:lnSpc>
                <a:spcPct val="100000"/>
              </a:lnSpc>
            </a:pPr>
            <a:r>
              <a:rPr lang="en" sz="4400" dirty="0">
                <a:solidFill>
                  <a:schemeClr val="bg1"/>
                </a:solidFill>
                <a:latin typeface="Aptos Black" panose="020F0502020204030204" pitchFamily="34" charset="0"/>
              </a:rPr>
              <a:t>THE EVOLUTION OF SOFTWARE </a:t>
            </a:r>
            <a:r>
              <a:rPr lang="en" sz="4400" dirty="0">
                <a:solidFill>
                  <a:srgbClr val="E63B00"/>
                </a:solidFill>
                <a:latin typeface="Aptos Black" panose="020F0502020204030204" pitchFamily="34" charset="0"/>
              </a:rPr>
              <a:t>PROGRAMMING METHODS</a:t>
            </a:r>
            <a:endParaRPr lang="en-US" sz="3200" dirty="0">
              <a:solidFill>
                <a:srgbClr val="E63B00"/>
              </a:solidFill>
            </a:endParaRPr>
          </a:p>
        </p:txBody>
      </p:sp>
      <p:grpSp>
        <p:nvGrpSpPr>
          <p:cNvPr id="170" name="Google Shape;2641;p40">
            <a:extLst>
              <a:ext uri="{FF2B5EF4-FFF2-40B4-BE49-F238E27FC236}">
                <a16:creationId xmlns:a16="http://schemas.microsoft.com/office/drawing/2014/main" id="{D5F17D66-1FF2-BBBA-BE66-CB59CC0BB344}"/>
              </a:ext>
            </a:extLst>
          </p:cNvPr>
          <p:cNvGrpSpPr>
            <a:grpSpLocks/>
          </p:cNvGrpSpPr>
          <p:nvPr/>
        </p:nvGrpSpPr>
        <p:grpSpPr>
          <a:xfrm>
            <a:off x="3872175" y="2324461"/>
            <a:ext cx="4447650" cy="135300"/>
            <a:chOff x="2365175" y="3596070"/>
            <a:chExt cx="4447650" cy="135300"/>
          </a:xfrm>
        </p:grpSpPr>
        <p:sp>
          <p:nvSpPr>
            <p:cNvPr id="171" name="Google Shape;2642;p40">
              <a:extLst>
                <a:ext uri="{FF2B5EF4-FFF2-40B4-BE49-F238E27FC236}">
                  <a16:creationId xmlns:a16="http://schemas.microsoft.com/office/drawing/2014/main" id="{0BE7737D-1D03-E165-037B-6B839D41E8D6}"/>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2643;p40">
              <a:extLst>
                <a:ext uri="{FF2B5EF4-FFF2-40B4-BE49-F238E27FC236}">
                  <a16:creationId xmlns:a16="http://schemas.microsoft.com/office/drawing/2014/main" id="{D34BBAC5-9260-BF16-59DD-044A1370B1A3}"/>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73" name="Google Shape;2644;p40">
              <a:extLst>
                <a:ext uri="{FF2B5EF4-FFF2-40B4-BE49-F238E27FC236}">
                  <a16:creationId xmlns:a16="http://schemas.microsoft.com/office/drawing/2014/main" id="{731B1692-E110-412D-3E2F-807353427EB8}"/>
                </a:ext>
              </a:extLst>
            </p:cNvPr>
            <p:cNvCxnSpPr>
              <a:cxnSpLocks/>
              <a:stCxn id="171" idx="6"/>
              <a:endCxn id="172"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grpSp>
        <p:nvGrpSpPr>
          <p:cNvPr id="4" name="Google Shape;717;p13">
            <a:extLst>
              <a:ext uri="{FF2B5EF4-FFF2-40B4-BE49-F238E27FC236}">
                <a16:creationId xmlns:a16="http://schemas.microsoft.com/office/drawing/2014/main" id="{26DBA27D-3A69-14CC-5A9A-C9CF68C43AEA}"/>
              </a:ext>
            </a:extLst>
          </p:cNvPr>
          <p:cNvGrpSpPr/>
          <p:nvPr/>
        </p:nvGrpSpPr>
        <p:grpSpPr>
          <a:xfrm>
            <a:off x="-4162782" y="-9232617"/>
            <a:ext cx="5117787" cy="16687234"/>
            <a:chOff x="-3170262" y="3452177"/>
            <a:chExt cx="3721951" cy="12135923"/>
          </a:xfrm>
        </p:grpSpPr>
        <p:sp>
          <p:nvSpPr>
            <p:cNvPr id="5" name="Google Shape;718;p13">
              <a:extLst>
                <a:ext uri="{FF2B5EF4-FFF2-40B4-BE49-F238E27FC236}">
                  <a16:creationId xmlns:a16="http://schemas.microsoft.com/office/drawing/2014/main" id="{ECFB20CA-0F53-F8D9-D899-905863A5AFD8}"/>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719;p13">
              <a:extLst>
                <a:ext uri="{FF2B5EF4-FFF2-40B4-BE49-F238E27FC236}">
                  <a16:creationId xmlns:a16="http://schemas.microsoft.com/office/drawing/2014/main" id="{8531383D-2ADD-7A21-A9B3-14BCA1CC85CE}"/>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720;p13">
              <a:extLst>
                <a:ext uri="{FF2B5EF4-FFF2-40B4-BE49-F238E27FC236}">
                  <a16:creationId xmlns:a16="http://schemas.microsoft.com/office/drawing/2014/main" id="{09B8E132-0774-DAD5-7EE6-AC84B9E302EC}"/>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721;p13">
              <a:extLst>
                <a:ext uri="{FF2B5EF4-FFF2-40B4-BE49-F238E27FC236}">
                  <a16:creationId xmlns:a16="http://schemas.microsoft.com/office/drawing/2014/main" id="{4035E940-4685-0C3E-607D-E555700AF70D}"/>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722;p13">
              <a:extLst>
                <a:ext uri="{FF2B5EF4-FFF2-40B4-BE49-F238E27FC236}">
                  <a16:creationId xmlns:a16="http://schemas.microsoft.com/office/drawing/2014/main" id="{7E559498-2000-83CF-0A86-FD38B1C1604F}"/>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723;p13">
              <a:extLst>
                <a:ext uri="{FF2B5EF4-FFF2-40B4-BE49-F238E27FC236}">
                  <a16:creationId xmlns:a16="http://schemas.microsoft.com/office/drawing/2014/main" id="{02EA5AB7-6F7C-6013-4BE7-E3C3EF1F40D5}"/>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724;p13">
              <a:extLst>
                <a:ext uri="{FF2B5EF4-FFF2-40B4-BE49-F238E27FC236}">
                  <a16:creationId xmlns:a16="http://schemas.microsoft.com/office/drawing/2014/main" id="{0C630317-57BA-CB9A-E381-0A1C7F300669}"/>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725;p13">
              <a:extLst>
                <a:ext uri="{FF2B5EF4-FFF2-40B4-BE49-F238E27FC236}">
                  <a16:creationId xmlns:a16="http://schemas.microsoft.com/office/drawing/2014/main" id="{5BD12271-311D-2064-C1E6-6FB9576DB2C3}"/>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726;p13">
              <a:extLst>
                <a:ext uri="{FF2B5EF4-FFF2-40B4-BE49-F238E27FC236}">
                  <a16:creationId xmlns:a16="http://schemas.microsoft.com/office/drawing/2014/main" id="{19F1F78F-81C4-5B7C-9695-1177C61DA67D}"/>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727;p13">
              <a:extLst>
                <a:ext uri="{FF2B5EF4-FFF2-40B4-BE49-F238E27FC236}">
                  <a16:creationId xmlns:a16="http://schemas.microsoft.com/office/drawing/2014/main" id="{693D5B9E-0FAE-2AA7-7C2F-6E77E7C40BE9}"/>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728;p13">
              <a:extLst>
                <a:ext uri="{FF2B5EF4-FFF2-40B4-BE49-F238E27FC236}">
                  <a16:creationId xmlns:a16="http://schemas.microsoft.com/office/drawing/2014/main" id="{8AA23B8B-9D6B-C19D-912C-0D328CB0B02D}"/>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729;p13">
              <a:extLst>
                <a:ext uri="{FF2B5EF4-FFF2-40B4-BE49-F238E27FC236}">
                  <a16:creationId xmlns:a16="http://schemas.microsoft.com/office/drawing/2014/main" id="{DB36E5B4-4AD5-BE19-8000-80913258B5BE}"/>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730;p13">
              <a:extLst>
                <a:ext uri="{FF2B5EF4-FFF2-40B4-BE49-F238E27FC236}">
                  <a16:creationId xmlns:a16="http://schemas.microsoft.com/office/drawing/2014/main" id="{55CEB209-CA46-D3A4-DC24-33084D2CB4D0}"/>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731;p13">
              <a:extLst>
                <a:ext uri="{FF2B5EF4-FFF2-40B4-BE49-F238E27FC236}">
                  <a16:creationId xmlns:a16="http://schemas.microsoft.com/office/drawing/2014/main" id="{87EEC983-1730-8363-FBA2-92BF7966B833}"/>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732;p13">
              <a:extLst>
                <a:ext uri="{FF2B5EF4-FFF2-40B4-BE49-F238E27FC236}">
                  <a16:creationId xmlns:a16="http://schemas.microsoft.com/office/drawing/2014/main" id="{1058E0C2-3019-6B7A-2855-1560636EB10C}"/>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733;p13">
              <a:extLst>
                <a:ext uri="{FF2B5EF4-FFF2-40B4-BE49-F238E27FC236}">
                  <a16:creationId xmlns:a16="http://schemas.microsoft.com/office/drawing/2014/main" id="{8E410711-7546-C2A8-CECF-ACC2F39DA2D0}"/>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734;p13">
              <a:extLst>
                <a:ext uri="{FF2B5EF4-FFF2-40B4-BE49-F238E27FC236}">
                  <a16:creationId xmlns:a16="http://schemas.microsoft.com/office/drawing/2014/main" id="{A08A14A3-6C4E-0C45-BF90-03983E12E4D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735;p13">
              <a:extLst>
                <a:ext uri="{FF2B5EF4-FFF2-40B4-BE49-F238E27FC236}">
                  <a16:creationId xmlns:a16="http://schemas.microsoft.com/office/drawing/2014/main" id="{EA7A0322-1067-827A-0CFB-6806EC04F811}"/>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736;p13">
              <a:extLst>
                <a:ext uri="{FF2B5EF4-FFF2-40B4-BE49-F238E27FC236}">
                  <a16:creationId xmlns:a16="http://schemas.microsoft.com/office/drawing/2014/main" id="{678A22E9-144D-E16B-98C3-F803D47BB1B8}"/>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737;p13">
              <a:extLst>
                <a:ext uri="{FF2B5EF4-FFF2-40B4-BE49-F238E27FC236}">
                  <a16:creationId xmlns:a16="http://schemas.microsoft.com/office/drawing/2014/main" id="{FDBE39E3-7850-787E-9450-3F3F625B3045}"/>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738;p13">
              <a:extLst>
                <a:ext uri="{FF2B5EF4-FFF2-40B4-BE49-F238E27FC236}">
                  <a16:creationId xmlns:a16="http://schemas.microsoft.com/office/drawing/2014/main" id="{18A77FE8-7D9E-C737-31BF-5F878D8EA7F0}"/>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739;p13">
              <a:extLst>
                <a:ext uri="{FF2B5EF4-FFF2-40B4-BE49-F238E27FC236}">
                  <a16:creationId xmlns:a16="http://schemas.microsoft.com/office/drawing/2014/main" id="{15FE2A67-595F-9650-38C2-9085B97D4C16}"/>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740;p13">
              <a:extLst>
                <a:ext uri="{FF2B5EF4-FFF2-40B4-BE49-F238E27FC236}">
                  <a16:creationId xmlns:a16="http://schemas.microsoft.com/office/drawing/2014/main" id="{A1C9589F-99CA-2180-2486-7F5FA8C91CCD}"/>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741;p13">
              <a:extLst>
                <a:ext uri="{FF2B5EF4-FFF2-40B4-BE49-F238E27FC236}">
                  <a16:creationId xmlns:a16="http://schemas.microsoft.com/office/drawing/2014/main" id="{3DDF7CDA-3C40-468E-E1D1-47E13AFC953C}"/>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742;p13">
              <a:extLst>
                <a:ext uri="{FF2B5EF4-FFF2-40B4-BE49-F238E27FC236}">
                  <a16:creationId xmlns:a16="http://schemas.microsoft.com/office/drawing/2014/main" id="{29D25039-9123-1F1A-5765-A679E00B8116}"/>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743;p13">
              <a:extLst>
                <a:ext uri="{FF2B5EF4-FFF2-40B4-BE49-F238E27FC236}">
                  <a16:creationId xmlns:a16="http://schemas.microsoft.com/office/drawing/2014/main" id="{3F7424FA-0207-C0D5-E139-6E0EF0BEE74C}"/>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744;p13">
              <a:extLst>
                <a:ext uri="{FF2B5EF4-FFF2-40B4-BE49-F238E27FC236}">
                  <a16:creationId xmlns:a16="http://schemas.microsoft.com/office/drawing/2014/main" id="{DD94250B-62CD-BF6E-88F3-5080B2E63D9D}"/>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745;p13">
              <a:extLst>
                <a:ext uri="{FF2B5EF4-FFF2-40B4-BE49-F238E27FC236}">
                  <a16:creationId xmlns:a16="http://schemas.microsoft.com/office/drawing/2014/main" id="{B3DD3D73-9F4C-91B5-58B8-9840A9633F3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746;p13">
              <a:extLst>
                <a:ext uri="{FF2B5EF4-FFF2-40B4-BE49-F238E27FC236}">
                  <a16:creationId xmlns:a16="http://schemas.microsoft.com/office/drawing/2014/main" id="{68AB8BAF-A2DA-7A1C-CE40-A427F3C1CE2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747;p13">
              <a:extLst>
                <a:ext uri="{FF2B5EF4-FFF2-40B4-BE49-F238E27FC236}">
                  <a16:creationId xmlns:a16="http://schemas.microsoft.com/office/drawing/2014/main" id="{086A60A8-A19C-7052-5A9A-456637E3419D}"/>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748;p13">
              <a:extLst>
                <a:ext uri="{FF2B5EF4-FFF2-40B4-BE49-F238E27FC236}">
                  <a16:creationId xmlns:a16="http://schemas.microsoft.com/office/drawing/2014/main" id="{36794652-2814-FDCF-1450-B8ECBFF41CB2}"/>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749;p13">
              <a:extLst>
                <a:ext uri="{FF2B5EF4-FFF2-40B4-BE49-F238E27FC236}">
                  <a16:creationId xmlns:a16="http://schemas.microsoft.com/office/drawing/2014/main" id="{727C2BB7-F93F-65D3-4410-892B938FB132}"/>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750;p13">
              <a:extLst>
                <a:ext uri="{FF2B5EF4-FFF2-40B4-BE49-F238E27FC236}">
                  <a16:creationId xmlns:a16="http://schemas.microsoft.com/office/drawing/2014/main" id="{6A1ED35B-F189-947A-B3E0-CB0DD59852D4}"/>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751;p13">
              <a:extLst>
                <a:ext uri="{FF2B5EF4-FFF2-40B4-BE49-F238E27FC236}">
                  <a16:creationId xmlns:a16="http://schemas.microsoft.com/office/drawing/2014/main" id="{DFB17D6F-6F9D-BFB4-3CDF-E70B8ADFCBF0}"/>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752;p13">
              <a:extLst>
                <a:ext uri="{FF2B5EF4-FFF2-40B4-BE49-F238E27FC236}">
                  <a16:creationId xmlns:a16="http://schemas.microsoft.com/office/drawing/2014/main" id="{743BE5D6-2230-DD2C-7320-380F6AA6CCC5}"/>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753;p13">
              <a:extLst>
                <a:ext uri="{FF2B5EF4-FFF2-40B4-BE49-F238E27FC236}">
                  <a16:creationId xmlns:a16="http://schemas.microsoft.com/office/drawing/2014/main" id="{EB445768-D2A8-7A73-55F2-CCDD2EFDA68F}"/>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754;p13">
              <a:extLst>
                <a:ext uri="{FF2B5EF4-FFF2-40B4-BE49-F238E27FC236}">
                  <a16:creationId xmlns:a16="http://schemas.microsoft.com/office/drawing/2014/main" id="{11BCD8D6-5C1F-AFCE-E999-0D3BD145874D}"/>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755;p13">
              <a:extLst>
                <a:ext uri="{FF2B5EF4-FFF2-40B4-BE49-F238E27FC236}">
                  <a16:creationId xmlns:a16="http://schemas.microsoft.com/office/drawing/2014/main" id="{D9C0F146-EEE9-1CAB-6BE6-65A5EEE583E7}"/>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756;p13">
              <a:extLst>
                <a:ext uri="{FF2B5EF4-FFF2-40B4-BE49-F238E27FC236}">
                  <a16:creationId xmlns:a16="http://schemas.microsoft.com/office/drawing/2014/main" id="{6133D109-33FD-3B52-55C8-4D1B647BE1D1}"/>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757;p13">
              <a:extLst>
                <a:ext uri="{FF2B5EF4-FFF2-40B4-BE49-F238E27FC236}">
                  <a16:creationId xmlns:a16="http://schemas.microsoft.com/office/drawing/2014/main" id="{6600CC1B-EC83-2208-0ED0-C46D2D57BA0C}"/>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758;p13">
              <a:extLst>
                <a:ext uri="{FF2B5EF4-FFF2-40B4-BE49-F238E27FC236}">
                  <a16:creationId xmlns:a16="http://schemas.microsoft.com/office/drawing/2014/main" id="{87E62520-6F36-268A-0732-2EF8117BD5D5}"/>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759;p13">
              <a:extLst>
                <a:ext uri="{FF2B5EF4-FFF2-40B4-BE49-F238E27FC236}">
                  <a16:creationId xmlns:a16="http://schemas.microsoft.com/office/drawing/2014/main" id="{FC3AF9EA-D3B8-DFC4-3A30-963DAD9BC573}"/>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760;p13">
              <a:extLst>
                <a:ext uri="{FF2B5EF4-FFF2-40B4-BE49-F238E27FC236}">
                  <a16:creationId xmlns:a16="http://schemas.microsoft.com/office/drawing/2014/main" id="{86F20FCD-045C-12AB-58EC-E03687DEAB1D}"/>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761;p13">
              <a:extLst>
                <a:ext uri="{FF2B5EF4-FFF2-40B4-BE49-F238E27FC236}">
                  <a16:creationId xmlns:a16="http://schemas.microsoft.com/office/drawing/2014/main" id="{64566685-85FB-5896-CCB0-74EAEF67C6DB}"/>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762;p13">
              <a:extLst>
                <a:ext uri="{FF2B5EF4-FFF2-40B4-BE49-F238E27FC236}">
                  <a16:creationId xmlns:a16="http://schemas.microsoft.com/office/drawing/2014/main" id="{D35EBF7E-0F26-DE3A-1D1F-BC51952392AF}"/>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763;p13">
              <a:extLst>
                <a:ext uri="{FF2B5EF4-FFF2-40B4-BE49-F238E27FC236}">
                  <a16:creationId xmlns:a16="http://schemas.microsoft.com/office/drawing/2014/main" id="{D2E64DFF-2896-707F-B168-004C74F06F7B}"/>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764;p13">
              <a:extLst>
                <a:ext uri="{FF2B5EF4-FFF2-40B4-BE49-F238E27FC236}">
                  <a16:creationId xmlns:a16="http://schemas.microsoft.com/office/drawing/2014/main" id="{06ECD8E4-CAAE-EE6A-D5E3-4C0DA38DE63A}"/>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765;p13">
              <a:extLst>
                <a:ext uri="{FF2B5EF4-FFF2-40B4-BE49-F238E27FC236}">
                  <a16:creationId xmlns:a16="http://schemas.microsoft.com/office/drawing/2014/main" id="{6B006AA0-3DF1-6396-CC74-0DFB4DE6A8B1}"/>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766;p13">
              <a:extLst>
                <a:ext uri="{FF2B5EF4-FFF2-40B4-BE49-F238E27FC236}">
                  <a16:creationId xmlns:a16="http://schemas.microsoft.com/office/drawing/2014/main" id="{51EEEA7B-E361-D86B-7339-E3D367FE7D33}"/>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767;p13">
              <a:extLst>
                <a:ext uri="{FF2B5EF4-FFF2-40B4-BE49-F238E27FC236}">
                  <a16:creationId xmlns:a16="http://schemas.microsoft.com/office/drawing/2014/main" id="{9E410CC7-D26F-8242-18FF-6E8922155DDF}"/>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768;p13">
              <a:extLst>
                <a:ext uri="{FF2B5EF4-FFF2-40B4-BE49-F238E27FC236}">
                  <a16:creationId xmlns:a16="http://schemas.microsoft.com/office/drawing/2014/main" id="{FDDA1148-DC31-133B-6E60-4F393F2213A7}"/>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769;p13">
              <a:extLst>
                <a:ext uri="{FF2B5EF4-FFF2-40B4-BE49-F238E27FC236}">
                  <a16:creationId xmlns:a16="http://schemas.microsoft.com/office/drawing/2014/main" id="{135CE7F3-9145-5DA8-5CF6-95C512D13065}"/>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770;p13">
              <a:extLst>
                <a:ext uri="{FF2B5EF4-FFF2-40B4-BE49-F238E27FC236}">
                  <a16:creationId xmlns:a16="http://schemas.microsoft.com/office/drawing/2014/main" id="{A7F43B45-7A5A-6855-2E98-FF51E507FFF5}"/>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771;p13">
              <a:extLst>
                <a:ext uri="{FF2B5EF4-FFF2-40B4-BE49-F238E27FC236}">
                  <a16:creationId xmlns:a16="http://schemas.microsoft.com/office/drawing/2014/main" id="{86A87E77-6B2A-91AA-70BE-B2B5A02141B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772;p13">
              <a:extLst>
                <a:ext uri="{FF2B5EF4-FFF2-40B4-BE49-F238E27FC236}">
                  <a16:creationId xmlns:a16="http://schemas.microsoft.com/office/drawing/2014/main" id="{77841C1B-7706-CAB7-CF68-2624B5759BE9}"/>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773;p13">
              <a:extLst>
                <a:ext uri="{FF2B5EF4-FFF2-40B4-BE49-F238E27FC236}">
                  <a16:creationId xmlns:a16="http://schemas.microsoft.com/office/drawing/2014/main" id="{0545F9A4-4B87-4CF2-3CA4-637EFE3B63E0}"/>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90" name="Google Shape;717;p13">
            <a:extLst>
              <a:ext uri="{FF2B5EF4-FFF2-40B4-BE49-F238E27FC236}">
                <a16:creationId xmlns:a16="http://schemas.microsoft.com/office/drawing/2014/main" id="{638660DE-761B-34F3-AC78-EEF3ABD96C65}"/>
              </a:ext>
            </a:extLst>
          </p:cNvPr>
          <p:cNvGrpSpPr/>
          <p:nvPr/>
        </p:nvGrpSpPr>
        <p:grpSpPr>
          <a:xfrm>
            <a:off x="11304039" y="-3649962"/>
            <a:ext cx="5117788" cy="16687234"/>
            <a:chOff x="-3170263" y="3452177"/>
            <a:chExt cx="3721952" cy="12135923"/>
          </a:xfrm>
        </p:grpSpPr>
        <p:sp>
          <p:nvSpPr>
            <p:cNvPr id="291" name="Google Shape;718;p13">
              <a:extLst>
                <a:ext uri="{FF2B5EF4-FFF2-40B4-BE49-F238E27FC236}">
                  <a16:creationId xmlns:a16="http://schemas.microsoft.com/office/drawing/2014/main" id="{DE395A82-539A-9017-4EAC-7D081CE44947}"/>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2" name="Google Shape;719;p13">
              <a:extLst>
                <a:ext uri="{FF2B5EF4-FFF2-40B4-BE49-F238E27FC236}">
                  <a16:creationId xmlns:a16="http://schemas.microsoft.com/office/drawing/2014/main" id="{966C11C2-7C5B-C684-928B-A30926C58AD9}"/>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3" name="Google Shape;720;p13">
              <a:extLst>
                <a:ext uri="{FF2B5EF4-FFF2-40B4-BE49-F238E27FC236}">
                  <a16:creationId xmlns:a16="http://schemas.microsoft.com/office/drawing/2014/main" id="{FD579F5C-C45D-3D3A-1AEF-119C00009259}"/>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4" name="Google Shape;721;p13">
              <a:extLst>
                <a:ext uri="{FF2B5EF4-FFF2-40B4-BE49-F238E27FC236}">
                  <a16:creationId xmlns:a16="http://schemas.microsoft.com/office/drawing/2014/main" id="{CCB86163-683E-30D0-040D-F0AC9D15B30D}"/>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5" name="Google Shape;722;p13">
              <a:extLst>
                <a:ext uri="{FF2B5EF4-FFF2-40B4-BE49-F238E27FC236}">
                  <a16:creationId xmlns:a16="http://schemas.microsoft.com/office/drawing/2014/main" id="{3119080D-A77C-DAAA-CD97-7AE5CE89E1D4}"/>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6" name="Google Shape;723;p13">
              <a:extLst>
                <a:ext uri="{FF2B5EF4-FFF2-40B4-BE49-F238E27FC236}">
                  <a16:creationId xmlns:a16="http://schemas.microsoft.com/office/drawing/2014/main" id="{A433121B-CEAC-E9B7-28FD-EF777EE8FCA5}"/>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7" name="Google Shape;724;p13">
              <a:extLst>
                <a:ext uri="{FF2B5EF4-FFF2-40B4-BE49-F238E27FC236}">
                  <a16:creationId xmlns:a16="http://schemas.microsoft.com/office/drawing/2014/main" id="{3D20745A-A533-5223-FD5A-0998794A170C}"/>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8" name="Google Shape;725;p13">
              <a:extLst>
                <a:ext uri="{FF2B5EF4-FFF2-40B4-BE49-F238E27FC236}">
                  <a16:creationId xmlns:a16="http://schemas.microsoft.com/office/drawing/2014/main" id="{FEE240D5-A1D1-62BB-9C02-DE0C5BB33084}"/>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9" name="Google Shape;726;p13">
              <a:extLst>
                <a:ext uri="{FF2B5EF4-FFF2-40B4-BE49-F238E27FC236}">
                  <a16:creationId xmlns:a16="http://schemas.microsoft.com/office/drawing/2014/main" id="{5C99E9DF-187B-9510-56A8-669A1C177E3F}"/>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0" name="Google Shape;727;p13">
              <a:extLst>
                <a:ext uri="{FF2B5EF4-FFF2-40B4-BE49-F238E27FC236}">
                  <a16:creationId xmlns:a16="http://schemas.microsoft.com/office/drawing/2014/main" id="{57A93F3A-6D96-1D31-6684-D44A19D50859}"/>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1" name="Google Shape;728;p13">
              <a:extLst>
                <a:ext uri="{FF2B5EF4-FFF2-40B4-BE49-F238E27FC236}">
                  <a16:creationId xmlns:a16="http://schemas.microsoft.com/office/drawing/2014/main" id="{EB008FAD-6DEA-4B28-98CB-71B4A2C0E4E4}"/>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dirty="0">
                <a:sym typeface="Arial"/>
              </a:endParaRPr>
            </a:p>
          </p:txBody>
        </p:sp>
        <p:sp>
          <p:nvSpPr>
            <p:cNvPr id="302" name="Google Shape;729;p13">
              <a:extLst>
                <a:ext uri="{FF2B5EF4-FFF2-40B4-BE49-F238E27FC236}">
                  <a16:creationId xmlns:a16="http://schemas.microsoft.com/office/drawing/2014/main" id="{7576A35E-CAB1-032E-9D71-38A66C450633}"/>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3" name="Google Shape;730;p13">
              <a:extLst>
                <a:ext uri="{FF2B5EF4-FFF2-40B4-BE49-F238E27FC236}">
                  <a16:creationId xmlns:a16="http://schemas.microsoft.com/office/drawing/2014/main" id="{68D543F9-23C2-D97C-451D-FCDCB29F5588}"/>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4" name="Google Shape;731;p13">
              <a:extLst>
                <a:ext uri="{FF2B5EF4-FFF2-40B4-BE49-F238E27FC236}">
                  <a16:creationId xmlns:a16="http://schemas.microsoft.com/office/drawing/2014/main" id="{0B12DB5B-2443-B684-D694-5E086329448D}"/>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5" name="Google Shape;732;p13">
              <a:extLst>
                <a:ext uri="{FF2B5EF4-FFF2-40B4-BE49-F238E27FC236}">
                  <a16:creationId xmlns:a16="http://schemas.microsoft.com/office/drawing/2014/main" id="{802738D1-D966-605E-F520-F534AF0B4E90}"/>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6" name="Google Shape;733;p13">
              <a:extLst>
                <a:ext uri="{FF2B5EF4-FFF2-40B4-BE49-F238E27FC236}">
                  <a16:creationId xmlns:a16="http://schemas.microsoft.com/office/drawing/2014/main" id="{7D1CA56E-A94E-B89B-090A-92E70D77F8C7}"/>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7" name="Google Shape;734;p13">
              <a:extLst>
                <a:ext uri="{FF2B5EF4-FFF2-40B4-BE49-F238E27FC236}">
                  <a16:creationId xmlns:a16="http://schemas.microsoft.com/office/drawing/2014/main" id="{058F2559-5809-ED34-56A3-944DF1D11F24}"/>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8" name="Google Shape;735;p13">
              <a:extLst>
                <a:ext uri="{FF2B5EF4-FFF2-40B4-BE49-F238E27FC236}">
                  <a16:creationId xmlns:a16="http://schemas.microsoft.com/office/drawing/2014/main" id="{5AF92E5C-562F-CABD-08FD-5DE707E37CC5}"/>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9" name="Google Shape;736;p13">
              <a:extLst>
                <a:ext uri="{FF2B5EF4-FFF2-40B4-BE49-F238E27FC236}">
                  <a16:creationId xmlns:a16="http://schemas.microsoft.com/office/drawing/2014/main" id="{96CF1F6E-FD4E-54F5-930A-703499B7FB0F}"/>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0" name="Google Shape;737;p13">
              <a:extLst>
                <a:ext uri="{FF2B5EF4-FFF2-40B4-BE49-F238E27FC236}">
                  <a16:creationId xmlns:a16="http://schemas.microsoft.com/office/drawing/2014/main" id="{2AE0503A-25B7-EC81-1E62-6EB83F03CE14}"/>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1" name="Google Shape;738;p13">
              <a:extLst>
                <a:ext uri="{FF2B5EF4-FFF2-40B4-BE49-F238E27FC236}">
                  <a16:creationId xmlns:a16="http://schemas.microsoft.com/office/drawing/2014/main" id="{95D79542-6A98-4627-3B88-EC9FEBEE1B23}"/>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2" name="Google Shape;739;p13">
              <a:extLst>
                <a:ext uri="{FF2B5EF4-FFF2-40B4-BE49-F238E27FC236}">
                  <a16:creationId xmlns:a16="http://schemas.microsoft.com/office/drawing/2014/main" id="{27EBE065-DDD2-4283-89AD-3FE2071A246E}"/>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3" name="Google Shape;740;p13">
              <a:extLst>
                <a:ext uri="{FF2B5EF4-FFF2-40B4-BE49-F238E27FC236}">
                  <a16:creationId xmlns:a16="http://schemas.microsoft.com/office/drawing/2014/main" id="{D6101A30-83CB-A750-4326-BA2419531953}"/>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4" name="Google Shape;741;p13">
              <a:extLst>
                <a:ext uri="{FF2B5EF4-FFF2-40B4-BE49-F238E27FC236}">
                  <a16:creationId xmlns:a16="http://schemas.microsoft.com/office/drawing/2014/main" id="{B4B8AA3F-4D4B-D294-66F2-5534B8E6E997}"/>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5" name="Google Shape;742;p13">
              <a:extLst>
                <a:ext uri="{FF2B5EF4-FFF2-40B4-BE49-F238E27FC236}">
                  <a16:creationId xmlns:a16="http://schemas.microsoft.com/office/drawing/2014/main" id="{4370CB38-420B-6104-2BE6-D74C8C58E15D}"/>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6" name="Google Shape;743;p13">
              <a:extLst>
                <a:ext uri="{FF2B5EF4-FFF2-40B4-BE49-F238E27FC236}">
                  <a16:creationId xmlns:a16="http://schemas.microsoft.com/office/drawing/2014/main" id="{7CEDAB4E-5226-CB2D-9ED8-7F9955D2C255}"/>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7" name="Google Shape;744;p13">
              <a:extLst>
                <a:ext uri="{FF2B5EF4-FFF2-40B4-BE49-F238E27FC236}">
                  <a16:creationId xmlns:a16="http://schemas.microsoft.com/office/drawing/2014/main" id="{05BFADD0-64AC-AB4A-E1D6-924881AFF7A7}"/>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8" name="Google Shape;745;p13">
              <a:extLst>
                <a:ext uri="{FF2B5EF4-FFF2-40B4-BE49-F238E27FC236}">
                  <a16:creationId xmlns:a16="http://schemas.microsoft.com/office/drawing/2014/main" id="{CAC04467-39EE-624F-1D12-80051D5C10FE}"/>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9" name="Google Shape;746;p13">
              <a:extLst>
                <a:ext uri="{FF2B5EF4-FFF2-40B4-BE49-F238E27FC236}">
                  <a16:creationId xmlns:a16="http://schemas.microsoft.com/office/drawing/2014/main" id="{3A802E71-39A4-6646-5786-153AF4EA1069}"/>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0" name="Google Shape;747;p13">
              <a:extLst>
                <a:ext uri="{FF2B5EF4-FFF2-40B4-BE49-F238E27FC236}">
                  <a16:creationId xmlns:a16="http://schemas.microsoft.com/office/drawing/2014/main" id="{35E428FF-34D3-8B78-AFCC-595382B36B49}"/>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1" name="Google Shape;748;p13">
              <a:extLst>
                <a:ext uri="{FF2B5EF4-FFF2-40B4-BE49-F238E27FC236}">
                  <a16:creationId xmlns:a16="http://schemas.microsoft.com/office/drawing/2014/main" id="{DF5DD1DA-149D-F37C-8B74-FEF9FA5ADC55}"/>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2" name="Google Shape;749;p13">
              <a:extLst>
                <a:ext uri="{FF2B5EF4-FFF2-40B4-BE49-F238E27FC236}">
                  <a16:creationId xmlns:a16="http://schemas.microsoft.com/office/drawing/2014/main" id="{8FC809FF-4EC1-B023-88AE-FDD2C8FB234F}"/>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3" name="Google Shape;750;p13">
              <a:extLst>
                <a:ext uri="{FF2B5EF4-FFF2-40B4-BE49-F238E27FC236}">
                  <a16:creationId xmlns:a16="http://schemas.microsoft.com/office/drawing/2014/main" id="{F66B88E1-2C42-7454-CC5E-4DB87B4E6237}"/>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4" name="Google Shape;751;p13">
              <a:extLst>
                <a:ext uri="{FF2B5EF4-FFF2-40B4-BE49-F238E27FC236}">
                  <a16:creationId xmlns:a16="http://schemas.microsoft.com/office/drawing/2014/main" id="{0ED542B9-C873-6D36-FB54-EA542880A8CF}"/>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5" name="Google Shape;752;p13">
              <a:extLst>
                <a:ext uri="{FF2B5EF4-FFF2-40B4-BE49-F238E27FC236}">
                  <a16:creationId xmlns:a16="http://schemas.microsoft.com/office/drawing/2014/main" id="{B6F0A14A-0D7B-EDBA-A298-31D3D5721930}"/>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6" name="Google Shape;753;p13">
              <a:extLst>
                <a:ext uri="{FF2B5EF4-FFF2-40B4-BE49-F238E27FC236}">
                  <a16:creationId xmlns:a16="http://schemas.microsoft.com/office/drawing/2014/main" id="{E925DCBD-6B34-6904-087F-1E8C2E05E127}"/>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7" name="Google Shape;754;p13">
              <a:extLst>
                <a:ext uri="{FF2B5EF4-FFF2-40B4-BE49-F238E27FC236}">
                  <a16:creationId xmlns:a16="http://schemas.microsoft.com/office/drawing/2014/main" id="{126C0B80-0B51-DF33-7ADB-A37CBA83E242}"/>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8" name="Google Shape;755;p13">
              <a:extLst>
                <a:ext uri="{FF2B5EF4-FFF2-40B4-BE49-F238E27FC236}">
                  <a16:creationId xmlns:a16="http://schemas.microsoft.com/office/drawing/2014/main" id="{D928BF0A-40F9-6728-8015-512E1D75117B}"/>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9" name="Google Shape;756;p13">
              <a:extLst>
                <a:ext uri="{FF2B5EF4-FFF2-40B4-BE49-F238E27FC236}">
                  <a16:creationId xmlns:a16="http://schemas.microsoft.com/office/drawing/2014/main" id="{D09520C0-16A5-4C28-919B-0B4F0F09F08F}"/>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0" name="Google Shape;757;p13">
              <a:extLst>
                <a:ext uri="{FF2B5EF4-FFF2-40B4-BE49-F238E27FC236}">
                  <a16:creationId xmlns:a16="http://schemas.microsoft.com/office/drawing/2014/main" id="{960C8932-BDD5-64B2-E010-852C1C6BD10A}"/>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dirty="0">
                <a:sym typeface="Arial"/>
              </a:endParaRPr>
            </a:p>
          </p:txBody>
        </p:sp>
        <p:sp>
          <p:nvSpPr>
            <p:cNvPr id="331" name="Google Shape;758;p13">
              <a:extLst>
                <a:ext uri="{FF2B5EF4-FFF2-40B4-BE49-F238E27FC236}">
                  <a16:creationId xmlns:a16="http://schemas.microsoft.com/office/drawing/2014/main" id="{31B6EDCA-3AAD-AEE7-9223-491A4CA5C279}"/>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2" name="Google Shape;759;p13">
              <a:extLst>
                <a:ext uri="{FF2B5EF4-FFF2-40B4-BE49-F238E27FC236}">
                  <a16:creationId xmlns:a16="http://schemas.microsoft.com/office/drawing/2014/main" id="{E0138E29-E735-5994-5180-8883CCC0AD33}"/>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3" name="Google Shape;760;p13">
              <a:extLst>
                <a:ext uri="{FF2B5EF4-FFF2-40B4-BE49-F238E27FC236}">
                  <a16:creationId xmlns:a16="http://schemas.microsoft.com/office/drawing/2014/main" id="{0CF564FF-C6AD-EAD8-3A7A-18611EA581D1}"/>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4" name="Google Shape;761;p13">
              <a:extLst>
                <a:ext uri="{FF2B5EF4-FFF2-40B4-BE49-F238E27FC236}">
                  <a16:creationId xmlns:a16="http://schemas.microsoft.com/office/drawing/2014/main" id="{57E451DC-00B6-0328-8781-324CF179FCE3}"/>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5" name="Google Shape;762;p13">
              <a:extLst>
                <a:ext uri="{FF2B5EF4-FFF2-40B4-BE49-F238E27FC236}">
                  <a16:creationId xmlns:a16="http://schemas.microsoft.com/office/drawing/2014/main" id="{12A10E35-27EF-4C24-8EE0-C255C1210DC0}"/>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6" name="Google Shape;763;p13">
              <a:extLst>
                <a:ext uri="{FF2B5EF4-FFF2-40B4-BE49-F238E27FC236}">
                  <a16:creationId xmlns:a16="http://schemas.microsoft.com/office/drawing/2014/main" id="{21C655F2-1946-32C5-49D2-2CC58E8472FC}"/>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7" name="Google Shape;764;p13">
              <a:extLst>
                <a:ext uri="{FF2B5EF4-FFF2-40B4-BE49-F238E27FC236}">
                  <a16:creationId xmlns:a16="http://schemas.microsoft.com/office/drawing/2014/main" id="{2B933E5B-9CEE-EC5F-6500-FB06B5B3B821}"/>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8" name="Google Shape;765;p13">
              <a:extLst>
                <a:ext uri="{FF2B5EF4-FFF2-40B4-BE49-F238E27FC236}">
                  <a16:creationId xmlns:a16="http://schemas.microsoft.com/office/drawing/2014/main" id="{0CD4FA64-F94F-EEB4-D129-FA7B060BA57C}"/>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9" name="Google Shape;766;p13">
              <a:extLst>
                <a:ext uri="{FF2B5EF4-FFF2-40B4-BE49-F238E27FC236}">
                  <a16:creationId xmlns:a16="http://schemas.microsoft.com/office/drawing/2014/main" id="{16DA6F92-73F1-D2E0-0E3B-84EAA1003C5E}"/>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0" name="Google Shape;767;p13">
              <a:extLst>
                <a:ext uri="{FF2B5EF4-FFF2-40B4-BE49-F238E27FC236}">
                  <a16:creationId xmlns:a16="http://schemas.microsoft.com/office/drawing/2014/main" id="{58BF9237-4160-927F-1C17-7BC72EDBFF30}"/>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1" name="Google Shape;768;p13">
              <a:extLst>
                <a:ext uri="{FF2B5EF4-FFF2-40B4-BE49-F238E27FC236}">
                  <a16:creationId xmlns:a16="http://schemas.microsoft.com/office/drawing/2014/main" id="{C731F673-CAF1-659D-438A-FEF932D787F0}"/>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2" name="Google Shape;769;p13">
              <a:extLst>
                <a:ext uri="{FF2B5EF4-FFF2-40B4-BE49-F238E27FC236}">
                  <a16:creationId xmlns:a16="http://schemas.microsoft.com/office/drawing/2014/main" id="{CF37FD98-20EF-CB7A-9D87-17177B2F5AD7}"/>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3" name="Google Shape;770;p13">
              <a:extLst>
                <a:ext uri="{FF2B5EF4-FFF2-40B4-BE49-F238E27FC236}">
                  <a16:creationId xmlns:a16="http://schemas.microsoft.com/office/drawing/2014/main" id="{A4C3A0F2-8504-DEB9-BF10-7D2285E76AE9}"/>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4" name="Google Shape;771;p13">
              <a:extLst>
                <a:ext uri="{FF2B5EF4-FFF2-40B4-BE49-F238E27FC236}">
                  <a16:creationId xmlns:a16="http://schemas.microsoft.com/office/drawing/2014/main" id="{66B93F8D-76C7-3FA6-DF78-222FE794060F}"/>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5" name="Google Shape;772;p13">
              <a:extLst>
                <a:ext uri="{FF2B5EF4-FFF2-40B4-BE49-F238E27FC236}">
                  <a16:creationId xmlns:a16="http://schemas.microsoft.com/office/drawing/2014/main" id="{338E1BB5-9D01-B99D-F4D4-7F47A579F628}"/>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6" name="Google Shape;773;p13">
              <a:extLst>
                <a:ext uri="{FF2B5EF4-FFF2-40B4-BE49-F238E27FC236}">
                  <a16:creationId xmlns:a16="http://schemas.microsoft.com/office/drawing/2014/main" id="{B1905EBE-30D2-7E77-6525-B5FFDFB852E0}"/>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grpSp>
        <p:nvGrpSpPr>
          <p:cNvPr id="355" name="Google Shape;2675;p43">
            <a:extLst>
              <a:ext uri="{FF2B5EF4-FFF2-40B4-BE49-F238E27FC236}">
                <a16:creationId xmlns:a16="http://schemas.microsoft.com/office/drawing/2014/main" id="{98597693-09C8-E541-EA2B-CB8447344278}"/>
              </a:ext>
            </a:extLst>
          </p:cNvPr>
          <p:cNvGrpSpPr/>
          <p:nvPr/>
        </p:nvGrpSpPr>
        <p:grpSpPr>
          <a:xfrm>
            <a:off x="5514868" y="2859811"/>
            <a:ext cx="1162261" cy="1162261"/>
            <a:chOff x="851175" y="1582401"/>
            <a:chExt cx="964872" cy="964872"/>
          </a:xfrm>
        </p:grpSpPr>
        <p:sp>
          <p:nvSpPr>
            <p:cNvPr id="356" name="Google Shape;2676;p43">
              <a:extLst>
                <a:ext uri="{FF2B5EF4-FFF2-40B4-BE49-F238E27FC236}">
                  <a16:creationId xmlns:a16="http://schemas.microsoft.com/office/drawing/2014/main" id="{D6D060EC-2C74-FCC5-0001-461C58121B8B}"/>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2677;p43">
              <a:extLst>
                <a:ext uri="{FF2B5EF4-FFF2-40B4-BE49-F238E27FC236}">
                  <a16:creationId xmlns:a16="http://schemas.microsoft.com/office/drawing/2014/main" id="{A4405985-9309-956E-E95F-3214EFCBFA0C}"/>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58" name="Google Shape;2683;p43">
            <a:extLst>
              <a:ext uri="{FF2B5EF4-FFF2-40B4-BE49-F238E27FC236}">
                <a16:creationId xmlns:a16="http://schemas.microsoft.com/office/drawing/2014/main" id="{9FA22E44-D45D-5724-3F43-D175A29A23F0}"/>
              </a:ext>
            </a:extLst>
          </p:cNvPr>
          <p:cNvSpPr txBox="1">
            <a:spLocks/>
          </p:cNvSpPr>
          <p:nvPr/>
        </p:nvSpPr>
        <p:spPr>
          <a:xfrm>
            <a:off x="5495986" y="3043553"/>
            <a:ext cx="1174626" cy="8161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9pPr>
          </a:lstStyle>
          <a:p>
            <a:pPr marL="0" marR="0" lvl="0" indent="0" algn="ctr" defTabSz="914400" rtl="0" eaLnBrk="1" fontAlgn="auto" latinLnBrk="0" hangingPunct="1">
              <a:lnSpc>
                <a:spcPct val="100000"/>
              </a:lnSpc>
              <a:spcBef>
                <a:spcPts val="0"/>
              </a:spcBef>
              <a:spcAft>
                <a:spcPts val="0"/>
              </a:spcAft>
              <a:buClr>
                <a:srgbClr val="FFFFFF"/>
              </a:buClr>
              <a:buSzPts val="3700"/>
              <a:buFont typeface="Play"/>
              <a:buNone/>
              <a:tabLst/>
              <a:defRPr/>
            </a:pPr>
            <a:r>
              <a:rPr kumimoji="0" lang="ar-EG" sz="4800" b="1" i="0" u="none" strike="noStrike" kern="0" cap="none" spc="0" normalizeH="0" baseline="0" noProof="0" dirty="0">
                <a:ln>
                  <a:noFill/>
                </a:ln>
                <a:solidFill>
                  <a:srgbClr val="FFFFFF"/>
                </a:solidFill>
                <a:effectLst/>
                <a:uLnTx/>
                <a:uFillTx/>
                <a:latin typeface="Play"/>
                <a:sym typeface="Play"/>
              </a:rPr>
              <a:t>4</a:t>
            </a:r>
            <a:endParaRPr kumimoji="0" lang="en" sz="4800" b="1" i="0" u="none" strike="noStrike" kern="0" cap="none" spc="0" normalizeH="0" baseline="0" noProof="0" dirty="0">
              <a:ln>
                <a:noFill/>
              </a:ln>
              <a:solidFill>
                <a:srgbClr val="FFFFFF"/>
              </a:solidFill>
              <a:effectLst/>
              <a:uLnTx/>
              <a:uFillTx/>
              <a:latin typeface="Play"/>
              <a:sym typeface="Play"/>
            </a:endParaRPr>
          </a:p>
        </p:txBody>
      </p:sp>
      <p:sp>
        <p:nvSpPr>
          <p:cNvPr id="360" name="Google Shape;2686;p43">
            <a:extLst>
              <a:ext uri="{FF2B5EF4-FFF2-40B4-BE49-F238E27FC236}">
                <a16:creationId xmlns:a16="http://schemas.microsoft.com/office/drawing/2014/main" id="{CB14467C-2386-9C76-A9BC-D972A85A0546}"/>
              </a:ext>
            </a:extLst>
          </p:cNvPr>
          <p:cNvSpPr txBox="1">
            <a:spLocks/>
          </p:cNvSpPr>
          <p:nvPr/>
        </p:nvSpPr>
        <p:spPr>
          <a:xfrm>
            <a:off x="3493291" y="4393055"/>
            <a:ext cx="5205413" cy="3006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1pPr>
            <a:lvl2pPr marL="914400" marR="0" lvl="1"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2pPr>
            <a:lvl3pPr marL="1371600" marR="0" lvl="2"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3pPr>
            <a:lvl4pPr marL="1828800" marR="0" lvl="3"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4pPr>
            <a:lvl5pPr marL="2286000" marR="0" lvl="4"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5pPr>
            <a:lvl6pPr marL="2743200" marR="0" lvl="5"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6pPr>
            <a:lvl7pPr marL="3200400" marR="0" lvl="6"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7pPr>
            <a:lvl8pPr marL="3657600" marR="0" lvl="7"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8pPr>
            <a:lvl9pPr marL="4114800" marR="0" lvl="8"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9pPr>
          </a:lstStyle>
          <a:p>
            <a:pPr marL="0" marR="0" lvl="0" indent="0" algn="ctr" defTabSz="914400" rtl="0" eaLnBrk="1" fontAlgn="auto" latinLnBrk="0" hangingPunct="1">
              <a:lnSpc>
                <a:spcPct val="100000"/>
              </a:lnSpc>
              <a:spcBef>
                <a:spcPts val="0"/>
              </a:spcBef>
              <a:spcAft>
                <a:spcPts val="0"/>
              </a:spcAft>
              <a:buClr>
                <a:srgbClr val="FFFFFF"/>
              </a:buClr>
              <a:buSzPts val="2000"/>
              <a:buFont typeface="Play"/>
              <a:buNone/>
              <a:tabLst/>
              <a:defRPr/>
            </a:pPr>
            <a:r>
              <a:rPr kumimoji="0" lang="ar-EG" sz="2400" b="1" i="0" u="none" strike="noStrike" kern="0" cap="none" spc="0" normalizeH="0" baseline="0" noProof="0" dirty="0">
                <a:ln>
                  <a:noFill/>
                </a:ln>
                <a:solidFill>
                  <a:srgbClr val="FFFFFF"/>
                </a:solidFill>
                <a:effectLst/>
                <a:uLnTx/>
                <a:uFillTx/>
                <a:latin typeface="+mn-lt"/>
                <a:sym typeface="Play"/>
              </a:rPr>
              <a:t>1980</a:t>
            </a:r>
            <a:r>
              <a:rPr kumimoji="0" lang="en-US" sz="2400" b="1" i="0" u="none" strike="noStrike" kern="0" cap="none" spc="0" normalizeH="0" baseline="0" noProof="0" dirty="0">
                <a:ln>
                  <a:noFill/>
                </a:ln>
                <a:solidFill>
                  <a:srgbClr val="FFFFFF"/>
                </a:solidFill>
                <a:effectLst/>
                <a:uLnTx/>
                <a:uFillTx/>
                <a:latin typeface="+mn-lt"/>
                <a:sym typeface="Play"/>
              </a:rPr>
              <a:t>s: Widespread Adoption </a:t>
            </a:r>
          </a:p>
        </p:txBody>
      </p:sp>
      <p:sp>
        <p:nvSpPr>
          <p:cNvPr id="361" name="TextBox 360">
            <a:extLst>
              <a:ext uri="{FF2B5EF4-FFF2-40B4-BE49-F238E27FC236}">
                <a16:creationId xmlns:a16="http://schemas.microsoft.com/office/drawing/2014/main" id="{41E6AA97-F2DA-BC98-6ED4-2F21A42C2E5D}"/>
              </a:ext>
            </a:extLst>
          </p:cNvPr>
          <p:cNvSpPr txBox="1"/>
          <p:nvPr/>
        </p:nvSpPr>
        <p:spPr>
          <a:xfrm>
            <a:off x="1841499" y="4870847"/>
            <a:ext cx="8508999" cy="1200329"/>
          </a:xfrm>
          <a:prstGeom prst="rect">
            <a:avLst/>
          </a:prstGeom>
          <a:noFill/>
        </p:spPr>
        <p:txBody>
          <a:bodyPr wrap="square" rtlCol="0">
            <a:spAutoFit/>
          </a:bodyPr>
          <a:lstStyle/>
          <a:p>
            <a:pPr algn="ctr"/>
            <a:r>
              <a:rPr lang="en-US" dirty="0">
                <a:solidFill>
                  <a:schemeClr val="bg1"/>
                </a:solidFill>
              </a:rPr>
              <a:t>The C++ language emerged (by Bjarne Stroustrup). C++ combined the power and speed of the procedural C language with OOP concepts. This combination made OOP available for use in developing complex systems and led to its widespread industrial adoption (e.g., operating systems, desktop applications).</a:t>
            </a:r>
          </a:p>
        </p:txBody>
      </p:sp>
    </p:spTree>
    <p:extLst>
      <p:ext uri="{BB962C8B-B14F-4D97-AF65-F5344CB8AC3E}">
        <p14:creationId xmlns:p14="http://schemas.microsoft.com/office/powerpoint/2010/main" val="16986094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5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3ACDB09-350F-91EB-D542-08062C5D7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E2DE1-6641-EED9-64F2-C6B3CA18B9CB}"/>
              </a:ext>
            </a:extLst>
          </p:cNvPr>
          <p:cNvSpPr>
            <a:spLocks noGrp="1"/>
          </p:cNvSpPr>
          <p:nvPr>
            <p:ph type="ctrTitle"/>
          </p:nvPr>
        </p:nvSpPr>
        <p:spPr>
          <a:xfrm>
            <a:off x="1524000" y="991898"/>
            <a:ext cx="9144000" cy="1040463"/>
          </a:xfrm>
        </p:spPr>
        <p:txBody>
          <a:bodyPr anchor="ctr">
            <a:noAutofit/>
          </a:bodyPr>
          <a:lstStyle/>
          <a:p>
            <a:pPr>
              <a:lnSpc>
                <a:spcPct val="100000"/>
              </a:lnSpc>
            </a:pPr>
            <a:r>
              <a:rPr lang="en" sz="4400" dirty="0">
                <a:solidFill>
                  <a:schemeClr val="bg1"/>
                </a:solidFill>
                <a:latin typeface="Aptos Black" panose="020F0502020204030204" pitchFamily="34" charset="0"/>
              </a:rPr>
              <a:t>THE EVOLUTION OF SOFTWARE </a:t>
            </a:r>
            <a:r>
              <a:rPr lang="en" sz="4400" dirty="0">
                <a:solidFill>
                  <a:srgbClr val="E63B00"/>
                </a:solidFill>
                <a:latin typeface="Aptos Black" panose="020F0502020204030204" pitchFamily="34" charset="0"/>
              </a:rPr>
              <a:t>PROGRAMMING METHODS</a:t>
            </a:r>
            <a:endParaRPr lang="en-US" sz="3200" dirty="0">
              <a:solidFill>
                <a:srgbClr val="E63B00"/>
              </a:solidFill>
            </a:endParaRPr>
          </a:p>
        </p:txBody>
      </p:sp>
      <p:grpSp>
        <p:nvGrpSpPr>
          <p:cNvPr id="170" name="Google Shape;2641;p40">
            <a:extLst>
              <a:ext uri="{FF2B5EF4-FFF2-40B4-BE49-F238E27FC236}">
                <a16:creationId xmlns:a16="http://schemas.microsoft.com/office/drawing/2014/main" id="{AE80B9F1-5FB9-535C-AC65-D57E7EA926C2}"/>
              </a:ext>
            </a:extLst>
          </p:cNvPr>
          <p:cNvGrpSpPr>
            <a:grpSpLocks/>
          </p:cNvGrpSpPr>
          <p:nvPr/>
        </p:nvGrpSpPr>
        <p:grpSpPr>
          <a:xfrm>
            <a:off x="3872175" y="2324461"/>
            <a:ext cx="4447650" cy="135300"/>
            <a:chOff x="2365175" y="3596070"/>
            <a:chExt cx="4447650" cy="135300"/>
          </a:xfrm>
        </p:grpSpPr>
        <p:sp>
          <p:nvSpPr>
            <p:cNvPr id="171" name="Google Shape;2642;p40">
              <a:extLst>
                <a:ext uri="{FF2B5EF4-FFF2-40B4-BE49-F238E27FC236}">
                  <a16:creationId xmlns:a16="http://schemas.microsoft.com/office/drawing/2014/main" id="{C7DA1ED6-A6A0-6B85-32CF-784A36D92E6F}"/>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2643;p40">
              <a:extLst>
                <a:ext uri="{FF2B5EF4-FFF2-40B4-BE49-F238E27FC236}">
                  <a16:creationId xmlns:a16="http://schemas.microsoft.com/office/drawing/2014/main" id="{43C2AB83-BC5C-7773-AA20-459E3D5544EB}"/>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73" name="Google Shape;2644;p40">
              <a:extLst>
                <a:ext uri="{FF2B5EF4-FFF2-40B4-BE49-F238E27FC236}">
                  <a16:creationId xmlns:a16="http://schemas.microsoft.com/office/drawing/2014/main" id="{F6BF98E2-E887-86C1-8C82-CF80A7FDA704}"/>
                </a:ext>
              </a:extLst>
            </p:cNvPr>
            <p:cNvCxnSpPr>
              <a:cxnSpLocks/>
              <a:stCxn id="171" idx="6"/>
              <a:endCxn id="172"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grpSp>
        <p:nvGrpSpPr>
          <p:cNvPr id="4" name="Google Shape;717;p13">
            <a:extLst>
              <a:ext uri="{FF2B5EF4-FFF2-40B4-BE49-F238E27FC236}">
                <a16:creationId xmlns:a16="http://schemas.microsoft.com/office/drawing/2014/main" id="{D4648C83-8A5B-E20A-601D-69750A548291}"/>
              </a:ext>
            </a:extLst>
          </p:cNvPr>
          <p:cNvGrpSpPr/>
          <p:nvPr/>
        </p:nvGrpSpPr>
        <p:grpSpPr>
          <a:xfrm>
            <a:off x="-4162782" y="-10235917"/>
            <a:ext cx="5117787" cy="16687234"/>
            <a:chOff x="-3170262" y="3452177"/>
            <a:chExt cx="3721951" cy="12135923"/>
          </a:xfrm>
        </p:grpSpPr>
        <p:sp>
          <p:nvSpPr>
            <p:cNvPr id="5" name="Google Shape;718;p13">
              <a:extLst>
                <a:ext uri="{FF2B5EF4-FFF2-40B4-BE49-F238E27FC236}">
                  <a16:creationId xmlns:a16="http://schemas.microsoft.com/office/drawing/2014/main" id="{4C477E7B-FFB0-E9D2-053F-E908DBC34126}"/>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719;p13">
              <a:extLst>
                <a:ext uri="{FF2B5EF4-FFF2-40B4-BE49-F238E27FC236}">
                  <a16:creationId xmlns:a16="http://schemas.microsoft.com/office/drawing/2014/main" id="{EB92EEEF-345C-3AFE-B525-839332AF414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720;p13">
              <a:extLst>
                <a:ext uri="{FF2B5EF4-FFF2-40B4-BE49-F238E27FC236}">
                  <a16:creationId xmlns:a16="http://schemas.microsoft.com/office/drawing/2014/main" id="{9B7EBBB4-4671-9CB1-1452-D676B3A22903}"/>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721;p13">
              <a:extLst>
                <a:ext uri="{FF2B5EF4-FFF2-40B4-BE49-F238E27FC236}">
                  <a16:creationId xmlns:a16="http://schemas.microsoft.com/office/drawing/2014/main" id="{13BAFE17-AC01-3A5C-3496-1F90B921A787}"/>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722;p13">
              <a:extLst>
                <a:ext uri="{FF2B5EF4-FFF2-40B4-BE49-F238E27FC236}">
                  <a16:creationId xmlns:a16="http://schemas.microsoft.com/office/drawing/2014/main" id="{5E5D9C55-2820-535D-AF59-ACFC34093A29}"/>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723;p13">
              <a:extLst>
                <a:ext uri="{FF2B5EF4-FFF2-40B4-BE49-F238E27FC236}">
                  <a16:creationId xmlns:a16="http://schemas.microsoft.com/office/drawing/2014/main" id="{0EA4145A-F059-E5AD-931B-A5E598F68065}"/>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724;p13">
              <a:extLst>
                <a:ext uri="{FF2B5EF4-FFF2-40B4-BE49-F238E27FC236}">
                  <a16:creationId xmlns:a16="http://schemas.microsoft.com/office/drawing/2014/main" id="{2E729881-15ED-FD77-779F-6450152D9BBA}"/>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725;p13">
              <a:extLst>
                <a:ext uri="{FF2B5EF4-FFF2-40B4-BE49-F238E27FC236}">
                  <a16:creationId xmlns:a16="http://schemas.microsoft.com/office/drawing/2014/main" id="{2AF8FCDD-E4F3-FF8F-CB8E-AFAF050E8A10}"/>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726;p13">
              <a:extLst>
                <a:ext uri="{FF2B5EF4-FFF2-40B4-BE49-F238E27FC236}">
                  <a16:creationId xmlns:a16="http://schemas.microsoft.com/office/drawing/2014/main" id="{395027ED-B45A-37AA-5137-BE30E95375B0}"/>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727;p13">
              <a:extLst>
                <a:ext uri="{FF2B5EF4-FFF2-40B4-BE49-F238E27FC236}">
                  <a16:creationId xmlns:a16="http://schemas.microsoft.com/office/drawing/2014/main" id="{EA8D77FD-0FF1-42FD-05F9-3DDE1B588AB1}"/>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728;p13">
              <a:extLst>
                <a:ext uri="{FF2B5EF4-FFF2-40B4-BE49-F238E27FC236}">
                  <a16:creationId xmlns:a16="http://schemas.microsoft.com/office/drawing/2014/main" id="{F1547773-EE6D-89D4-8A24-F91511C4AA37}"/>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729;p13">
              <a:extLst>
                <a:ext uri="{FF2B5EF4-FFF2-40B4-BE49-F238E27FC236}">
                  <a16:creationId xmlns:a16="http://schemas.microsoft.com/office/drawing/2014/main" id="{91DBB91B-1990-0E3B-E808-E0EEA8F2FBC2}"/>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730;p13">
              <a:extLst>
                <a:ext uri="{FF2B5EF4-FFF2-40B4-BE49-F238E27FC236}">
                  <a16:creationId xmlns:a16="http://schemas.microsoft.com/office/drawing/2014/main" id="{0862B8C0-E41B-5647-CD14-9EF7B7556972}"/>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731;p13">
              <a:extLst>
                <a:ext uri="{FF2B5EF4-FFF2-40B4-BE49-F238E27FC236}">
                  <a16:creationId xmlns:a16="http://schemas.microsoft.com/office/drawing/2014/main" id="{A88FF6F6-43A7-A78E-B64A-CA5AC15BCE52}"/>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732;p13">
              <a:extLst>
                <a:ext uri="{FF2B5EF4-FFF2-40B4-BE49-F238E27FC236}">
                  <a16:creationId xmlns:a16="http://schemas.microsoft.com/office/drawing/2014/main" id="{52937D84-65C9-6A98-93F0-AE1821695B82}"/>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733;p13">
              <a:extLst>
                <a:ext uri="{FF2B5EF4-FFF2-40B4-BE49-F238E27FC236}">
                  <a16:creationId xmlns:a16="http://schemas.microsoft.com/office/drawing/2014/main" id="{389ACF18-32B0-2526-056A-90B7AD3CE1D4}"/>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734;p13">
              <a:extLst>
                <a:ext uri="{FF2B5EF4-FFF2-40B4-BE49-F238E27FC236}">
                  <a16:creationId xmlns:a16="http://schemas.microsoft.com/office/drawing/2014/main" id="{4FB9A14B-54C2-C23D-DC2A-F7928A6F4641}"/>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735;p13">
              <a:extLst>
                <a:ext uri="{FF2B5EF4-FFF2-40B4-BE49-F238E27FC236}">
                  <a16:creationId xmlns:a16="http://schemas.microsoft.com/office/drawing/2014/main" id="{113CBD0E-D329-6E5C-FFAC-7D6B35D7369B}"/>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736;p13">
              <a:extLst>
                <a:ext uri="{FF2B5EF4-FFF2-40B4-BE49-F238E27FC236}">
                  <a16:creationId xmlns:a16="http://schemas.microsoft.com/office/drawing/2014/main" id="{C3395A3A-59AE-995E-2C3F-9753724E5130}"/>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737;p13">
              <a:extLst>
                <a:ext uri="{FF2B5EF4-FFF2-40B4-BE49-F238E27FC236}">
                  <a16:creationId xmlns:a16="http://schemas.microsoft.com/office/drawing/2014/main" id="{4FB7B75A-0E3B-FCE1-3A28-4A91FF32DFE7}"/>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738;p13">
              <a:extLst>
                <a:ext uri="{FF2B5EF4-FFF2-40B4-BE49-F238E27FC236}">
                  <a16:creationId xmlns:a16="http://schemas.microsoft.com/office/drawing/2014/main" id="{1CEDBBEB-5803-2FBA-A5F3-024AFB2A6DF9}"/>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739;p13">
              <a:extLst>
                <a:ext uri="{FF2B5EF4-FFF2-40B4-BE49-F238E27FC236}">
                  <a16:creationId xmlns:a16="http://schemas.microsoft.com/office/drawing/2014/main" id="{6BAE97FF-63BD-B32D-79F4-A24B820540B2}"/>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740;p13">
              <a:extLst>
                <a:ext uri="{FF2B5EF4-FFF2-40B4-BE49-F238E27FC236}">
                  <a16:creationId xmlns:a16="http://schemas.microsoft.com/office/drawing/2014/main" id="{F02E356B-B4C4-7A7A-9477-A1A72D0EFE91}"/>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741;p13">
              <a:extLst>
                <a:ext uri="{FF2B5EF4-FFF2-40B4-BE49-F238E27FC236}">
                  <a16:creationId xmlns:a16="http://schemas.microsoft.com/office/drawing/2014/main" id="{7A234683-3AB1-456A-D67A-EA556A6317A8}"/>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742;p13">
              <a:extLst>
                <a:ext uri="{FF2B5EF4-FFF2-40B4-BE49-F238E27FC236}">
                  <a16:creationId xmlns:a16="http://schemas.microsoft.com/office/drawing/2014/main" id="{8194613D-75C5-07BD-F473-9C6FA0C2B518}"/>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743;p13">
              <a:extLst>
                <a:ext uri="{FF2B5EF4-FFF2-40B4-BE49-F238E27FC236}">
                  <a16:creationId xmlns:a16="http://schemas.microsoft.com/office/drawing/2014/main" id="{6F7820BD-B464-593B-ABC2-B707BA9F05B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744;p13">
              <a:extLst>
                <a:ext uri="{FF2B5EF4-FFF2-40B4-BE49-F238E27FC236}">
                  <a16:creationId xmlns:a16="http://schemas.microsoft.com/office/drawing/2014/main" id="{D721E5DB-9F50-501C-FC89-B5C01D916B65}"/>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745;p13">
              <a:extLst>
                <a:ext uri="{FF2B5EF4-FFF2-40B4-BE49-F238E27FC236}">
                  <a16:creationId xmlns:a16="http://schemas.microsoft.com/office/drawing/2014/main" id="{7AD647C5-C67F-F204-9C24-0405B514C32B}"/>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746;p13">
              <a:extLst>
                <a:ext uri="{FF2B5EF4-FFF2-40B4-BE49-F238E27FC236}">
                  <a16:creationId xmlns:a16="http://schemas.microsoft.com/office/drawing/2014/main" id="{1E8ED82B-F673-2CEF-2B72-9385801A37AB}"/>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747;p13">
              <a:extLst>
                <a:ext uri="{FF2B5EF4-FFF2-40B4-BE49-F238E27FC236}">
                  <a16:creationId xmlns:a16="http://schemas.microsoft.com/office/drawing/2014/main" id="{BBA6171D-2291-13C7-82AD-0CFA413489FF}"/>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748;p13">
              <a:extLst>
                <a:ext uri="{FF2B5EF4-FFF2-40B4-BE49-F238E27FC236}">
                  <a16:creationId xmlns:a16="http://schemas.microsoft.com/office/drawing/2014/main" id="{6C91720E-79BC-1C96-D18F-83573C033188}"/>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749;p13">
              <a:extLst>
                <a:ext uri="{FF2B5EF4-FFF2-40B4-BE49-F238E27FC236}">
                  <a16:creationId xmlns:a16="http://schemas.microsoft.com/office/drawing/2014/main" id="{7620F36D-D615-AD0A-3335-FC86BA7A7114}"/>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750;p13">
              <a:extLst>
                <a:ext uri="{FF2B5EF4-FFF2-40B4-BE49-F238E27FC236}">
                  <a16:creationId xmlns:a16="http://schemas.microsoft.com/office/drawing/2014/main" id="{0155BF9D-F548-54A2-66BF-39749BC551FA}"/>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751;p13">
              <a:extLst>
                <a:ext uri="{FF2B5EF4-FFF2-40B4-BE49-F238E27FC236}">
                  <a16:creationId xmlns:a16="http://schemas.microsoft.com/office/drawing/2014/main" id="{90A91E7D-1D82-34CB-0671-55DE5ABFEA26}"/>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752;p13">
              <a:extLst>
                <a:ext uri="{FF2B5EF4-FFF2-40B4-BE49-F238E27FC236}">
                  <a16:creationId xmlns:a16="http://schemas.microsoft.com/office/drawing/2014/main" id="{B81740AC-EB13-B3AB-1C2E-2AB2B08C00E0}"/>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753;p13">
              <a:extLst>
                <a:ext uri="{FF2B5EF4-FFF2-40B4-BE49-F238E27FC236}">
                  <a16:creationId xmlns:a16="http://schemas.microsoft.com/office/drawing/2014/main" id="{20A3381A-028B-5A68-79C0-E0424EBE58F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754;p13">
              <a:extLst>
                <a:ext uri="{FF2B5EF4-FFF2-40B4-BE49-F238E27FC236}">
                  <a16:creationId xmlns:a16="http://schemas.microsoft.com/office/drawing/2014/main" id="{05CDD79B-DA03-5187-7ACF-2023A36E37E1}"/>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755;p13">
              <a:extLst>
                <a:ext uri="{FF2B5EF4-FFF2-40B4-BE49-F238E27FC236}">
                  <a16:creationId xmlns:a16="http://schemas.microsoft.com/office/drawing/2014/main" id="{C3CC4AD8-392A-AD33-4BFF-8C0DC3873C63}"/>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756;p13">
              <a:extLst>
                <a:ext uri="{FF2B5EF4-FFF2-40B4-BE49-F238E27FC236}">
                  <a16:creationId xmlns:a16="http://schemas.microsoft.com/office/drawing/2014/main" id="{44804559-175A-5B8E-EC30-B78D2520F420}"/>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757;p13">
              <a:extLst>
                <a:ext uri="{FF2B5EF4-FFF2-40B4-BE49-F238E27FC236}">
                  <a16:creationId xmlns:a16="http://schemas.microsoft.com/office/drawing/2014/main" id="{B901AD19-D28C-C623-2D6D-1F2238BFA37C}"/>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758;p13">
              <a:extLst>
                <a:ext uri="{FF2B5EF4-FFF2-40B4-BE49-F238E27FC236}">
                  <a16:creationId xmlns:a16="http://schemas.microsoft.com/office/drawing/2014/main" id="{983C4E70-7793-CDA2-8270-2FC89B673EA3}"/>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759;p13">
              <a:extLst>
                <a:ext uri="{FF2B5EF4-FFF2-40B4-BE49-F238E27FC236}">
                  <a16:creationId xmlns:a16="http://schemas.microsoft.com/office/drawing/2014/main" id="{3F042FAE-519F-196B-8379-0944C032A219}"/>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760;p13">
              <a:extLst>
                <a:ext uri="{FF2B5EF4-FFF2-40B4-BE49-F238E27FC236}">
                  <a16:creationId xmlns:a16="http://schemas.microsoft.com/office/drawing/2014/main" id="{027FBB8F-4324-4B06-532A-8EA08F12D41E}"/>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761;p13">
              <a:extLst>
                <a:ext uri="{FF2B5EF4-FFF2-40B4-BE49-F238E27FC236}">
                  <a16:creationId xmlns:a16="http://schemas.microsoft.com/office/drawing/2014/main" id="{E79899DF-D415-C474-6889-B07A318900DE}"/>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762;p13">
              <a:extLst>
                <a:ext uri="{FF2B5EF4-FFF2-40B4-BE49-F238E27FC236}">
                  <a16:creationId xmlns:a16="http://schemas.microsoft.com/office/drawing/2014/main" id="{A71415A1-5739-33B3-8708-C0EC46A13978}"/>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763;p13">
              <a:extLst>
                <a:ext uri="{FF2B5EF4-FFF2-40B4-BE49-F238E27FC236}">
                  <a16:creationId xmlns:a16="http://schemas.microsoft.com/office/drawing/2014/main" id="{5ADC11A6-B93B-24BE-8E96-C37D11050994}"/>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764;p13">
              <a:extLst>
                <a:ext uri="{FF2B5EF4-FFF2-40B4-BE49-F238E27FC236}">
                  <a16:creationId xmlns:a16="http://schemas.microsoft.com/office/drawing/2014/main" id="{A2B16BAB-EBB7-B18B-51F1-434F159AE34C}"/>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765;p13">
              <a:extLst>
                <a:ext uri="{FF2B5EF4-FFF2-40B4-BE49-F238E27FC236}">
                  <a16:creationId xmlns:a16="http://schemas.microsoft.com/office/drawing/2014/main" id="{9950EEF7-CB74-5E4E-D510-F48649BD229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766;p13">
              <a:extLst>
                <a:ext uri="{FF2B5EF4-FFF2-40B4-BE49-F238E27FC236}">
                  <a16:creationId xmlns:a16="http://schemas.microsoft.com/office/drawing/2014/main" id="{59DE07C3-7984-FA45-9809-6D7DB9FBA747}"/>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767;p13">
              <a:extLst>
                <a:ext uri="{FF2B5EF4-FFF2-40B4-BE49-F238E27FC236}">
                  <a16:creationId xmlns:a16="http://schemas.microsoft.com/office/drawing/2014/main" id="{73801193-5C25-396E-E5C2-6974AC587924}"/>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768;p13">
              <a:extLst>
                <a:ext uri="{FF2B5EF4-FFF2-40B4-BE49-F238E27FC236}">
                  <a16:creationId xmlns:a16="http://schemas.microsoft.com/office/drawing/2014/main" id="{E1D12436-E52F-D589-7C26-0FFE01B8CB76}"/>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769;p13">
              <a:extLst>
                <a:ext uri="{FF2B5EF4-FFF2-40B4-BE49-F238E27FC236}">
                  <a16:creationId xmlns:a16="http://schemas.microsoft.com/office/drawing/2014/main" id="{9E1124D8-AC3C-0E3C-CB23-75D36BD330D8}"/>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770;p13">
              <a:extLst>
                <a:ext uri="{FF2B5EF4-FFF2-40B4-BE49-F238E27FC236}">
                  <a16:creationId xmlns:a16="http://schemas.microsoft.com/office/drawing/2014/main" id="{DCEB04F8-A6FB-6A40-5404-0236490F1C78}"/>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771;p13">
              <a:extLst>
                <a:ext uri="{FF2B5EF4-FFF2-40B4-BE49-F238E27FC236}">
                  <a16:creationId xmlns:a16="http://schemas.microsoft.com/office/drawing/2014/main" id="{8C263496-2585-D7DD-645F-178044F40224}"/>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772;p13">
              <a:extLst>
                <a:ext uri="{FF2B5EF4-FFF2-40B4-BE49-F238E27FC236}">
                  <a16:creationId xmlns:a16="http://schemas.microsoft.com/office/drawing/2014/main" id="{9EF39D80-D074-0FCE-C9CE-33AE13005EBF}"/>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773;p13">
              <a:extLst>
                <a:ext uri="{FF2B5EF4-FFF2-40B4-BE49-F238E27FC236}">
                  <a16:creationId xmlns:a16="http://schemas.microsoft.com/office/drawing/2014/main" id="{E16B095E-7CB9-1AD2-19E1-999CEC2B081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90" name="Google Shape;717;p13">
            <a:extLst>
              <a:ext uri="{FF2B5EF4-FFF2-40B4-BE49-F238E27FC236}">
                <a16:creationId xmlns:a16="http://schemas.microsoft.com/office/drawing/2014/main" id="{36E3B580-89D8-0DBC-5334-12B54347AB72}"/>
              </a:ext>
            </a:extLst>
          </p:cNvPr>
          <p:cNvGrpSpPr/>
          <p:nvPr/>
        </p:nvGrpSpPr>
        <p:grpSpPr>
          <a:xfrm>
            <a:off x="11304039" y="-1986262"/>
            <a:ext cx="5117788" cy="16687234"/>
            <a:chOff x="-3170263" y="3452177"/>
            <a:chExt cx="3721952" cy="12135923"/>
          </a:xfrm>
        </p:grpSpPr>
        <p:sp>
          <p:nvSpPr>
            <p:cNvPr id="291" name="Google Shape;718;p13">
              <a:extLst>
                <a:ext uri="{FF2B5EF4-FFF2-40B4-BE49-F238E27FC236}">
                  <a16:creationId xmlns:a16="http://schemas.microsoft.com/office/drawing/2014/main" id="{416568CB-2FCB-5C13-2295-EF984017A253}"/>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2" name="Google Shape;719;p13">
              <a:extLst>
                <a:ext uri="{FF2B5EF4-FFF2-40B4-BE49-F238E27FC236}">
                  <a16:creationId xmlns:a16="http://schemas.microsoft.com/office/drawing/2014/main" id="{13483624-927C-C165-5DB1-7B5E2B878AAF}"/>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3" name="Google Shape;720;p13">
              <a:extLst>
                <a:ext uri="{FF2B5EF4-FFF2-40B4-BE49-F238E27FC236}">
                  <a16:creationId xmlns:a16="http://schemas.microsoft.com/office/drawing/2014/main" id="{AEEDD7A4-B0AB-AF5C-215D-FDAC6735C7C8}"/>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4" name="Google Shape;721;p13">
              <a:extLst>
                <a:ext uri="{FF2B5EF4-FFF2-40B4-BE49-F238E27FC236}">
                  <a16:creationId xmlns:a16="http://schemas.microsoft.com/office/drawing/2014/main" id="{CE185DF8-5085-B7B6-35C9-86166BA2D6A4}"/>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5" name="Google Shape;722;p13">
              <a:extLst>
                <a:ext uri="{FF2B5EF4-FFF2-40B4-BE49-F238E27FC236}">
                  <a16:creationId xmlns:a16="http://schemas.microsoft.com/office/drawing/2014/main" id="{5641BA88-78DF-DBB9-692B-C73BBEFBD858}"/>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6" name="Google Shape;723;p13">
              <a:extLst>
                <a:ext uri="{FF2B5EF4-FFF2-40B4-BE49-F238E27FC236}">
                  <a16:creationId xmlns:a16="http://schemas.microsoft.com/office/drawing/2014/main" id="{BAD3FE31-35B6-8B64-00EE-DBEEC4EDE9FD}"/>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7" name="Google Shape;724;p13">
              <a:extLst>
                <a:ext uri="{FF2B5EF4-FFF2-40B4-BE49-F238E27FC236}">
                  <a16:creationId xmlns:a16="http://schemas.microsoft.com/office/drawing/2014/main" id="{AC9B118E-4ACD-408D-B338-48D79A5D1D08}"/>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8" name="Google Shape;725;p13">
              <a:extLst>
                <a:ext uri="{FF2B5EF4-FFF2-40B4-BE49-F238E27FC236}">
                  <a16:creationId xmlns:a16="http://schemas.microsoft.com/office/drawing/2014/main" id="{F472851C-E805-D763-7681-F5ED65360426}"/>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299" name="Google Shape;726;p13">
              <a:extLst>
                <a:ext uri="{FF2B5EF4-FFF2-40B4-BE49-F238E27FC236}">
                  <a16:creationId xmlns:a16="http://schemas.microsoft.com/office/drawing/2014/main" id="{BB25329B-463C-0468-E425-9956EAB93202}"/>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0" name="Google Shape;727;p13">
              <a:extLst>
                <a:ext uri="{FF2B5EF4-FFF2-40B4-BE49-F238E27FC236}">
                  <a16:creationId xmlns:a16="http://schemas.microsoft.com/office/drawing/2014/main" id="{889A9E4F-3A1A-C702-3583-69CDB6B3588A}"/>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1" name="Google Shape;728;p13">
              <a:extLst>
                <a:ext uri="{FF2B5EF4-FFF2-40B4-BE49-F238E27FC236}">
                  <a16:creationId xmlns:a16="http://schemas.microsoft.com/office/drawing/2014/main" id="{D25E2E52-34B1-B72F-2FD2-AC7F295053D0}"/>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2" name="Google Shape;729;p13">
              <a:extLst>
                <a:ext uri="{FF2B5EF4-FFF2-40B4-BE49-F238E27FC236}">
                  <a16:creationId xmlns:a16="http://schemas.microsoft.com/office/drawing/2014/main" id="{064F9AA3-064F-2372-789D-5FA11A13FE5C}"/>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3" name="Google Shape;730;p13">
              <a:extLst>
                <a:ext uri="{FF2B5EF4-FFF2-40B4-BE49-F238E27FC236}">
                  <a16:creationId xmlns:a16="http://schemas.microsoft.com/office/drawing/2014/main" id="{2587AE63-FEFD-342B-E184-6EB8CE1AE08C}"/>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4" name="Google Shape;731;p13">
              <a:extLst>
                <a:ext uri="{FF2B5EF4-FFF2-40B4-BE49-F238E27FC236}">
                  <a16:creationId xmlns:a16="http://schemas.microsoft.com/office/drawing/2014/main" id="{F3AD3415-4819-69B1-A3C3-2C7B7BADA1EF}"/>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5" name="Google Shape;732;p13">
              <a:extLst>
                <a:ext uri="{FF2B5EF4-FFF2-40B4-BE49-F238E27FC236}">
                  <a16:creationId xmlns:a16="http://schemas.microsoft.com/office/drawing/2014/main" id="{DAB1A5C2-A4DE-D776-2978-5EA24C948898}"/>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6" name="Google Shape;733;p13">
              <a:extLst>
                <a:ext uri="{FF2B5EF4-FFF2-40B4-BE49-F238E27FC236}">
                  <a16:creationId xmlns:a16="http://schemas.microsoft.com/office/drawing/2014/main" id="{340D417E-E939-A865-8043-0A59FDAA1DA5}"/>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7" name="Google Shape;734;p13">
              <a:extLst>
                <a:ext uri="{FF2B5EF4-FFF2-40B4-BE49-F238E27FC236}">
                  <a16:creationId xmlns:a16="http://schemas.microsoft.com/office/drawing/2014/main" id="{D1C8A3B9-295C-E0C2-5ED1-C04978A95E8C}"/>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8" name="Google Shape;735;p13">
              <a:extLst>
                <a:ext uri="{FF2B5EF4-FFF2-40B4-BE49-F238E27FC236}">
                  <a16:creationId xmlns:a16="http://schemas.microsoft.com/office/drawing/2014/main" id="{EE9802F0-C418-E9A9-E7FC-5810BDA217FC}"/>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09" name="Google Shape;736;p13">
              <a:extLst>
                <a:ext uri="{FF2B5EF4-FFF2-40B4-BE49-F238E27FC236}">
                  <a16:creationId xmlns:a16="http://schemas.microsoft.com/office/drawing/2014/main" id="{05D2A4A1-21F7-64AD-AEA5-4FC1E22F6790}"/>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0" name="Google Shape;737;p13">
              <a:extLst>
                <a:ext uri="{FF2B5EF4-FFF2-40B4-BE49-F238E27FC236}">
                  <a16:creationId xmlns:a16="http://schemas.microsoft.com/office/drawing/2014/main" id="{08F7F590-B542-FF67-D3BC-40F025E5AA0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1" name="Google Shape;738;p13">
              <a:extLst>
                <a:ext uri="{FF2B5EF4-FFF2-40B4-BE49-F238E27FC236}">
                  <a16:creationId xmlns:a16="http://schemas.microsoft.com/office/drawing/2014/main" id="{03AC02E6-D544-7C0D-EE96-87921B395298}"/>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2" name="Google Shape;739;p13">
              <a:extLst>
                <a:ext uri="{FF2B5EF4-FFF2-40B4-BE49-F238E27FC236}">
                  <a16:creationId xmlns:a16="http://schemas.microsoft.com/office/drawing/2014/main" id="{DB72390B-88A1-F69A-D4CB-D686EE4F6A67}"/>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3" name="Google Shape;740;p13">
              <a:extLst>
                <a:ext uri="{FF2B5EF4-FFF2-40B4-BE49-F238E27FC236}">
                  <a16:creationId xmlns:a16="http://schemas.microsoft.com/office/drawing/2014/main" id="{EAE5BAB2-D9F5-CBA8-3113-D463B7F4E534}"/>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4" name="Google Shape;741;p13">
              <a:extLst>
                <a:ext uri="{FF2B5EF4-FFF2-40B4-BE49-F238E27FC236}">
                  <a16:creationId xmlns:a16="http://schemas.microsoft.com/office/drawing/2014/main" id="{D9244BF3-2573-4A1B-2C8B-805DF6C42672}"/>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5" name="Google Shape;742;p13">
              <a:extLst>
                <a:ext uri="{FF2B5EF4-FFF2-40B4-BE49-F238E27FC236}">
                  <a16:creationId xmlns:a16="http://schemas.microsoft.com/office/drawing/2014/main" id="{14D2C77A-8AF6-448D-447F-5604BCB135AA}"/>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6" name="Google Shape;743;p13">
              <a:extLst>
                <a:ext uri="{FF2B5EF4-FFF2-40B4-BE49-F238E27FC236}">
                  <a16:creationId xmlns:a16="http://schemas.microsoft.com/office/drawing/2014/main" id="{0A536F53-A0E9-B154-31E9-4AAFB09244B5}"/>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7" name="Google Shape;744;p13">
              <a:extLst>
                <a:ext uri="{FF2B5EF4-FFF2-40B4-BE49-F238E27FC236}">
                  <a16:creationId xmlns:a16="http://schemas.microsoft.com/office/drawing/2014/main" id="{B0AFCF7C-AC33-632B-FB0D-BE36AEB79251}"/>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8" name="Google Shape;745;p13">
              <a:extLst>
                <a:ext uri="{FF2B5EF4-FFF2-40B4-BE49-F238E27FC236}">
                  <a16:creationId xmlns:a16="http://schemas.microsoft.com/office/drawing/2014/main" id="{13D91267-B422-D2DA-6342-BCE425B2CA7E}"/>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19" name="Google Shape;746;p13">
              <a:extLst>
                <a:ext uri="{FF2B5EF4-FFF2-40B4-BE49-F238E27FC236}">
                  <a16:creationId xmlns:a16="http://schemas.microsoft.com/office/drawing/2014/main" id="{A5A6F0BB-25CC-44C1-E49A-75154BC1E208}"/>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0" name="Google Shape;747;p13">
              <a:extLst>
                <a:ext uri="{FF2B5EF4-FFF2-40B4-BE49-F238E27FC236}">
                  <a16:creationId xmlns:a16="http://schemas.microsoft.com/office/drawing/2014/main" id="{2B74B7AB-4A07-A221-705E-4E3493E32DA8}"/>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1" name="Google Shape;748;p13">
              <a:extLst>
                <a:ext uri="{FF2B5EF4-FFF2-40B4-BE49-F238E27FC236}">
                  <a16:creationId xmlns:a16="http://schemas.microsoft.com/office/drawing/2014/main" id="{F1966AA3-1960-2523-8A82-9F862D0C8DDB}"/>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2" name="Google Shape;749;p13">
              <a:extLst>
                <a:ext uri="{FF2B5EF4-FFF2-40B4-BE49-F238E27FC236}">
                  <a16:creationId xmlns:a16="http://schemas.microsoft.com/office/drawing/2014/main" id="{E88B39F1-9994-AD75-8393-97247359C0FE}"/>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3" name="Google Shape;750;p13">
              <a:extLst>
                <a:ext uri="{FF2B5EF4-FFF2-40B4-BE49-F238E27FC236}">
                  <a16:creationId xmlns:a16="http://schemas.microsoft.com/office/drawing/2014/main" id="{1A0B934A-FF81-D694-4606-724FDFA5E205}"/>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4" name="Google Shape;751;p13">
              <a:extLst>
                <a:ext uri="{FF2B5EF4-FFF2-40B4-BE49-F238E27FC236}">
                  <a16:creationId xmlns:a16="http://schemas.microsoft.com/office/drawing/2014/main" id="{44489389-8BA9-935E-9FB6-E784D2C00849}"/>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5" name="Google Shape;752;p13">
              <a:extLst>
                <a:ext uri="{FF2B5EF4-FFF2-40B4-BE49-F238E27FC236}">
                  <a16:creationId xmlns:a16="http://schemas.microsoft.com/office/drawing/2014/main" id="{7B8FB09A-EFCC-98E5-8E3A-F31A1C2E9656}"/>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6" name="Google Shape;753;p13">
              <a:extLst>
                <a:ext uri="{FF2B5EF4-FFF2-40B4-BE49-F238E27FC236}">
                  <a16:creationId xmlns:a16="http://schemas.microsoft.com/office/drawing/2014/main" id="{C39CC864-36AE-E1F8-9AE8-5F26FFE5F92D}"/>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7" name="Google Shape;754;p13">
              <a:extLst>
                <a:ext uri="{FF2B5EF4-FFF2-40B4-BE49-F238E27FC236}">
                  <a16:creationId xmlns:a16="http://schemas.microsoft.com/office/drawing/2014/main" id="{C36BB986-63DC-5978-14EA-D376078DC4CF}"/>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8" name="Google Shape;755;p13">
              <a:extLst>
                <a:ext uri="{FF2B5EF4-FFF2-40B4-BE49-F238E27FC236}">
                  <a16:creationId xmlns:a16="http://schemas.microsoft.com/office/drawing/2014/main" id="{4CD5790E-D6D3-5E97-F6BC-FC411DEABF17}"/>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29" name="Google Shape;756;p13">
              <a:extLst>
                <a:ext uri="{FF2B5EF4-FFF2-40B4-BE49-F238E27FC236}">
                  <a16:creationId xmlns:a16="http://schemas.microsoft.com/office/drawing/2014/main" id="{86DBA4DB-42B5-BCDC-9570-BD8F27553085}"/>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0" name="Google Shape;757;p13">
              <a:extLst>
                <a:ext uri="{FF2B5EF4-FFF2-40B4-BE49-F238E27FC236}">
                  <a16:creationId xmlns:a16="http://schemas.microsoft.com/office/drawing/2014/main" id="{7776BC18-D390-E0B5-18F6-79C889C6AA1C}"/>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dirty="0">
                <a:sym typeface="Arial"/>
              </a:endParaRPr>
            </a:p>
          </p:txBody>
        </p:sp>
        <p:sp>
          <p:nvSpPr>
            <p:cNvPr id="331" name="Google Shape;758;p13">
              <a:extLst>
                <a:ext uri="{FF2B5EF4-FFF2-40B4-BE49-F238E27FC236}">
                  <a16:creationId xmlns:a16="http://schemas.microsoft.com/office/drawing/2014/main" id="{FD1BD4FA-DA50-D797-654F-6CAA477C97D2}"/>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2" name="Google Shape;759;p13">
              <a:extLst>
                <a:ext uri="{FF2B5EF4-FFF2-40B4-BE49-F238E27FC236}">
                  <a16:creationId xmlns:a16="http://schemas.microsoft.com/office/drawing/2014/main" id="{ABC97C16-6B01-385D-07ED-CA9C999D100F}"/>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3" name="Google Shape;760;p13">
              <a:extLst>
                <a:ext uri="{FF2B5EF4-FFF2-40B4-BE49-F238E27FC236}">
                  <a16:creationId xmlns:a16="http://schemas.microsoft.com/office/drawing/2014/main" id="{DB00C263-E425-3433-0ACA-AA6322ECE003}"/>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4" name="Google Shape;761;p13">
              <a:extLst>
                <a:ext uri="{FF2B5EF4-FFF2-40B4-BE49-F238E27FC236}">
                  <a16:creationId xmlns:a16="http://schemas.microsoft.com/office/drawing/2014/main" id="{13988E93-A3A3-6543-55B8-862E528EA910}"/>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5" name="Google Shape;762;p13">
              <a:extLst>
                <a:ext uri="{FF2B5EF4-FFF2-40B4-BE49-F238E27FC236}">
                  <a16:creationId xmlns:a16="http://schemas.microsoft.com/office/drawing/2014/main" id="{6A608F58-D164-0878-E34F-3FB9962EDB4B}"/>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6" name="Google Shape;763;p13">
              <a:extLst>
                <a:ext uri="{FF2B5EF4-FFF2-40B4-BE49-F238E27FC236}">
                  <a16:creationId xmlns:a16="http://schemas.microsoft.com/office/drawing/2014/main" id="{64D7A88E-B6CE-86FE-52E9-1565891DD7E0}"/>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7" name="Google Shape;764;p13">
              <a:extLst>
                <a:ext uri="{FF2B5EF4-FFF2-40B4-BE49-F238E27FC236}">
                  <a16:creationId xmlns:a16="http://schemas.microsoft.com/office/drawing/2014/main" id="{AC1118AF-DAAD-1E25-2300-A5F55050E0D9}"/>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8" name="Google Shape;765;p13">
              <a:extLst>
                <a:ext uri="{FF2B5EF4-FFF2-40B4-BE49-F238E27FC236}">
                  <a16:creationId xmlns:a16="http://schemas.microsoft.com/office/drawing/2014/main" id="{AA0CB122-B163-BF0D-956D-FFC07C63C065}"/>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39" name="Google Shape;766;p13">
              <a:extLst>
                <a:ext uri="{FF2B5EF4-FFF2-40B4-BE49-F238E27FC236}">
                  <a16:creationId xmlns:a16="http://schemas.microsoft.com/office/drawing/2014/main" id="{7E8FE01C-3989-722A-9CCF-FDBCCDC3D3F9}"/>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0" name="Google Shape;767;p13">
              <a:extLst>
                <a:ext uri="{FF2B5EF4-FFF2-40B4-BE49-F238E27FC236}">
                  <a16:creationId xmlns:a16="http://schemas.microsoft.com/office/drawing/2014/main" id="{A53F777F-6511-E4E5-EC88-03301E278955}"/>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1" name="Google Shape;768;p13">
              <a:extLst>
                <a:ext uri="{FF2B5EF4-FFF2-40B4-BE49-F238E27FC236}">
                  <a16:creationId xmlns:a16="http://schemas.microsoft.com/office/drawing/2014/main" id="{F611046C-D15C-9E40-A30F-D3CB1EB6ADE3}"/>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2" name="Google Shape;769;p13">
              <a:extLst>
                <a:ext uri="{FF2B5EF4-FFF2-40B4-BE49-F238E27FC236}">
                  <a16:creationId xmlns:a16="http://schemas.microsoft.com/office/drawing/2014/main" id="{6C7C42ED-5903-4A17-5209-64709CE75CDA}"/>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3" name="Google Shape;770;p13">
              <a:extLst>
                <a:ext uri="{FF2B5EF4-FFF2-40B4-BE49-F238E27FC236}">
                  <a16:creationId xmlns:a16="http://schemas.microsoft.com/office/drawing/2014/main" id="{ACD5CF81-CF8A-8FEA-324B-280840C4CB08}"/>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4" name="Google Shape;771;p13">
              <a:extLst>
                <a:ext uri="{FF2B5EF4-FFF2-40B4-BE49-F238E27FC236}">
                  <a16:creationId xmlns:a16="http://schemas.microsoft.com/office/drawing/2014/main" id="{260E0B3B-4F32-DA45-8657-B30FD3CDEB98}"/>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5" name="Google Shape;772;p13">
              <a:extLst>
                <a:ext uri="{FF2B5EF4-FFF2-40B4-BE49-F238E27FC236}">
                  <a16:creationId xmlns:a16="http://schemas.microsoft.com/office/drawing/2014/main" id="{DA63CACD-3934-9B00-5DBE-C432A38DA744}"/>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6" name="Google Shape;773;p13">
              <a:extLst>
                <a:ext uri="{FF2B5EF4-FFF2-40B4-BE49-F238E27FC236}">
                  <a16:creationId xmlns:a16="http://schemas.microsoft.com/office/drawing/2014/main" id="{6887FA92-70B0-D0E0-982A-C03C8B37FA25}"/>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grpSp>
        <p:nvGrpSpPr>
          <p:cNvPr id="355" name="Google Shape;2675;p43">
            <a:extLst>
              <a:ext uri="{FF2B5EF4-FFF2-40B4-BE49-F238E27FC236}">
                <a16:creationId xmlns:a16="http://schemas.microsoft.com/office/drawing/2014/main" id="{BA33EBAD-C884-2859-9E91-D893D3FD4569}"/>
              </a:ext>
            </a:extLst>
          </p:cNvPr>
          <p:cNvGrpSpPr/>
          <p:nvPr/>
        </p:nvGrpSpPr>
        <p:grpSpPr>
          <a:xfrm>
            <a:off x="5514868" y="2859811"/>
            <a:ext cx="1162261" cy="1162261"/>
            <a:chOff x="851175" y="1582401"/>
            <a:chExt cx="964872" cy="964872"/>
          </a:xfrm>
        </p:grpSpPr>
        <p:sp>
          <p:nvSpPr>
            <p:cNvPr id="356" name="Google Shape;2676;p43">
              <a:extLst>
                <a:ext uri="{FF2B5EF4-FFF2-40B4-BE49-F238E27FC236}">
                  <a16:creationId xmlns:a16="http://schemas.microsoft.com/office/drawing/2014/main" id="{8F0D487A-AC38-33FB-FBA4-6DED83F3AAB4}"/>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2677;p43">
              <a:extLst>
                <a:ext uri="{FF2B5EF4-FFF2-40B4-BE49-F238E27FC236}">
                  <a16:creationId xmlns:a16="http://schemas.microsoft.com/office/drawing/2014/main" id="{2118954A-2C50-2116-737D-7A212EC32CA0}"/>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rgbClr val="E63B00"/>
            </a:solidFill>
            <a:ln>
              <a:noFill/>
            </a:ln>
            <a:effectLst>
              <a:outerShdw blurRad="128588" algn="bl" rotWithShape="0">
                <a:srgbClr val="E63B00"/>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58" name="Google Shape;2683;p43">
            <a:extLst>
              <a:ext uri="{FF2B5EF4-FFF2-40B4-BE49-F238E27FC236}">
                <a16:creationId xmlns:a16="http://schemas.microsoft.com/office/drawing/2014/main" id="{1FB32C32-D566-BD0F-6B32-9895B45AE4E1}"/>
              </a:ext>
            </a:extLst>
          </p:cNvPr>
          <p:cNvSpPr txBox="1">
            <a:spLocks/>
          </p:cNvSpPr>
          <p:nvPr/>
        </p:nvSpPr>
        <p:spPr>
          <a:xfrm>
            <a:off x="5495986" y="3043553"/>
            <a:ext cx="1174626" cy="8161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700"/>
              <a:buFont typeface="Play"/>
              <a:buNone/>
              <a:defRPr sz="3700" b="1" i="0" u="none" strike="noStrike" cap="none">
                <a:solidFill>
                  <a:schemeClr val="lt1"/>
                </a:solidFill>
                <a:latin typeface="Play"/>
                <a:ea typeface="Play"/>
                <a:cs typeface="Play"/>
                <a:sym typeface="Play"/>
              </a:defRPr>
            </a:lvl9pPr>
          </a:lstStyle>
          <a:p>
            <a:pPr marL="0" marR="0" lvl="0" indent="0" algn="ctr" defTabSz="914400" rtl="0" eaLnBrk="1" fontAlgn="auto" latinLnBrk="0" hangingPunct="1">
              <a:lnSpc>
                <a:spcPct val="100000"/>
              </a:lnSpc>
              <a:spcBef>
                <a:spcPts val="0"/>
              </a:spcBef>
              <a:spcAft>
                <a:spcPts val="0"/>
              </a:spcAft>
              <a:buClr>
                <a:srgbClr val="FFFFFF"/>
              </a:buClr>
              <a:buSzPts val="3700"/>
              <a:buFont typeface="Play"/>
              <a:buNone/>
              <a:tabLst/>
              <a:defRPr/>
            </a:pPr>
            <a:r>
              <a:rPr kumimoji="0" lang="ar-EG" sz="4800" b="1" i="0" u="none" strike="noStrike" kern="0" cap="none" spc="0" normalizeH="0" baseline="0" noProof="0" dirty="0">
                <a:ln>
                  <a:noFill/>
                </a:ln>
                <a:solidFill>
                  <a:srgbClr val="FFFFFF"/>
                </a:solidFill>
                <a:effectLst/>
                <a:uLnTx/>
                <a:uFillTx/>
                <a:latin typeface="Play"/>
                <a:sym typeface="Play"/>
              </a:rPr>
              <a:t>5</a:t>
            </a:r>
            <a:endParaRPr kumimoji="0" lang="en" sz="4800" b="1" i="0" u="none" strike="noStrike" kern="0" cap="none" spc="0" normalizeH="0" baseline="0" noProof="0" dirty="0">
              <a:ln>
                <a:noFill/>
              </a:ln>
              <a:solidFill>
                <a:srgbClr val="FFFFFF"/>
              </a:solidFill>
              <a:effectLst/>
              <a:uLnTx/>
              <a:uFillTx/>
              <a:latin typeface="Play"/>
              <a:sym typeface="Play"/>
            </a:endParaRPr>
          </a:p>
        </p:txBody>
      </p:sp>
      <p:sp>
        <p:nvSpPr>
          <p:cNvPr id="360" name="Google Shape;2686;p43">
            <a:extLst>
              <a:ext uri="{FF2B5EF4-FFF2-40B4-BE49-F238E27FC236}">
                <a16:creationId xmlns:a16="http://schemas.microsoft.com/office/drawing/2014/main" id="{8199A72E-86EB-F16B-ED74-3203B44DC0E3}"/>
              </a:ext>
            </a:extLst>
          </p:cNvPr>
          <p:cNvSpPr txBox="1">
            <a:spLocks/>
          </p:cNvSpPr>
          <p:nvPr/>
        </p:nvSpPr>
        <p:spPr>
          <a:xfrm>
            <a:off x="1992193" y="4393055"/>
            <a:ext cx="8207610" cy="3006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1pPr>
            <a:lvl2pPr marL="914400" marR="0" lvl="1"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2pPr>
            <a:lvl3pPr marL="1371600" marR="0" lvl="2"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3pPr>
            <a:lvl4pPr marL="1828800" marR="0" lvl="3"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4pPr>
            <a:lvl5pPr marL="2286000" marR="0" lvl="4"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5pPr>
            <a:lvl6pPr marL="2743200" marR="0" lvl="5"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6pPr>
            <a:lvl7pPr marL="3200400" marR="0" lvl="6"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7pPr>
            <a:lvl8pPr marL="3657600" marR="0" lvl="7"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8pPr>
            <a:lvl9pPr marL="4114800" marR="0" lvl="8" indent="-317500" algn="l" rtl="0">
              <a:lnSpc>
                <a:spcPct val="100000"/>
              </a:lnSpc>
              <a:spcBef>
                <a:spcPts val="0"/>
              </a:spcBef>
              <a:spcAft>
                <a:spcPts val="0"/>
              </a:spcAft>
              <a:buClr>
                <a:schemeClr val="lt1"/>
              </a:buClr>
              <a:buSzPts val="2000"/>
              <a:buFont typeface="Play"/>
              <a:buNone/>
              <a:defRPr sz="2000" b="1" i="0" u="none" strike="noStrike" cap="none">
                <a:solidFill>
                  <a:schemeClr val="lt1"/>
                </a:solidFill>
                <a:latin typeface="Play"/>
                <a:ea typeface="Play"/>
                <a:cs typeface="Play"/>
                <a:sym typeface="Play"/>
              </a:defRPr>
            </a:lvl9pPr>
          </a:lstStyle>
          <a:p>
            <a:pPr marL="0" lvl="0" indent="0" algn="ctr">
              <a:buClr>
                <a:srgbClr val="FFFFFF"/>
              </a:buClr>
              <a:defRPr/>
            </a:pPr>
            <a:r>
              <a:rPr kumimoji="0" lang="ar-EG" sz="2400" b="1" i="0" u="none" strike="noStrike" kern="0" cap="none" spc="0" normalizeH="0" baseline="0" noProof="0" dirty="0">
                <a:ln>
                  <a:noFill/>
                </a:ln>
                <a:solidFill>
                  <a:srgbClr val="FFFFFF"/>
                </a:solidFill>
                <a:effectLst/>
                <a:uLnTx/>
                <a:uFillTx/>
                <a:latin typeface="+mn-lt"/>
                <a:sym typeface="Play"/>
              </a:rPr>
              <a:t>19</a:t>
            </a:r>
            <a:r>
              <a:rPr lang="ar-EG" sz="2400" kern="0" dirty="0">
                <a:solidFill>
                  <a:srgbClr val="FFFFFF"/>
                </a:solidFill>
              </a:rPr>
              <a:t>9</a:t>
            </a:r>
            <a:r>
              <a:rPr kumimoji="0" lang="ar-EG" sz="2400" b="1" i="0" u="none" strike="noStrike" kern="0" cap="none" spc="0" normalizeH="0" baseline="0" noProof="0" dirty="0">
                <a:ln>
                  <a:noFill/>
                </a:ln>
                <a:solidFill>
                  <a:srgbClr val="FFFFFF"/>
                </a:solidFill>
                <a:effectLst/>
                <a:uLnTx/>
                <a:uFillTx/>
                <a:latin typeface="+mn-lt"/>
                <a:sym typeface="Play"/>
              </a:rPr>
              <a:t>0</a:t>
            </a:r>
            <a:r>
              <a:rPr kumimoji="0" lang="en-US" sz="2400" b="1" i="0" u="none" strike="noStrike" kern="0" cap="none" spc="0" normalizeH="0" baseline="0" noProof="0" dirty="0">
                <a:ln>
                  <a:noFill/>
                </a:ln>
                <a:solidFill>
                  <a:srgbClr val="FFFFFF"/>
                </a:solidFill>
                <a:effectLst/>
                <a:uLnTx/>
                <a:uFillTx/>
                <a:latin typeface="+mn-lt"/>
                <a:sym typeface="Play"/>
              </a:rPr>
              <a:t>S &amp; AFTER: </a:t>
            </a:r>
            <a:r>
              <a:rPr lang="en-US" sz="2400" kern="0" dirty="0">
                <a:solidFill>
                  <a:srgbClr val="FFFFFF"/>
                </a:solidFill>
                <a:latin typeface="+mn-lt"/>
              </a:rPr>
              <a:t>OBJECTIFICATION MODEL DOMINANCE</a:t>
            </a:r>
            <a:endParaRPr kumimoji="0" lang="en-US" sz="2400" b="1" i="0" u="none" strike="noStrike" kern="0" cap="none" spc="0" normalizeH="0" baseline="0" noProof="0" dirty="0">
              <a:ln>
                <a:noFill/>
              </a:ln>
              <a:solidFill>
                <a:srgbClr val="FFFFFF"/>
              </a:solidFill>
              <a:effectLst/>
              <a:uLnTx/>
              <a:uFillTx/>
              <a:latin typeface="+mn-lt"/>
              <a:sym typeface="Play"/>
            </a:endParaRPr>
          </a:p>
        </p:txBody>
      </p:sp>
      <p:sp>
        <p:nvSpPr>
          <p:cNvPr id="361" name="TextBox 360">
            <a:extLst>
              <a:ext uri="{FF2B5EF4-FFF2-40B4-BE49-F238E27FC236}">
                <a16:creationId xmlns:a16="http://schemas.microsoft.com/office/drawing/2014/main" id="{220E33F4-005E-07DF-AB7D-1480E78AF7F1}"/>
              </a:ext>
            </a:extLst>
          </p:cNvPr>
          <p:cNvSpPr txBox="1"/>
          <p:nvPr/>
        </p:nvSpPr>
        <p:spPr>
          <a:xfrm>
            <a:off x="1841499" y="4870847"/>
            <a:ext cx="8508999" cy="1200329"/>
          </a:xfrm>
          <a:prstGeom prst="rect">
            <a:avLst/>
          </a:prstGeom>
          <a:noFill/>
        </p:spPr>
        <p:txBody>
          <a:bodyPr wrap="square" rtlCol="0">
            <a:spAutoFit/>
          </a:bodyPr>
          <a:lstStyle/>
          <a:p>
            <a:pPr algn="ctr"/>
            <a:r>
              <a:rPr lang="en-US" dirty="0">
                <a:solidFill>
                  <a:schemeClr val="bg1"/>
                </a:solidFill>
              </a:rPr>
              <a:t>Global Spread (Java, Python, C#): The emergence of languages ​​like Java and Python, whose core design is entirely based on OOP. OOP has become the dominant and standard model in modern software development, from web applications to large enterprise systems to smartphone apps.</a:t>
            </a:r>
          </a:p>
        </p:txBody>
      </p:sp>
      <p:grpSp>
        <p:nvGrpSpPr>
          <p:cNvPr id="133" name="Google Shape;1578;p25">
            <a:extLst>
              <a:ext uri="{FF2B5EF4-FFF2-40B4-BE49-F238E27FC236}">
                <a16:creationId xmlns:a16="http://schemas.microsoft.com/office/drawing/2014/main" id="{840162C2-56A6-E8BF-FA8F-B34DA11DA340}"/>
              </a:ext>
            </a:extLst>
          </p:cNvPr>
          <p:cNvGrpSpPr/>
          <p:nvPr/>
        </p:nvGrpSpPr>
        <p:grpSpPr>
          <a:xfrm rot="5400000">
            <a:off x="1689019" y="7621526"/>
            <a:ext cx="5630517" cy="5451748"/>
            <a:chOff x="8129425" y="2555026"/>
            <a:chExt cx="4222888" cy="4088811"/>
          </a:xfrm>
        </p:grpSpPr>
        <p:sp>
          <p:nvSpPr>
            <p:cNvPr id="134" name="Google Shape;1579;p25">
              <a:extLst>
                <a:ext uri="{FF2B5EF4-FFF2-40B4-BE49-F238E27FC236}">
                  <a16:creationId xmlns:a16="http://schemas.microsoft.com/office/drawing/2014/main" id="{2490B047-8D40-A70B-F3BF-A720AD03E89E}"/>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35" name="Google Shape;1580;p25">
              <a:extLst>
                <a:ext uri="{FF2B5EF4-FFF2-40B4-BE49-F238E27FC236}">
                  <a16:creationId xmlns:a16="http://schemas.microsoft.com/office/drawing/2014/main" id="{30A4DE05-C4B4-52CB-5A87-1475602E587E}"/>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rgbClr val="00E9FF"/>
              </a:solidFill>
              <a:prstDash val="solid"/>
              <a:miter lim="20365"/>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36" name="Google Shape;1581;p25">
              <a:extLst>
                <a:ext uri="{FF2B5EF4-FFF2-40B4-BE49-F238E27FC236}">
                  <a16:creationId xmlns:a16="http://schemas.microsoft.com/office/drawing/2014/main" id="{CF69104B-1CE6-369F-57D9-C10D6D79071F}"/>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37" name="Google Shape;1582;p25">
              <a:extLst>
                <a:ext uri="{FF2B5EF4-FFF2-40B4-BE49-F238E27FC236}">
                  <a16:creationId xmlns:a16="http://schemas.microsoft.com/office/drawing/2014/main" id="{564FD097-9645-153F-3B44-172A98A87BC6}"/>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38" name="Google Shape;1583;p25">
              <a:extLst>
                <a:ext uri="{FF2B5EF4-FFF2-40B4-BE49-F238E27FC236}">
                  <a16:creationId xmlns:a16="http://schemas.microsoft.com/office/drawing/2014/main" id="{99098F5F-1746-C88C-C210-89977F38CCFC}"/>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39" name="Google Shape;1584;p25">
              <a:extLst>
                <a:ext uri="{FF2B5EF4-FFF2-40B4-BE49-F238E27FC236}">
                  <a16:creationId xmlns:a16="http://schemas.microsoft.com/office/drawing/2014/main" id="{ACAC6DB0-BE88-7185-75E7-9994B607282C}"/>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40" name="Google Shape;1585;p25">
              <a:extLst>
                <a:ext uri="{FF2B5EF4-FFF2-40B4-BE49-F238E27FC236}">
                  <a16:creationId xmlns:a16="http://schemas.microsoft.com/office/drawing/2014/main" id="{F95C7DA1-EFFE-899B-0E3A-42AE969CE250}"/>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41" name="Google Shape;1586;p25">
              <a:extLst>
                <a:ext uri="{FF2B5EF4-FFF2-40B4-BE49-F238E27FC236}">
                  <a16:creationId xmlns:a16="http://schemas.microsoft.com/office/drawing/2014/main" id="{5C04011B-5567-1385-F9B2-4348904420A1}"/>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grpSp>
      <p:grpSp>
        <p:nvGrpSpPr>
          <p:cNvPr id="157" name="Google Shape;1644;p25">
            <a:extLst>
              <a:ext uri="{FF2B5EF4-FFF2-40B4-BE49-F238E27FC236}">
                <a16:creationId xmlns:a16="http://schemas.microsoft.com/office/drawing/2014/main" id="{CD672978-48CA-1CF0-EB24-7E32C5BA01A3}"/>
              </a:ext>
            </a:extLst>
          </p:cNvPr>
          <p:cNvGrpSpPr/>
          <p:nvPr/>
        </p:nvGrpSpPr>
        <p:grpSpPr>
          <a:xfrm flipH="1">
            <a:off x="-4075109" y="4870847"/>
            <a:ext cx="5026084" cy="15144076"/>
            <a:chOff x="-2722250" y="-1079764"/>
            <a:chExt cx="3769563" cy="11358057"/>
          </a:xfrm>
        </p:grpSpPr>
        <p:sp>
          <p:nvSpPr>
            <p:cNvPr id="158" name="Google Shape;1645;p25">
              <a:extLst>
                <a:ext uri="{FF2B5EF4-FFF2-40B4-BE49-F238E27FC236}">
                  <a16:creationId xmlns:a16="http://schemas.microsoft.com/office/drawing/2014/main" id="{5FBAFFB9-92E5-D1BD-702D-D069936E20C3}"/>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59" name="Google Shape;1646;p25">
              <a:extLst>
                <a:ext uri="{FF2B5EF4-FFF2-40B4-BE49-F238E27FC236}">
                  <a16:creationId xmlns:a16="http://schemas.microsoft.com/office/drawing/2014/main" id="{B606C2BF-C484-278E-D2AF-9F18FD56314A}"/>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0" name="Google Shape;1647;p25">
              <a:extLst>
                <a:ext uri="{FF2B5EF4-FFF2-40B4-BE49-F238E27FC236}">
                  <a16:creationId xmlns:a16="http://schemas.microsoft.com/office/drawing/2014/main" id="{989DB9AE-9ACD-44B8-87D4-070240E9F7E6}"/>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1" name="Google Shape;1648;p25">
              <a:extLst>
                <a:ext uri="{FF2B5EF4-FFF2-40B4-BE49-F238E27FC236}">
                  <a16:creationId xmlns:a16="http://schemas.microsoft.com/office/drawing/2014/main" id="{948E27E4-B74E-24D9-6372-4CD553062F4B}"/>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2" name="Google Shape;1649;p25">
              <a:extLst>
                <a:ext uri="{FF2B5EF4-FFF2-40B4-BE49-F238E27FC236}">
                  <a16:creationId xmlns:a16="http://schemas.microsoft.com/office/drawing/2014/main" id="{DB0804FA-A27E-D1A3-EA2D-309581DC006D}"/>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3" name="Google Shape;1650;p25">
              <a:extLst>
                <a:ext uri="{FF2B5EF4-FFF2-40B4-BE49-F238E27FC236}">
                  <a16:creationId xmlns:a16="http://schemas.microsoft.com/office/drawing/2014/main" id="{0F7011CC-E546-80CD-E285-F9B4DFFE76F5}"/>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4" name="Google Shape;1651;p25">
              <a:extLst>
                <a:ext uri="{FF2B5EF4-FFF2-40B4-BE49-F238E27FC236}">
                  <a16:creationId xmlns:a16="http://schemas.microsoft.com/office/drawing/2014/main" id="{E64A3074-B5FB-6267-81CD-E8F4134ADB68}"/>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5" name="Google Shape;1652;p25">
              <a:extLst>
                <a:ext uri="{FF2B5EF4-FFF2-40B4-BE49-F238E27FC236}">
                  <a16:creationId xmlns:a16="http://schemas.microsoft.com/office/drawing/2014/main" id="{8A69FC68-98D5-4840-8BF6-B0B2E354C0F7}"/>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6" name="Google Shape;1653;p25">
              <a:extLst>
                <a:ext uri="{FF2B5EF4-FFF2-40B4-BE49-F238E27FC236}">
                  <a16:creationId xmlns:a16="http://schemas.microsoft.com/office/drawing/2014/main" id="{1298D971-F17B-9329-1EFB-C02600E7D335}"/>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7" name="Google Shape;1654;p25">
              <a:extLst>
                <a:ext uri="{FF2B5EF4-FFF2-40B4-BE49-F238E27FC236}">
                  <a16:creationId xmlns:a16="http://schemas.microsoft.com/office/drawing/2014/main" id="{A4FDEFEE-0475-2D17-4B5E-163CFBCFEDFD}"/>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8" name="Google Shape;1655;p25">
              <a:extLst>
                <a:ext uri="{FF2B5EF4-FFF2-40B4-BE49-F238E27FC236}">
                  <a16:creationId xmlns:a16="http://schemas.microsoft.com/office/drawing/2014/main" id="{06F80084-9A67-30CB-74CC-14150350FA69}"/>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69" name="Google Shape;1656;p25">
              <a:extLst>
                <a:ext uri="{FF2B5EF4-FFF2-40B4-BE49-F238E27FC236}">
                  <a16:creationId xmlns:a16="http://schemas.microsoft.com/office/drawing/2014/main" id="{5D7AB049-5DA7-C997-DF61-9A20E7D7BF95}"/>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74" name="Google Shape;1657;p25">
              <a:extLst>
                <a:ext uri="{FF2B5EF4-FFF2-40B4-BE49-F238E27FC236}">
                  <a16:creationId xmlns:a16="http://schemas.microsoft.com/office/drawing/2014/main" id="{7300A8C6-02BF-779A-FCCE-086E9D3E30E6}"/>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175" name="Google Shape;1658;p25">
              <a:extLst>
                <a:ext uri="{FF2B5EF4-FFF2-40B4-BE49-F238E27FC236}">
                  <a16:creationId xmlns:a16="http://schemas.microsoft.com/office/drawing/2014/main" id="{FFC53EEB-6AF5-1CB5-827F-996F2972A62D}"/>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grpSp>
      <p:grpSp>
        <p:nvGrpSpPr>
          <p:cNvPr id="250" name="Google Shape;1587;p25">
            <a:extLst>
              <a:ext uri="{FF2B5EF4-FFF2-40B4-BE49-F238E27FC236}">
                <a16:creationId xmlns:a16="http://schemas.microsoft.com/office/drawing/2014/main" id="{AAE29267-4FEA-7640-5197-58EBB0E3FAD0}"/>
              </a:ext>
            </a:extLst>
          </p:cNvPr>
          <p:cNvGrpSpPr/>
          <p:nvPr/>
        </p:nvGrpSpPr>
        <p:grpSpPr>
          <a:xfrm flipH="1">
            <a:off x="11304039" y="15132339"/>
            <a:ext cx="4962601" cy="16181231"/>
            <a:chOff x="-3170262" y="3452177"/>
            <a:chExt cx="3721951" cy="12135923"/>
          </a:xfrm>
        </p:grpSpPr>
        <p:sp>
          <p:nvSpPr>
            <p:cNvPr id="251" name="Google Shape;1588;p25">
              <a:extLst>
                <a:ext uri="{FF2B5EF4-FFF2-40B4-BE49-F238E27FC236}">
                  <a16:creationId xmlns:a16="http://schemas.microsoft.com/office/drawing/2014/main" id="{FE532D5F-19B2-63C4-0306-CF194D53441A}"/>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52" name="Google Shape;1589;p25">
              <a:extLst>
                <a:ext uri="{FF2B5EF4-FFF2-40B4-BE49-F238E27FC236}">
                  <a16:creationId xmlns:a16="http://schemas.microsoft.com/office/drawing/2014/main" id="{177A2C47-5BEF-CDEB-89F2-0A459C03ADF9}"/>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53" name="Google Shape;1590;p25">
              <a:extLst>
                <a:ext uri="{FF2B5EF4-FFF2-40B4-BE49-F238E27FC236}">
                  <a16:creationId xmlns:a16="http://schemas.microsoft.com/office/drawing/2014/main" id="{2EC41721-7591-6799-6E17-C6697C873294}"/>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54" name="Google Shape;1591;p25">
              <a:extLst>
                <a:ext uri="{FF2B5EF4-FFF2-40B4-BE49-F238E27FC236}">
                  <a16:creationId xmlns:a16="http://schemas.microsoft.com/office/drawing/2014/main" id="{8A538188-C9B1-5434-0FAF-AB0515C2192F}"/>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55" name="Google Shape;1592;p25">
              <a:extLst>
                <a:ext uri="{FF2B5EF4-FFF2-40B4-BE49-F238E27FC236}">
                  <a16:creationId xmlns:a16="http://schemas.microsoft.com/office/drawing/2014/main" id="{7E709EE2-BBC1-5265-6B7F-B344279C36BF}"/>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56" name="Google Shape;1593;p25">
              <a:extLst>
                <a:ext uri="{FF2B5EF4-FFF2-40B4-BE49-F238E27FC236}">
                  <a16:creationId xmlns:a16="http://schemas.microsoft.com/office/drawing/2014/main" id="{C343AB6F-AB80-B848-2B35-E8AB7B35543F}"/>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57" name="Google Shape;1594;p25">
              <a:extLst>
                <a:ext uri="{FF2B5EF4-FFF2-40B4-BE49-F238E27FC236}">
                  <a16:creationId xmlns:a16="http://schemas.microsoft.com/office/drawing/2014/main" id="{F6AB3C9D-95B1-869F-E3CB-8860ED3EA698}"/>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58" name="Google Shape;1595;p25">
              <a:extLst>
                <a:ext uri="{FF2B5EF4-FFF2-40B4-BE49-F238E27FC236}">
                  <a16:creationId xmlns:a16="http://schemas.microsoft.com/office/drawing/2014/main" id="{4CF25421-6040-0708-D574-77A5BB8BB630}"/>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59" name="Google Shape;1596;p25">
              <a:extLst>
                <a:ext uri="{FF2B5EF4-FFF2-40B4-BE49-F238E27FC236}">
                  <a16:creationId xmlns:a16="http://schemas.microsoft.com/office/drawing/2014/main" id="{85DD58E2-A5B0-EA47-0E72-63AD41A14BFB}"/>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0" name="Google Shape;1597;p25">
              <a:extLst>
                <a:ext uri="{FF2B5EF4-FFF2-40B4-BE49-F238E27FC236}">
                  <a16:creationId xmlns:a16="http://schemas.microsoft.com/office/drawing/2014/main" id="{4DB8B080-9B54-3820-AA24-C1E9E0429F64}"/>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1" name="Google Shape;1598;p25">
              <a:extLst>
                <a:ext uri="{FF2B5EF4-FFF2-40B4-BE49-F238E27FC236}">
                  <a16:creationId xmlns:a16="http://schemas.microsoft.com/office/drawing/2014/main" id="{4B81A273-16DB-92C1-C873-6840CCE76957}"/>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2" name="Google Shape;1599;p25">
              <a:extLst>
                <a:ext uri="{FF2B5EF4-FFF2-40B4-BE49-F238E27FC236}">
                  <a16:creationId xmlns:a16="http://schemas.microsoft.com/office/drawing/2014/main" id="{82518F5A-AB0A-9809-200F-389A10FA6135}"/>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3" name="Google Shape;1600;p25">
              <a:extLst>
                <a:ext uri="{FF2B5EF4-FFF2-40B4-BE49-F238E27FC236}">
                  <a16:creationId xmlns:a16="http://schemas.microsoft.com/office/drawing/2014/main" id="{DA53AB24-577D-C52D-DEF5-F876E9496AB1}"/>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4" name="Google Shape;1601;p25">
              <a:extLst>
                <a:ext uri="{FF2B5EF4-FFF2-40B4-BE49-F238E27FC236}">
                  <a16:creationId xmlns:a16="http://schemas.microsoft.com/office/drawing/2014/main" id="{0CBE2F99-8DC9-FF8C-7688-6BD7EEBA3F1A}"/>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5" name="Google Shape;1602;p25">
              <a:extLst>
                <a:ext uri="{FF2B5EF4-FFF2-40B4-BE49-F238E27FC236}">
                  <a16:creationId xmlns:a16="http://schemas.microsoft.com/office/drawing/2014/main" id="{4F35298A-8EF0-C0B8-2E75-9F93FFEA91F4}"/>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6" name="Google Shape;1603;p25">
              <a:extLst>
                <a:ext uri="{FF2B5EF4-FFF2-40B4-BE49-F238E27FC236}">
                  <a16:creationId xmlns:a16="http://schemas.microsoft.com/office/drawing/2014/main" id="{1DA898FB-98B2-9C02-148C-381AC3112AB8}"/>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7" name="Google Shape;1604;p25">
              <a:extLst>
                <a:ext uri="{FF2B5EF4-FFF2-40B4-BE49-F238E27FC236}">
                  <a16:creationId xmlns:a16="http://schemas.microsoft.com/office/drawing/2014/main" id="{84F81881-C5F5-BD04-E90F-399CB557CF0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8" name="Google Shape;1605;p25">
              <a:extLst>
                <a:ext uri="{FF2B5EF4-FFF2-40B4-BE49-F238E27FC236}">
                  <a16:creationId xmlns:a16="http://schemas.microsoft.com/office/drawing/2014/main" id="{C10994C5-792E-22C8-28B5-17630E3EC542}"/>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69" name="Google Shape;1606;p25">
              <a:extLst>
                <a:ext uri="{FF2B5EF4-FFF2-40B4-BE49-F238E27FC236}">
                  <a16:creationId xmlns:a16="http://schemas.microsoft.com/office/drawing/2014/main" id="{DBE99B49-E8D4-4E80-A077-16C2DDC7C150}"/>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70" name="Google Shape;1607;p25">
              <a:extLst>
                <a:ext uri="{FF2B5EF4-FFF2-40B4-BE49-F238E27FC236}">
                  <a16:creationId xmlns:a16="http://schemas.microsoft.com/office/drawing/2014/main" id="{6F811554-82DB-48E9-6D79-90CF8B9116B9}"/>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71" name="Google Shape;1608;p25">
              <a:extLst>
                <a:ext uri="{FF2B5EF4-FFF2-40B4-BE49-F238E27FC236}">
                  <a16:creationId xmlns:a16="http://schemas.microsoft.com/office/drawing/2014/main" id="{2A139AD1-EFA0-657E-F4A0-B56C3B09FEB2}"/>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72" name="Google Shape;1609;p25">
              <a:extLst>
                <a:ext uri="{FF2B5EF4-FFF2-40B4-BE49-F238E27FC236}">
                  <a16:creationId xmlns:a16="http://schemas.microsoft.com/office/drawing/2014/main" id="{62FF4831-8ADF-746E-C17E-560C153505A4}"/>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73" name="Google Shape;1610;p25">
              <a:extLst>
                <a:ext uri="{FF2B5EF4-FFF2-40B4-BE49-F238E27FC236}">
                  <a16:creationId xmlns:a16="http://schemas.microsoft.com/office/drawing/2014/main" id="{EDDB94AB-7192-61F5-193F-4B250BC0F2B9}"/>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74" name="Google Shape;1611;p25">
              <a:extLst>
                <a:ext uri="{FF2B5EF4-FFF2-40B4-BE49-F238E27FC236}">
                  <a16:creationId xmlns:a16="http://schemas.microsoft.com/office/drawing/2014/main" id="{A9865F09-B090-5172-48E8-C76306E2B4CB}"/>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75" name="Google Shape;1612;p25">
              <a:extLst>
                <a:ext uri="{FF2B5EF4-FFF2-40B4-BE49-F238E27FC236}">
                  <a16:creationId xmlns:a16="http://schemas.microsoft.com/office/drawing/2014/main" id="{D5D18D40-1B08-AC6E-CC2C-E2EFF2C188AC}"/>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76" name="Google Shape;1613;p25">
              <a:extLst>
                <a:ext uri="{FF2B5EF4-FFF2-40B4-BE49-F238E27FC236}">
                  <a16:creationId xmlns:a16="http://schemas.microsoft.com/office/drawing/2014/main" id="{E6E392F8-F7F8-00D0-8A19-9445EA977E19}"/>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277" name="Google Shape;1614;p25">
              <a:extLst>
                <a:ext uri="{FF2B5EF4-FFF2-40B4-BE49-F238E27FC236}">
                  <a16:creationId xmlns:a16="http://schemas.microsoft.com/office/drawing/2014/main" id="{F2D53692-4B90-7C93-4DFD-7E36C84CA6F1}"/>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47" name="Google Shape;1615;p25">
              <a:extLst>
                <a:ext uri="{FF2B5EF4-FFF2-40B4-BE49-F238E27FC236}">
                  <a16:creationId xmlns:a16="http://schemas.microsoft.com/office/drawing/2014/main" id="{5D1D5EC1-4858-2F33-BE76-1EACFB4B9195}"/>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48" name="Google Shape;1616;p25">
              <a:extLst>
                <a:ext uri="{FF2B5EF4-FFF2-40B4-BE49-F238E27FC236}">
                  <a16:creationId xmlns:a16="http://schemas.microsoft.com/office/drawing/2014/main" id="{1968BD53-D4B6-0438-7632-C2EBCAAAA7CC}"/>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49" name="Google Shape;1617;p25">
              <a:extLst>
                <a:ext uri="{FF2B5EF4-FFF2-40B4-BE49-F238E27FC236}">
                  <a16:creationId xmlns:a16="http://schemas.microsoft.com/office/drawing/2014/main" id="{239C47EB-7730-03E4-362A-8D674FAD73D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50" name="Google Shape;1618;p25">
              <a:extLst>
                <a:ext uri="{FF2B5EF4-FFF2-40B4-BE49-F238E27FC236}">
                  <a16:creationId xmlns:a16="http://schemas.microsoft.com/office/drawing/2014/main" id="{686B67B5-8486-21CA-4075-189A4F51465A}"/>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51" name="Google Shape;1619;p25">
              <a:extLst>
                <a:ext uri="{FF2B5EF4-FFF2-40B4-BE49-F238E27FC236}">
                  <a16:creationId xmlns:a16="http://schemas.microsoft.com/office/drawing/2014/main" id="{A8BAA964-D9EC-317B-4351-CBABEB369DF5}"/>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52" name="Google Shape;1620;p25">
              <a:extLst>
                <a:ext uri="{FF2B5EF4-FFF2-40B4-BE49-F238E27FC236}">
                  <a16:creationId xmlns:a16="http://schemas.microsoft.com/office/drawing/2014/main" id="{7898C0BF-A0C3-7430-AEDA-F72B8BA5D5C8}"/>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53" name="Google Shape;1621;p25">
              <a:extLst>
                <a:ext uri="{FF2B5EF4-FFF2-40B4-BE49-F238E27FC236}">
                  <a16:creationId xmlns:a16="http://schemas.microsoft.com/office/drawing/2014/main" id="{567D14FA-93F2-C820-2FCA-7FE04E12B06F}"/>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54" name="Google Shape;1622;p25">
              <a:extLst>
                <a:ext uri="{FF2B5EF4-FFF2-40B4-BE49-F238E27FC236}">
                  <a16:creationId xmlns:a16="http://schemas.microsoft.com/office/drawing/2014/main" id="{C9D7142E-6DB0-1A76-758C-06B969DD0316}"/>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59" name="Google Shape;1623;p25">
              <a:extLst>
                <a:ext uri="{FF2B5EF4-FFF2-40B4-BE49-F238E27FC236}">
                  <a16:creationId xmlns:a16="http://schemas.microsoft.com/office/drawing/2014/main" id="{E82EA5C2-AFD0-9667-8011-C23C56C48D9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62" name="Google Shape;1624;p25">
              <a:extLst>
                <a:ext uri="{FF2B5EF4-FFF2-40B4-BE49-F238E27FC236}">
                  <a16:creationId xmlns:a16="http://schemas.microsoft.com/office/drawing/2014/main" id="{220B754D-E404-2D9C-CD2F-BBBE6045DF7E}"/>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63" name="Google Shape;1625;p25">
              <a:extLst>
                <a:ext uri="{FF2B5EF4-FFF2-40B4-BE49-F238E27FC236}">
                  <a16:creationId xmlns:a16="http://schemas.microsoft.com/office/drawing/2014/main" id="{C5D11A10-03F9-700E-234D-2C258192AB00}"/>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64" name="Google Shape;1626;p25">
              <a:extLst>
                <a:ext uri="{FF2B5EF4-FFF2-40B4-BE49-F238E27FC236}">
                  <a16:creationId xmlns:a16="http://schemas.microsoft.com/office/drawing/2014/main" id="{19955BB7-BC32-5241-37FA-1D8FA41B25C4}"/>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65" name="Google Shape;1627;p25">
              <a:extLst>
                <a:ext uri="{FF2B5EF4-FFF2-40B4-BE49-F238E27FC236}">
                  <a16:creationId xmlns:a16="http://schemas.microsoft.com/office/drawing/2014/main" id="{F105B312-71D5-B81E-6739-036AC8ECA082}"/>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66" name="Google Shape;1628;p25">
              <a:extLst>
                <a:ext uri="{FF2B5EF4-FFF2-40B4-BE49-F238E27FC236}">
                  <a16:creationId xmlns:a16="http://schemas.microsoft.com/office/drawing/2014/main" id="{E4030C6E-6B39-24EB-8EC8-229EC3665EBA}"/>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67" name="Google Shape;1629;p25">
              <a:extLst>
                <a:ext uri="{FF2B5EF4-FFF2-40B4-BE49-F238E27FC236}">
                  <a16:creationId xmlns:a16="http://schemas.microsoft.com/office/drawing/2014/main" id="{4F6F9C6E-F094-8980-C1A2-F6B03A902C10}"/>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68" name="Google Shape;1630;p25">
              <a:extLst>
                <a:ext uri="{FF2B5EF4-FFF2-40B4-BE49-F238E27FC236}">
                  <a16:creationId xmlns:a16="http://schemas.microsoft.com/office/drawing/2014/main" id="{DC3F3D9A-0BAD-4A1B-8458-A17663062A0C}"/>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69" name="Google Shape;1631;p25">
              <a:extLst>
                <a:ext uri="{FF2B5EF4-FFF2-40B4-BE49-F238E27FC236}">
                  <a16:creationId xmlns:a16="http://schemas.microsoft.com/office/drawing/2014/main" id="{EC9645B3-C057-6A36-80FA-AA85B92D24A1}"/>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0" name="Google Shape;1632;p25">
              <a:extLst>
                <a:ext uri="{FF2B5EF4-FFF2-40B4-BE49-F238E27FC236}">
                  <a16:creationId xmlns:a16="http://schemas.microsoft.com/office/drawing/2014/main" id="{BEA5731B-238E-B781-133F-03271AB53315}"/>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1" name="Google Shape;1633;p25">
              <a:extLst>
                <a:ext uri="{FF2B5EF4-FFF2-40B4-BE49-F238E27FC236}">
                  <a16:creationId xmlns:a16="http://schemas.microsoft.com/office/drawing/2014/main" id="{5889B777-31B9-EFF4-8B40-B918414FAA8B}"/>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2" name="Google Shape;1634;p25">
              <a:extLst>
                <a:ext uri="{FF2B5EF4-FFF2-40B4-BE49-F238E27FC236}">
                  <a16:creationId xmlns:a16="http://schemas.microsoft.com/office/drawing/2014/main" id="{11F309A2-5816-F255-95BF-6565B5CF3E80}"/>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3" name="Google Shape;1635;p25">
              <a:extLst>
                <a:ext uri="{FF2B5EF4-FFF2-40B4-BE49-F238E27FC236}">
                  <a16:creationId xmlns:a16="http://schemas.microsoft.com/office/drawing/2014/main" id="{32C060F1-0F1B-AA91-B053-0B376537C5CE}"/>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4" name="Google Shape;1636;p25">
              <a:extLst>
                <a:ext uri="{FF2B5EF4-FFF2-40B4-BE49-F238E27FC236}">
                  <a16:creationId xmlns:a16="http://schemas.microsoft.com/office/drawing/2014/main" id="{9FEA6952-0EBF-CD81-530B-0749E5BD31A7}"/>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5" name="Google Shape;1637;p25">
              <a:extLst>
                <a:ext uri="{FF2B5EF4-FFF2-40B4-BE49-F238E27FC236}">
                  <a16:creationId xmlns:a16="http://schemas.microsoft.com/office/drawing/2014/main" id="{9BBE9B73-D3FA-9C59-CC9F-898A949458EA}"/>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6" name="Google Shape;1638;p25">
              <a:extLst>
                <a:ext uri="{FF2B5EF4-FFF2-40B4-BE49-F238E27FC236}">
                  <a16:creationId xmlns:a16="http://schemas.microsoft.com/office/drawing/2014/main" id="{2BD3784E-F20D-1E1E-D741-5F7BF3972901}"/>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7" name="Google Shape;1639;p25">
              <a:extLst>
                <a:ext uri="{FF2B5EF4-FFF2-40B4-BE49-F238E27FC236}">
                  <a16:creationId xmlns:a16="http://schemas.microsoft.com/office/drawing/2014/main" id="{C9781E65-DD46-46DB-4D0B-434AB0769C8A}"/>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8" name="Google Shape;1640;p25">
              <a:extLst>
                <a:ext uri="{FF2B5EF4-FFF2-40B4-BE49-F238E27FC236}">
                  <a16:creationId xmlns:a16="http://schemas.microsoft.com/office/drawing/2014/main" id="{27460E4D-4F02-8A47-A6C9-49F40BB6E0E6}"/>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79" name="Google Shape;1641;p25">
              <a:extLst>
                <a:ext uri="{FF2B5EF4-FFF2-40B4-BE49-F238E27FC236}">
                  <a16:creationId xmlns:a16="http://schemas.microsoft.com/office/drawing/2014/main" id="{C2C93217-BF65-5EEA-AEB5-7A301DF3EA24}"/>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80" name="Google Shape;1642;p25">
              <a:extLst>
                <a:ext uri="{FF2B5EF4-FFF2-40B4-BE49-F238E27FC236}">
                  <a16:creationId xmlns:a16="http://schemas.microsoft.com/office/drawing/2014/main" id="{6B58158E-6B10-1673-3277-5D26B9CCF255}"/>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sp>
          <p:nvSpPr>
            <p:cNvPr id="381" name="Google Shape;1643;p25">
              <a:extLst>
                <a:ext uri="{FF2B5EF4-FFF2-40B4-BE49-F238E27FC236}">
                  <a16:creationId xmlns:a16="http://schemas.microsoft.com/office/drawing/2014/main" id="{1C85CEA7-E482-08AD-2544-8639A429EDCA}"/>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304"/>
                </a:solidFill>
                <a:effectLst/>
                <a:uLnTx/>
                <a:uFillTx/>
                <a:latin typeface="Arial"/>
              </a:endParaRPr>
            </a:p>
          </p:txBody>
        </p:sp>
      </p:grpSp>
    </p:spTree>
    <p:extLst>
      <p:ext uri="{BB962C8B-B14F-4D97-AF65-F5344CB8AC3E}">
        <p14:creationId xmlns:p14="http://schemas.microsoft.com/office/powerpoint/2010/main" val="7238710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5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415"/>
        <p:cNvGrpSpPr/>
        <p:nvPr/>
      </p:nvGrpSpPr>
      <p:grpSpPr>
        <a:xfrm>
          <a:off x="0" y="0"/>
          <a:ext cx="0" cy="0"/>
          <a:chOff x="0" y="0"/>
          <a:chExt cx="0" cy="0"/>
        </a:xfrm>
      </p:grpSpPr>
      <p:sp>
        <p:nvSpPr>
          <p:cNvPr id="3420" name="Google Shape;3420;p72"/>
          <p:cNvSpPr/>
          <p:nvPr/>
        </p:nvSpPr>
        <p:spPr>
          <a:xfrm>
            <a:off x="7925762" y="1224127"/>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bg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BRAND: STR</a:t>
            </a:r>
          </a:p>
          <a:p>
            <a:pPr defTabSz="1219170">
              <a:buClr>
                <a:srgbClr val="000000"/>
              </a:buClr>
            </a:pPr>
            <a:r>
              <a:rPr lang="en-US" sz="1200" kern="0" dirty="0">
                <a:solidFill>
                  <a:schemeClr val="bg1"/>
                </a:solidFill>
                <a:latin typeface="Arial"/>
                <a:cs typeface="Arial"/>
                <a:sym typeface="Arial"/>
              </a:rPr>
              <a:t>MODEL: STR</a:t>
            </a:r>
          </a:p>
          <a:p>
            <a:pPr defTabSz="1219170">
              <a:buClr>
                <a:srgbClr val="000000"/>
              </a:buClr>
            </a:pPr>
            <a:r>
              <a:rPr lang="en-US" sz="1200" kern="0" dirty="0">
                <a:solidFill>
                  <a:schemeClr val="bg1"/>
                </a:solidFill>
                <a:latin typeface="Arial"/>
                <a:cs typeface="Arial"/>
                <a:sym typeface="Arial"/>
              </a:rPr>
              <a:t>MAX SPEED: INT</a:t>
            </a:r>
          </a:p>
        </p:txBody>
      </p:sp>
      <p:sp>
        <p:nvSpPr>
          <p:cNvPr id="3423" name="Google Shape;3423;p72"/>
          <p:cNvSpPr txBox="1">
            <a:spLocks noGrp="1"/>
          </p:cNvSpPr>
          <p:nvPr>
            <p:ph type="subTitle" idx="1"/>
          </p:nvPr>
        </p:nvSpPr>
        <p:spPr>
          <a:xfrm>
            <a:off x="1524000" y="2803512"/>
            <a:ext cx="4572000" cy="2890278"/>
          </a:xfrm>
          <a:prstGeom prst="rect">
            <a:avLst/>
          </a:prstGeom>
        </p:spPr>
        <p:txBody>
          <a:bodyPr spcFirstLastPara="1" wrap="square" lIns="121900" tIns="0" rIns="121900" bIns="121900" anchor="t" anchorCtr="0">
            <a:noAutofit/>
          </a:bodyPr>
          <a:lstStyle/>
          <a:p>
            <a:pPr marL="0" indent="0" algn="justLow"/>
            <a:r>
              <a:rPr lang="en-US" sz="1800" dirty="0"/>
              <a:t>Think of a Class as a blueprint or a template. It defines the structure (Data/Properties) and capabilities (Methods/Functions) but doesn't exist as a tangible thing yet.</a:t>
            </a:r>
          </a:p>
          <a:p>
            <a:pPr marL="0" indent="0" algn="just"/>
            <a:endParaRPr lang="en-US" sz="1800" dirty="0"/>
          </a:p>
          <a:p>
            <a:pPr marL="0" indent="0" algn="just"/>
            <a:r>
              <a:rPr lang="en-US" sz="1800" b="1" dirty="0"/>
              <a:t>An Object </a:t>
            </a:r>
            <a:r>
              <a:rPr lang="en-US" sz="1800" dirty="0"/>
              <a:t>is a specific instance created from the class blueprint. You can create thousands of objects from one class. Each has its own unique data (State) but shares the same structure.</a:t>
            </a:r>
          </a:p>
          <a:p>
            <a:pPr marL="0" indent="0" algn="l"/>
            <a:endParaRPr lang="en-US" sz="1800" dirty="0"/>
          </a:p>
          <a:p>
            <a:pPr marL="0" indent="0" algn="l"/>
            <a:endParaRPr sz="1800" dirty="0"/>
          </a:p>
        </p:txBody>
      </p:sp>
      <p:grpSp>
        <p:nvGrpSpPr>
          <p:cNvPr id="2" name="Google Shape;1578;p25">
            <a:extLst>
              <a:ext uri="{FF2B5EF4-FFF2-40B4-BE49-F238E27FC236}">
                <a16:creationId xmlns:a16="http://schemas.microsoft.com/office/drawing/2014/main" id="{D18922D6-EB80-B69F-CB6B-0EB5CD444138}"/>
              </a:ext>
            </a:extLst>
          </p:cNvPr>
          <p:cNvGrpSpPr/>
          <p:nvPr/>
        </p:nvGrpSpPr>
        <p:grpSpPr>
          <a:xfrm rot="5400000">
            <a:off x="1689019" y="6083502"/>
            <a:ext cx="5630517" cy="5451748"/>
            <a:chOff x="8129425" y="2555026"/>
            <a:chExt cx="4222888" cy="4088811"/>
          </a:xfrm>
        </p:grpSpPr>
        <p:sp>
          <p:nvSpPr>
            <p:cNvPr id="3" name="Google Shape;1579;p25">
              <a:extLst>
                <a:ext uri="{FF2B5EF4-FFF2-40B4-BE49-F238E27FC236}">
                  <a16:creationId xmlns:a16="http://schemas.microsoft.com/office/drawing/2014/main" id="{1CB24283-41EE-DF87-7887-B7611DB4BCCA}"/>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 name="Google Shape;1580;p25">
              <a:extLst>
                <a:ext uri="{FF2B5EF4-FFF2-40B4-BE49-F238E27FC236}">
                  <a16:creationId xmlns:a16="http://schemas.microsoft.com/office/drawing/2014/main" id="{0D1EF194-A369-FE42-7579-0C307F1BDC90}"/>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 name="Google Shape;1581;p25">
              <a:extLst>
                <a:ext uri="{FF2B5EF4-FFF2-40B4-BE49-F238E27FC236}">
                  <a16:creationId xmlns:a16="http://schemas.microsoft.com/office/drawing/2014/main" id="{2900874E-850C-FE00-1C35-FED475F1719D}"/>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 name="Google Shape;1582;p25">
              <a:extLst>
                <a:ext uri="{FF2B5EF4-FFF2-40B4-BE49-F238E27FC236}">
                  <a16:creationId xmlns:a16="http://schemas.microsoft.com/office/drawing/2014/main" id="{FC55D57F-EAF9-CBEC-9CF0-54133A0B2400}"/>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 name="Google Shape;1583;p25">
              <a:extLst>
                <a:ext uri="{FF2B5EF4-FFF2-40B4-BE49-F238E27FC236}">
                  <a16:creationId xmlns:a16="http://schemas.microsoft.com/office/drawing/2014/main" id="{1450FCDE-E11A-0F7C-1FF5-7806DDD6F1A9}"/>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 name="Google Shape;1584;p25">
              <a:extLst>
                <a:ext uri="{FF2B5EF4-FFF2-40B4-BE49-F238E27FC236}">
                  <a16:creationId xmlns:a16="http://schemas.microsoft.com/office/drawing/2014/main" id="{7857D38F-0AC6-4CC3-DEB4-0EDB81F04BE8}"/>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 name="Google Shape;1585;p25">
              <a:extLst>
                <a:ext uri="{FF2B5EF4-FFF2-40B4-BE49-F238E27FC236}">
                  <a16:creationId xmlns:a16="http://schemas.microsoft.com/office/drawing/2014/main" id="{407FB4D0-3829-1B0B-C6AA-80828CC6B827}"/>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 name="Google Shape;1586;p25">
              <a:extLst>
                <a:ext uri="{FF2B5EF4-FFF2-40B4-BE49-F238E27FC236}">
                  <a16:creationId xmlns:a16="http://schemas.microsoft.com/office/drawing/2014/main" id="{52FCEC99-F301-4495-4961-71238C4A1495}"/>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 name="Google Shape;1587;p25">
            <a:extLst>
              <a:ext uri="{FF2B5EF4-FFF2-40B4-BE49-F238E27FC236}">
                <a16:creationId xmlns:a16="http://schemas.microsoft.com/office/drawing/2014/main" id="{E36834B5-25DD-909C-7253-C0AC8F1967BA}"/>
              </a:ext>
            </a:extLst>
          </p:cNvPr>
          <p:cNvGrpSpPr/>
          <p:nvPr/>
        </p:nvGrpSpPr>
        <p:grpSpPr>
          <a:xfrm flipH="1">
            <a:off x="11298952" y="-6578487"/>
            <a:ext cx="4962601" cy="16181231"/>
            <a:chOff x="-3170262" y="3452177"/>
            <a:chExt cx="3721951" cy="12135923"/>
          </a:xfrm>
        </p:grpSpPr>
        <p:sp>
          <p:nvSpPr>
            <p:cNvPr id="12" name="Google Shape;1588;p25">
              <a:extLst>
                <a:ext uri="{FF2B5EF4-FFF2-40B4-BE49-F238E27FC236}">
                  <a16:creationId xmlns:a16="http://schemas.microsoft.com/office/drawing/2014/main" id="{268F8284-0B7D-FF5E-9725-D59199806F8D}"/>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589;p25">
              <a:extLst>
                <a:ext uri="{FF2B5EF4-FFF2-40B4-BE49-F238E27FC236}">
                  <a16:creationId xmlns:a16="http://schemas.microsoft.com/office/drawing/2014/main" id="{890156F1-8B34-82A1-EA75-2ABF48D13AA5}"/>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590;p25">
              <a:extLst>
                <a:ext uri="{FF2B5EF4-FFF2-40B4-BE49-F238E27FC236}">
                  <a16:creationId xmlns:a16="http://schemas.microsoft.com/office/drawing/2014/main" id="{1C05C3A2-7F53-0A16-B511-15F5A7BC75AB}"/>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91;p25">
              <a:extLst>
                <a:ext uri="{FF2B5EF4-FFF2-40B4-BE49-F238E27FC236}">
                  <a16:creationId xmlns:a16="http://schemas.microsoft.com/office/drawing/2014/main" id="{385DC55C-4935-D3F9-D9CC-FFD432FC24B2}"/>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592;p25">
              <a:extLst>
                <a:ext uri="{FF2B5EF4-FFF2-40B4-BE49-F238E27FC236}">
                  <a16:creationId xmlns:a16="http://schemas.microsoft.com/office/drawing/2014/main" id="{0F3827AF-E234-2A10-5D15-8F36F868741F}"/>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593;p25">
              <a:extLst>
                <a:ext uri="{FF2B5EF4-FFF2-40B4-BE49-F238E27FC236}">
                  <a16:creationId xmlns:a16="http://schemas.microsoft.com/office/drawing/2014/main" id="{EB03B990-F81D-7E75-5D92-159A1FD721FB}"/>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594;p25">
              <a:extLst>
                <a:ext uri="{FF2B5EF4-FFF2-40B4-BE49-F238E27FC236}">
                  <a16:creationId xmlns:a16="http://schemas.microsoft.com/office/drawing/2014/main" id="{12B3142F-FCED-67B3-9558-03A9D80C4B91}"/>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595;p25">
              <a:extLst>
                <a:ext uri="{FF2B5EF4-FFF2-40B4-BE49-F238E27FC236}">
                  <a16:creationId xmlns:a16="http://schemas.microsoft.com/office/drawing/2014/main" id="{094257E6-4752-B373-46FB-0F616D736E3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1596;p25">
              <a:extLst>
                <a:ext uri="{FF2B5EF4-FFF2-40B4-BE49-F238E27FC236}">
                  <a16:creationId xmlns:a16="http://schemas.microsoft.com/office/drawing/2014/main" id="{07CC81F8-AA78-13D2-671A-535B7A5BC788}"/>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1597;p25">
              <a:extLst>
                <a:ext uri="{FF2B5EF4-FFF2-40B4-BE49-F238E27FC236}">
                  <a16:creationId xmlns:a16="http://schemas.microsoft.com/office/drawing/2014/main" id="{CD929BE0-6139-95F4-E2AE-C5B6BD7739E7}"/>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1598;p25">
              <a:extLst>
                <a:ext uri="{FF2B5EF4-FFF2-40B4-BE49-F238E27FC236}">
                  <a16:creationId xmlns:a16="http://schemas.microsoft.com/office/drawing/2014/main" id="{AFB10CC9-8C97-265D-19A5-241BBB68FFAC}"/>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1599;p25">
              <a:extLst>
                <a:ext uri="{FF2B5EF4-FFF2-40B4-BE49-F238E27FC236}">
                  <a16:creationId xmlns:a16="http://schemas.microsoft.com/office/drawing/2014/main" id="{0BCA96F0-9E89-F4E0-7C04-767B95532AC9}"/>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1600;p25">
              <a:extLst>
                <a:ext uri="{FF2B5EF4-FFF2-40B4-BE49-F238E27FC236}">
                  <a16:creationId xmlns:a16="http://schemas.microsoft.com/office/drawing/2014/main" id="{E099E765-2001-9196-0F00-F9814F352158}"/>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1601;p25">
              <a:extLst>
                <a:ext uri="{FF2B5EF4-FFF2-40B4-BE49-F238E27FC236}">
                  <a16:creationId xmlns:a16="http://schemas.microsoft.com/office/drawing/2014/main" id="{F871D032-DA77-D498-AE4F-EC9D12FE1A8A}"/>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1602;p25">
              <a:extLst>
                <a:ext uri="{FF2B5EF4-FFF2-40B4-BE49-F238E27FC236}">
                  <a16:creationId xmlns:a16="http://schemas.microsoft.com/office/drawing/2014/main" id="{9B66974E-3849-F3B6-039F-E18AC6F5498D}"/>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1603;p25">
              <a:extLst>
                <a:ext uri="{FF2B5EF4-FFF2-40B4-BE49-F238E27FC236}">
                  <a16:creationId xmlns:a16="http://schemas.microsoft.com/office/drawing/2014/main" id="{40FE3A79-89EB-FBE6-01F5-B4CE28CD51E1}"/>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1604;p25">
              <a:extLst>
                <a:ext uri="{FF2B5EF4-FFF2-40B4-BE49-F238E27FC236}">
                  <a16:creationId xmlns:a16="http://schemas.microsoft.com/office/drawing/2014/main" id="{BCC184C3-D4AB-30EB-0C2D-4EE445C15F4F}"/>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1605;p25">
              <a:extLst>
                <a:ext uri="{FF2B5EF4-FFF2-40B4-BE49-F238E27FC236}">
                  <a16:creationId xmlns:a16="http://schemas.microsoft.com/office/drawing/2014/main" id="{F88C9977-74D7-664F-2268-DAE47007354D}"/>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1606;p25">
              <a:extLst>
                <a:ext uri="{FF2B5EF4-FFF2-40B4-BE49-F238E27FC236}">
                  <a16:creationId xmlns:a16="http://schemas.microsoft.com/office/drawing/2014/main" id="{7D9D41E7-A701-7E1A-4399-EC23D7B86A84}"/>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1607;p25">
              <a:extLst>
                <a:ext uri="{FF2B5EF4-FFF2-40B4-BE49-F238E27FC236}">
                  <a16:creationId xmlns:a16="http://schemas.microsoft.com/office/drawing/2014/main" id="{1C7C105F-648B-FB0C-8341-8DBF088E0D0E}"/>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1608;p25">
              <a:extLst>
                <a:ext uri="{FF2B5EF4-FFF2-40B4-BE49-F238E27FC236}">
                  <a16:creationId xmlns:a16="http://schemas.microsoft.com/office/drawing/2014/main" id="{B5AF7381-120A-61A0-4FD9-C5B074C06DA6}"/>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1609;p25">
              <a:extLst>
                <a:ext uri="{FF2B5EF4-FFF2-40B4-BE49-F238E27FC236}">
                  <a16:creationId xmlns:a16="http://schemas.microsoft.com/office/drawing/2014/main" id="{BD6741C3-6B0D-2623-2390-7388492C6327}"/>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1610;p25">
              <a:extLst>
                <a:ext uri="{FF2B5EF4-FFF2-40B4-BE49-F238E27FC236}">
                  <a16:creationId xmlns:a16="http://schemas.microsoft.com/office/drawing/2014/main" id="{11A196A0-8E54-7857-51B4-EDBF021AF73B}"/>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1611;p25">
              <a:extLst>
                <a:ext uri="{FF2B5EF4-FFF2-40B4-BE49-F238E27FC236}">
                  <a16:creationId xmlns:a16="http://schemas.microsoft.com/office/drawing/2014/main" id="{0C4B0A0D-E044-8D04-9D23-89CCDB27F420}"/>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1612;p25">
              <a:extLst>
                <a:ext uri="{FF2B5EF4-FFF2-40B4-BE49-F238E27FC236}">
                  <a16:creationId xmlns:a16="http://schemas.microsoft.com/office/drawing/2014/main" id="{F19F732B-54FE-C06F-227F-2330038DF3A7}"/>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1613;p25">
              <a:extLst>
                <a:ext uri="{FF2B5EF4-FFF2-40B4-BE49-F238E27FC236}">
                  <a16:creationId xmlns:a16="http://schemas.microsoft.com/office/drawing/2014/main" id="{DEBFAF9D-A707-BE9D-2AE7-51F3E629F4B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1614;p25">
              <a:extLst>
                <a:ext uri="{FF2B5EF4-FFF2-40B4-BE49-F238E27FC236}">
                  <a16:creationId xmlns:a16="http://schemas.microsoft.com/office/drawing/2014/main" id="{E016E16D-D1D3-08EC-282A-696AB7B155E0}"/>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1615;p25">
              <a:extLst>
                <a:ext uri="{FF2B5EF4-FFF2-40B4-BE49-F238E27FC236}">
                  <a16:creationId xmlns:a16="http://schemas.microsoft.com/office/drawing/2014/main" id="{7EA6842A-DA50-6035-17CC-F1C01FC2D71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1616;p25">
              <a:extLst>
                <a:ext uri="{FF2B5EF4-FFF2-40B4-BE49-F238E27FC236}">
                  <a16:creationId xmlns:a16="http://schemas.microsoft.com/office/drawing/2014/main" id="{54AEBF7B-36D8-702E-9B87-DA5097C67A4A}"/>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1617;p25">
              <a:extLst>
                <a:ext uri="{FF2B5EF4-FFF2-40B4-BE49-F238E27FC236}">
                  <a16:creationId xmlns:a16="http://schemas.microsoft.com/office/drawing/2014/main" id="{934EE5B6-9122-F5B3-F2D7-EA5E88DDE6A2}"/>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1618;p25">
              <a:extLst>
                <a:ext uri="{FF2B5EF4-FFF2-40B4-BE49-F238E27FC236}">
                  <a16:creationId xmlns:a16="http://schemas.microsoft.com/office/drawing/2014/main" id="{3AF105B7-B015-4BCD-CBD7-9D42E30EA95A}"/>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1619;p25">
              <a:extLst>
                <a:ext uri="{FF2B5EF4-FFF2-40B4-BE49-F238E27FC236}">
                  <a16:creationId xmlns:a16="http://schemas.microsoft.com/office/drawing/2014/main" id="{B61E9725-BFA7-FAE1-3632-F759EB531B26}"/>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1620;p25">
              <a:extLst>
                <a:ext uri="{FF2B5EF4-FFF2-40B4-BE49-F238E27FC236}">
                  <a16:creationId xmlns:a16="http://schemas.microsoft.com/office/drawing/2014/main" id="{E24F4A21-97C1-5DF7-3328-26BBEADC3603}"/>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1621;p25">
              <a:extLst>
                <a:ext uri="{FF2B5EF4-FFF2-40B4-BE49-F238E27FC236}">
                  <a16:creationId xmlns:a16="http://schemas.microsoft.com/office/drawing/2014/main" id="{9C4FD42D-2451-FB06-2D4D-A5E5FA955959}"/>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1622;p25">
              <a:extLst>
                <a:ext uri="{FF2B5EF4-FFF2-40B4-BE49-F238E27FC236}">
                  <a16:creationId xmlns:a16="http://schemas.microsoft.com/office/drawing/2014/main" id="{9787852E-4D6D-EA5B-9562-B18482D64E95}"/>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1623;p25">
              <a:extLst>
                <a:ext uri="{FF2B5EF4-FFF2-40B4-BE49-F238E27FC236}">
                  <a16:creationId xmlns:a16="http://schemas.microsoft.com/office/drawing/2014/main" id="{2E732423-2A17-BBEE-30FA-D4F5E4F33F96}"/>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1624;p25">
              <a:extLst>
                <a:ext uri="{FF2B5EF4-FFF2-40B4-BE49-F238E27FC236}">
                  <a16:creationId xmlns:a16="http://schemas.microsoft.com/office/drawing/2014/main" id="{55D59D69-C8C4-10F2-FDF2-0081350DA439}"/>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1625;p25">
              <a:extLst>
                <a:ext uri="{FF2B5EF4-FFF2-40B4-BE49-F238E27FC236}">
                  <a16:creationId xmlns:a16="http://schemas.microsoft.com/office/drawing/2014/main" id="{94D3BDFE-C059-5CAD-AB97-ED9C6855F601}"/>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1626;p25">
              <a:extLst>
                <a:ext uri="{FF2B5EF4-FFF2-40B4-BE49-F238E27FC236}">
                  <a16:creationId xmlns:a16="http://schemas.microsoft.com/office/drawing/2014/main" id="{7B528F94-95B4-1998-3193-4FF899E2960D}"/>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1627;p25">
              <a:extLst>
                <a:ext uri="{FF2B5EF4-FFF2-40B4-BE49-F238E27FC236}">
                  <a16:creationId xmlns:a16="http://schemas.microsoft.com/office/drawing/2014/main" id="{BEF58C46-43BB-6E15-E1B9-C390FFE94CA1}"/>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1628;p25">
              <a:extLst>
                <a:ext uri="{FF2B5EF4-FFF2-40B4-BE49-F238E27FC236}">
                  <a16:creationId xmlns:a16="http://schemas.microsoft.com/office/drawing/2014/main" id="{66C15451-6BF1-44C1-F07E-9F6422D4B82A}"/>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1629;p25">
              <a:extLst>
                <a:ext uri="{FF2B5EF4-FFF2-40B4-BE49-F238E27FC236}">
                  <a16:creationId xmlns:a16="http://schemas.microsoft.com/office/drawing/2014/main" id="{2C732DE5-0A3F-03D9-9BAB-25AA73AEB2B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1630;p25">
              <a:extLst>
                <a:ext uri="{FF2B5EF4-FFF2-40B4-BE49-F238E27FC236}">
                  <a16:creationId xmlns:a16="http://schemas.microsoft.com/office/drawing/2014/main" id="{2C0FB41C-F6A7-43BC-5F33-E70C20B31347}"/>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1631;p25">
              <a:extLst>
                <a:ext uri="{FF2B5EF4-FFF2-40B4-BE49-F238E27FC236}">
                  <a16:creationId xmlns:a16="http://schemas.microsoft.com/office/drawing/2014/main" id="{57E0A1CE-AEF7-59A6-B647-2B0046BBA3DD}"/>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1632;p25">
              <a:extLst>
                <a:ext uri="{FF2B5EF4-FFF2-40B4-BE49-F238E27FC236}">
                  <a16:creationId xmlns:a16="http://schemas.microsoft.com/office/drawing/2014/main" id="{BE847DBB-ADC4-DDD3-154C-2D4D1A54F0B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1633;p25">
              <a:extLst>
                <a:ext uri="{FF2B5EF4-FFF2-40B4-BE49-F238E27FC236}">
                  <a16:creationId xmlns:a16="http://schemas.microsoft.com/office/drawing/2014/main" id="{B3692199-978D-DB75-5AEC-68DBAFD3FBE3}"/>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1634;p25">
              <a:extLst>
                <a:ext uri="{FF2B5EF4-FFF2-40B4-BE49-F238E27FC236}">
                  <a16:creationId xmlns:a16="http://schemas.microsoft.com/office/drawing/2014/main" id="{43782ECC-65D3-7A4E-369A-061EAF0DF978}"/>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1635;p25">
              <a:extLst>
                <a:ext uri="{FF2B5EF4-FFF2-40B4-BE49-F238E27FC236}">
                  <a16:creationId xmlns:a16="http://schemas.microsoft.com/office/drawing/2014/main" id="{F115D204-A58D-4B3E-64DD-9B8CBC30506A}"/>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1636;p25">
              <a:extLst>
                <a:ext uri="{FF2B5EF4-FFF2-40B4-BE49-F238E27FC236}">
                  <a16:creationId xmlns:a16="http://schemas.microsoft.com/office/drawing/2014/main" id="{9DE5EC1E-049D-717D-3A08-7E586FA38882}"/>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1637;p25">
              <a:extLst>
                <a:ext uri="{FF2B5EF4-FFF2-40B4-BE49-F238E27FC236}">
                  <a16:creationId xmlns:a16="http://schemas.microsoft.com/office/drawing/2014/main" id="{BD63BD18-E3ED-2483-C7AE-7FCD18A29132}"/>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1638;p25">
              <a:extLst>
                <a:ext uri="{FF2B5EF4-FFF2-40B4-BE49-F238E27FC236}">
                  <a16:creationId xmlns:a16="http://schemas.microsoft.com/office/drawing/2014/main" id="{5B56C241-3A11-C608-4CA3-11B4B35283DC}"/>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1639;p25">
              <a:extLst>
                <a:ext uri="{FF2B5EF4-FFF2-40B4-BE49-F238E27FC236}">
                  <a16:creationId xmlns:a16="http://schemas.microsoft.com/office/drawing/2014/main" id="{A23AA02B-E22E-BCBC-23E6-03012DFCE727}"/>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2" name="Google Shape;1640;p25">
              <a:extLst>
                <a:ext uri="{FF2B5EF4-FFF2-40B4-BE49-F238E27FC236}">
                  <a16:creationId xmlns:a16="http://schemas.microsoft.com/office/drawing/2014/main" id="{4653B233-FA0F-4044-6A6A-6F0C14DFCEFF}"/>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3" name="Google Shape;1641;p25">
              <a:extLst>
                <a:ext uri="{FF2B5EF4-FFF2-40B4-BE49-F238E27FC236}">
                  <a16:creationId xmlns:a16="http://schemas.microsoft.com/office/drawing/2014/main" id="{C30116A3-5B5B-858C-9325-F5AEFD9D6435}"/>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4" name="Google Shape;1642;p25">
              <a:extLst>
                <a:ext uri="{FF2B5EF4-FFF2-40B4-BE49-F238E27FC236}">
                  <a16:creationId xmlns:a16="http://schemas.microsoft.com/office/drawing/2014/main" id="{F0C74301-7925-2D41-B405-1F7243DFC0F7}"/>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5" name="Google Shape;1643;p25">
              <a:extLst>
                <a:ext uri="{FF2B5EF4-FFF2-40B4-BE49-F238E27FC236}">
                  <a16:creationId xmlns:a16="http://schemas.microsoft.com/office/drawing/2014/main" id="{D91C5A58-F2A2-2A49-8A29-67CC123C8B0B}"/>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96" name="Google Shape;1644;p25">
            <a:extLst>
              <a:ext uri="{FF2B5EF4-FFF2-40B4-BE49-F238E27FC236}">
                <a16:creationId xmlns:a16="http://schemas.microsoft.com/office/drawing/2014/main" id="{47AABDBC-0015-672B-C33E-BF3307831784}"/>
              </a:ext>
            </a:extLst>
          </p:cNvPr>
          <p:cNvGrpSpPr/>
          <p:nvPr/>
        </p:nvGrpSpPr>
        <p:grpSpPr>
          <a:xfrm flipH="1">
            <a:off x="-4075109" y="-2220135"/>
            <a:ext cx="5026084" cy="15144076"/>
            <a:chOff x="-2722250" y="-1079764"/>
            <a:chExt cx="3769563" cy="11358057"/>
          </a:xfrm>
        </p:grpSpPr>
        <p:sp>
          <p:nvSpPr>
            <p:cNvPr id="3397" name="Google Shape;1645;p25">
              <a:extLst>
                <a:ext uri="{FF2B5EF4-FFF2-40B4-BE49-F238E27FC236}">
                  <a16:creationId xmlns:a16="http://schemas.microsoft.com/office/drawing/2014/main" id="{5C393943-5193-0E1C-2889-C86E7CAC9E87}"/>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8" name="Google Shape;1646;p25">
              <a:extLst>
                <a:ext uri="{FF2B5EF4-FFF2-40B4-BE49-F238E27FC236}">
                  <a16:creationId xmlns:a16="http://schemas.microsoft.com/office/drawing/2014/main" id="{F58FE915-C072-BFAF-EFBC-2C6E83291C6B}"/>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9" name="Google Shape;1647;p25">
              <a:extLst>
                <a:ext uri="{FF2B5EF4-FFF2-40B4-BE49-F238E27FC236}">
                  <a16:creationId xmlns:a16="http://schemas.microsoft.com/office/drawing/2014/main" id="{39C22A0C-CE54-154D-9D05-1756A07710C6}"/>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0" name="Google Shape;1648;p25">
              <a:extLst>
                <a:ext uri="{FF2B5EF4-FFF2-40B4-BE49-F238E27FC236}">
                  <a16:creationId xmlns:a16="http://schemas.microsoft.com/office/drawing/2014/main" id="{A05C21EF-60AD-2F2A-6BC3-2813946FF089}"/>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1" name="Google Shape;1649;p25">
              <a:extLst>
                <a:ext uri="{FF2B5EF4-FFF2-40B4-BE49-F238E27FC236}">
                  <a16:creationId xmlns:a16="http://schemas.microsoft.com/office/drawing/2014/main" id="{0D0DD2E8-3D5B-39DB-DDC2-B5EB418B7BD0}"/>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2" name="Google Shape;1650;p25">
              <a:extLst>
                <a:ext uri="{FF2B5EF4-FFF2-40B4-BE49-F238E27FC236}">
                  <a16:creationId xmlns:a16="http://schemas.microsoft.com/office/drawing/2014/main" id="{7FBF036D-09C2-E50A-68A0-3E6424EEDDD0}"/>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3" name="Google Shape;1651;p25">
              <a:extLst>
                <a:ext uri="{FF2B5EF4-FFF2-40B4-BE49-F238E27FC236}">
                  <a16:creationId xmlns:a16="http://schemas.microsoft.com/office/drawing/2014/main" id="{0C4E966A-32C0-26C3-D991-2628C392D2FF}"/>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4" name="Google Shape;1652;p25">
              <a:extLst>
                <a:ext uri="{FF2B5EF4-FFF2-40B4-BE49-F238E27FC236}">
                  <a16:creationId xmlns:a16="http://schemas.microsoft.com/office/drawing/2014/main" id="{DFC76B33-B7B1-9F75-5FD8-66351582E9CC}"/>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5" name="Google Shape;1653;p25">
              <a:extLst>
                <a:ext uri="{FF2B5EF4-FFF2-40B4-BE49-F238E27FC236}">
                  <a16:creationId xmlns:a16="http://schemas.microsoft.com/office/drawing/2014/main" id="{576E65AC-E9E4-AABF-9F29-2C7B12DC24E2}"/>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6" name="Google Shape;1654;p25">
              <a:extLst>
                <a:ext uri="{FF2B5EF4-FFF2-40B4-BE49-F238E27FC236}">
                  <a16:creationId xmlns:a16="http://schemas.microsoft.com/office/drawing/2014/main" id="{247A97F5-7E74-5362-92CF-C2D659D0D839}"/>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7" name="Google Shape;1655;p25">
              <a:extLst>
                <a:ext uri="{FF2B5EF4-FFF2-40B4-BE49-F238E27FC236}">
                  <a16:creationId xmlns:a16="http://schemas.microsoft.com/office/drawing/2014/main" id="{5BBB8E41-DD0C-EB02-57FF-DD8A541F62EC}"/>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8" name="Google Shape;1656;p25">
              <a:extLst>
                <a:ext uri="{FF2B5EF4-FFF2-40B4-BE49-F238E27FC236}">
                  <a16:creationId xmlns:a16="http://schemas.microsoft.com/office/drawing/2014/main" id="{86426F04-7065-A8D5-7E54-CDE8C489CB77}"/>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9" name="Google Shape;1657;p25">
              <a:extLst>
                <a:ext uri="{FF2B5EF4-FFF2-40B4-BE49-F238E27FC236}">
                  <a16:creationId xmlns:a16="http://schemas.microsoft.com/office/drawing/2014/main" id="{454A43CB-81B6-3974-2B1C-45FAE9000229}"/>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0" name="Google Shape;1658;p25">
              <a:extLst>
                <a:ext uri="{FF2B5EF4-FFF2-40B4-BE49-F238E27FC236}">
                  <a16:creationId xmlns:a16="http://schemas.microsoft.com/office/drawing/2014/main" id="{BDFF7EEB-CFDC-5B7E-0BAD-0DCC3FA0D29D}"/>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11" name="Title 1">
            <a:extLst>
              <a:ext uri="{FF2B5EF4-FFF2-40B4-BE49-F238E27FC236}">
                <a16:creationId xmlns:a16="http://schemas.microsoft.com/office/drawing/2014/main" id="{EC238FE3-AD15-35E9-CA55-A925946336F7}"/>
              </a:ext>
            </a:extLst>
          </p:cNvPr>
          <p:cNvSpPr txBox="1">
            <a:spLocks/>
          </p:cNvSpPr>
          <p:nvPr/>
        </p:nvSpPr>
        <p:spPr>
          <a:xfrm>
            <a:off x="1524000" y="991898"/>
            <a:ext cx="5414128" cy="104046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9pPr>
          </a:lstStyle>
          <a:p>
            <a:pPr algn="l"/>
            <a:r>
              <a:rPr lang="en" sz="4400" kern="0" dirty="0">
                <a:solidFill>
                  <a:schemeClr val="bg1"/>
                </a:solidFill>
                <a:latin typeface="Aptos Black" panose="020F0502020204030204" pitchFamily="34" charset="0"/>
              </a:rPr>
              <a:t>THE CORE CONCEPTS</a:t>
            </a:r>
            <a:r>
              <a:rPr lang="en" sz="4400" kern="0" dirty="0">
                <a:solidFill>
                  <a:srgbClr val="E63B00"/>
                </a:solidFill>
                <a:latin typeface="Aptos Black" panose="020F0502020204030204" pitchFamily="34" charset="0"/>
              </a:rPr>
              <a:t> OF OOP</a:t>
            </a:r>
            <a:endParaRPr lang="en-US" sz="3200" kern="0" dirty="0">
              <a:solidFill>
                <a:srgbClr val="E63B00"/>
              </a:solidFill>
            </a:endParaRPr>
          </a:p>
        </p:txBody>
      </p:sp>
      <p:grpSp>
        <p:nvGrpSpPr>
          <p:cNvPr id="3412" name="Google Shape;2641;p40">
            <a:extLst>
              <a:ext uri="{FF2B5EF4-FFF2-40B4-BE49-F238E27FC236}">
                <a16:creationId xmlns:a16="http://schemas.microsoft.com/office/drawing/2014/main" id="{FB9D1641-E31E-8946-D9F2-0D307F1046F9}"/>
              </a:ext>
            </a:extLst>
          </p:cNvPr>
          <p:cNvGrpSpPr>
            <a:grpSpLocks/>
          </p:cNvGrpSpPr>
          <p:nvPr/>
        </p:nvGrpSpPr>
        <p:grpSpPr>
          <a:xfrm>
            <a:off x="1584483" y="2324461"/>
            <a:ext cx="4447650" cy="135300"/>
            <a:chOff x="2365175" y="3596070"/>
            <a:chExt cx="4447650" cy="135300"/>
          </a:xfrm>
        </p:grpSpPr>
        <p:sp>
          <p:nvSpPr>
            <p:cNvPr id="3413" name="Google Shape;2642;p40">
              <a:extLst>
                <a:ext uri="{FF2B5EF4-FFF2-40B4-BE49-F238E27FC236}">
                  <a16:creationId xmlns:a16="http://schemas.microsoft.com/office/drawing/2014/main" id="{89C22BE4-46B2-C482-20C8-DE286A0486EC}"/>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4" name="Google Shape;2643;p40">
              <a:extLst>
                <a:ext uri="{FF2B5EF4-FFF2-40B4-BE49-F238E27FC236}">
                  <a16:creationId xmlns:a16="http://schemas.microsoft.com/office/drawing/2014/main" id="{2ABA5AEE-A611-6692-5167-CEA9F14884DE}"/>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415" name="Google Shape;2644;p40">
              <a:extLst>
                <a:ext uri="{FF2B5EF4-FFF2-40B4-BE49-F238E27FC236}">
                  <a16:creationId xmlns:a16="http://schemas.microsoft.com/office/drawing/2014/main" id="{AAC69CD4-1AA9-93C2-403A-AAA53E482D04}"/>
                </a:ext>
              </a:extLst>
            </p:cNvPr>
            <p:cNvCxnSpPr>
              <a:cxnSpLocks/>
              <a:stCxn id="3413" idx="6"/>
              <a:endCxn id="3414"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sp>
        <p:nvSpPr>
          <p:cNvPr id="3427" name="Google Shape;3420;p72">
            <a:extLst>
              <a:ext uri="{FF2B5EF4-FFF2-40B4-BE49-F238E27FC236}">
                <a16:creationId xmlns:a16="http://schemas.microsoft.com/office/drawing/2014/main" id="{B276FC6E-F4EF-040F-6340-CA77C3117A2C}"/>
              </a:ext>
            </a:extLst>
          </p:cNvPr>
          <p:cNvSpPr/>
          <p:nvPr/>
        </p:nvSpPr>
        <p:spPr>
          <a:xfrm>
            <a:off x="9100670" y="2807831"/>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CAR2</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TESLA</a:t>
            </a:r>
          </a:p>
          <a:p>
            <a:pPr defTabSz="1219170">
              <a:buClr>
                <a:srgbClr val="000000"/>
              </a:buClr>
            </a:pPr>
            <a:r>
              <a:rPr lang="en-US" sz="1200" kern="0" dirty="0">
                <a:solidFill>
                  <a:schemeClr val="bg1"/>
                </a:solidFill>
                <a:latin typeface="Arial"/>
                <a:cs typeface="Arial"/>
                <a:sym typeface="Arial"/>
              </a:rPr>
              <a:t>MODEL Y</a:t>
            </a:r>
          </a:p>
          <a:p>
            <a:pPr defTabSz="1219170">
              <a:buClr>
                <a:srgbClr val="000000"/>
              </a:buClr>
            </a:pPr>
            <a:r>
              <a:rPr lang="en-US" sz="1200" kern="0" dirty="0">
                <a:solidFill>
                  <a:schemeClr val="bg1"/>
                </a:solidFill>
                <a:latin typeface="Arial"/>
                <a:cs typeface="Arial"/>
                <a:sym typeface="Arial"/>
              </a:rPr>
              <a:t>250 KM/H</a:t>
            </a:r>
          </a:p>
        </p:txBody>
      </p:sp>
      <p:sp>
        <p:nvSpPr>
          <p:cNvPr id="3428" name="Google Shape;3420;p72">
            <a:extLst>
              <a:ext uri="{FF2B5EF4-FFF2-40B4-BE49-F238E27FC236}">
                <a16:creationId xmlns:a16="http://schemas.microsoft.com/office/drawing/2014/main" id="{600357BC-B3FD-29B1-E500-1B8088B896AF}"/>
              </a:ext>
            </a:extLst>
          </p:cNvPr>
          <p:cNvSpPr/>
          <p:nvPr/>
        </p:nvSpPr>
        <p:spPr>
          <a:xfrm>
            <a:off x="6731040" y="2807831"/>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CAR1</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VOLVO</a:t>
            </a:r>
          </a:p>
          <a:p>
            <a:pPr defTabSz="1219170">
              <a:buClr>
                <a:srgbClr val="000000"/>
              </a:buClr>
            </a:pPr>
            <a:r>
              <a:rPr lang="en-US" sz="1200" kern="0" dirty="0">
                <a:solidFill>
                  <a:schemeClr val="bg1"/>
                </a:solidFill>
                <a:latin typeface="Arial"/>
                <a:cs typeface="Arial"/>
                <a:sym typeface="Arial"/>
              </a:rPr>
              <a:t>XC90</a:t>
            </a:r>
          </a:p>
          <a:p>
            <a:pPr defTabSz="1219170">
              <a:buClr>
                <a:srgbClr val="000000"/>
              </a:buClr>
            </a:pPr>
            <a:r>
              <a:rPr lang="en-US" sz="1200" kern="0" dirty="0">
                <a:solidFill>
                  <a:schemeClr val="bg1"/>
                </a:solidFill>
                <a:latin typeface="Arial"/>
                <a:cs typeface="Arial"/>
                <a:sym typeface="Arial"/>
              </a:rPr>
              <a:t>180 KM/H</a:t>
            </a:r>
          </a:p>
        </p:txBody>
      </p:sp>
      <p:sp>
        <p:nvSpPr>
          <p:cNvPr id="3429" name="Google Shape;3420;p72">
            <a:extLst>
              <a:ext uri="{FF2B5EF4-FFF2-40B4-BE49-F238E27FC236}">
                <a16:creationId xmlns:a16="http://schemas.microsoft.com/office/drawing/2014/main" id="{5CF8AFFB-43AC-E5C6-5C24-028886732955}"/>
              </a:ext>
            </a:extLst>
          </p:cNvPr>
          <p:cNvSpPr/>
          <p:nvPr/>
        </p:nvSpPr>
        <p:spPr>
          <a:xfrm>
            <a:off x="9100670" y="4391535"/>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CAR4</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FORD</a:t>
            </a:r>
          </a:p>
          <a:p>
            <a:pPr defTabSz="1219170">
              <a:buClr>
                <a:srgbClr val="000000"/>
              </a:buClr>
            </a:pPr>
            <a:r>
              <a:rPr lang="en-US" sz="1200" kern="0" dirty="0">
                <a:solidFill>
                  <a:schemeClr val="bg1"/>
                </a:solidFill>
                <a:latin typeface="Arial"/>
                <a:cs typeface="Arial"/>
                <a:sym typeface="Arial"/>
              </a:rPr>
              <a:t>RAPTOR</a:t>
            </a:r>
          </a:p>
          <a:p>
            <a:pPr defTabSz="1219170">
              <a:buClr>
                <a:srgbClr val="000000"/>
              </a:buClr>
            </a:pPr>
            <a:r>
              <a:rPr lang="en-US" sz="1200" kern="0" dirty="0">
                <a:solidFill>
                  <a:schemeClr val="bg1"/>
                </a:solidFill>
                <a:latin typeface="Arial"/>
                <a:cs typeface="Arial"/>
                <a:sym typeface="Arial"/>
              </a:rPr>
              <a:t>180 KM/H</a:t>
            </a:r>
          </a:p>
        </p:txBody>
      </p:sp>
      <p:sp>
        <p:nvSpPr>
          <p:cNvPr id="3430" name="Google Shape;3420;p72">
            <a:extLst>
              <a:ext uri="{FF2B5EF4-FFF2-40B4-BE49-F238E27FC236}">
                <a16:creationId xmlns:a16="http://schemas.microsoft.com/office/drawing/2014/main" id="{54A9C282-72C0-DB4B-7462-4EE5F0F17092}"/>
              </a:ext>
            </a:extLst>
          </p:cNvPr>
          <p:cNvSpPr/>
          <p:nvPr/>
        </p:nvSpPr>
        <p:spPr>
          <a:xfrm>
            <a:off x="6731040" y="4391535"/>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CAR3</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LEXUS</a:t>
            </a:r>
          </a:p>
          <a:p>
            <a:pPr defTabSz="1219170">
              <a:buClr>
                <a:srgbClr val="000000"/>
              </a:buClr>
            </a:pPr>
            <a:r>
              <a:rPr lang="en-US" sz="1200" kern="0" dirty="0">
                <a:solidFill>
                  <a:schemeClr val="bg1"/>
                </a:solidFill>
                <a:latin typeface="Arial"/>
                <a:cs typeface="Arial"/>
                <a:sym typeface="Arial"/>
              </a:rPr>
              <a:t>RX</a:t>
            </a:r>
          </a:p>
          <a:p>
            <a:pPr defTabSz="1219170">
              <a:buClr>
                <a:srgbClr val="000000"/>
              </a:buClr>
            </a:pPr>
            <a:r>
              <a:rPr lang="en-US" sz="1200" kern="0" dirty="0">
                <a:solidFill>
                  <a:schemeClr val="bg1"/>
                </a:solidFill>
                <a:latin typeface="Arial"/>
                <a:cs typeface="Arial"/>
                <a:sym typeface="Arial"/>
              </a:rPr>
              <a:t>210 KM/H</a:t>
            </a:r>
          </a:p>
        </p:txBody>
      </p:sp>
      <p:grpSp>
        <p:nvGrpSpPr>
          <p:cNvPr id="3431" name="Google Shape;717;p13">
            <a:extLst>
              <a:ext uri="{FF2B5EF4-FFF2-40B4-BE49-F238E27FC236}">
                <a16:creationId xmlns:a16="http://schemas.microsoft.com/office/drawing/2014/main" id="{EF0E9F9E-F0E9-E7C1-84EC-700E82479EB4}"/>
              </a:ext>
            </a:extLst>
          </p:cNvPr>
          <p:cNvGrpSpPr/>
          <p:nvPr/>
        </p:nvGrpSpPr>
        <p:grpSpPr>
          <a:xfrm>
            <a:off x="-4162782" y="-18351217"/>
            <a:ext cx="5117787" cy="16687234"/>
            <a:chOff x="-3170262" y="3452177"/>
            <a:chExt cx="3721951" cy="12135923"/>
          </a:xfrm>
        </p:grpSpPr>
        <p:sp>
          <p:nvSpPr>
            <p:cNvPr id="3432" name="Google Shape;718;p13">
              <a:extLst>
                <a:ext uri="{FF2B5EF4-FFF2-40B4-BE49-F238E27FC236}">
                  <a16:creationId xmlns:a16="http://schemas.microsoft.com/office/drawing/2014/main" id="{89DB8FB9-26CC-7FFD-B8EB-D7A02B2DD8D4}"/>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3" name="Google Shape;719;p13">
              <a:extLst>
                <a:ext uri="{FF2B5EF4-FFF2-40B4-BE49-F238E27FC236}">
                  <a16:creationId xmlns:a16="http://schemas.microsoft.com/office/drawing/2014/main" id="{46DE5118-DBEC-0CE8-F9FE-A7E5E3FBCBC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4" name="Google Shape;720;p13">
              <a:extLst>
                <a:ext uri="{FF2B5EF4-FFF2-40B4-BE49-F238E27FC236}">
                  <a16:creationId xmlns:a16="http://schemas.microsoft.com/office/drawing/2014/main" id="{9A25FA5D-86DA-38F1-A432-4111942331F6}"/>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5" name="Google Shape;721;p13">
              <a:extLst>
                <a:ext uri="{FF2B5EF4-FFF2-40B4-BE49-F238E27FC236}">
                  <a16:creationId xmlns:a16="http://schemas.microsoft.com/office/drawing/2014/main" id="{8F48DEF2-9AC8-BBD9-6DB8-1B3A615A6176}"/>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6" name="Google Shape;722;p13">
              <a:extLst>
                <a:ext uri="{FF2B5EF4-FFF2-40B4-BE49-F238E27FC236}">
                  <a16:creationId xmlns:a16="http://schemas.microsoft.com/office/drawing/2014/main" id="{C569EC90-FFC8-E7AA-7EF1-C585A38963A4}"/>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7" name="Google Shape;723;p13">
              <a:extLst>
                <a:ext uri="{FF2B5EF4-FFF2-40B4-BE49-F238E27FC236}">
                  <a16:creationId xmlns:a16="http://schemas.microsoft.com/office/drawing/2014/main" id="{72450086-5D95-5B03-7CAB-40BACA268A23}"/>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8" name="Google Shape;724;p13">
              <a:extLst>
                <a:ext uri="{FF2B5EF4-FFF2-40B4-BE49-F238E27FC236}">
                  <a16:creationId xmlns:a16="http://schemas.microsoft.com/office/drawing/2014/main" id="{4F471B0A-4811-6213-995C-19697632926B}"/>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9" name="Google Shape;725;p13">
              <a:extLst>
                <a:ext uri="{FF2B5EF4-FFF2-40B4-BE49-F238E27FC236}">
                  <a16:creationId xmlns:a16="http://schemas.microsoft.com/office/drawing/2014/main" id="{D2CF0529-8CA5-EFD9-4C78-BB9E81BFEFB1}"/>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0" name="Google Shape;726;p13">
              <a:extLst>
                <a:ext uri="{FF2B5EF4-FFF2-40B4-BE49-F238E27FC236}">
                  <a16:creationId xmlns:a16="http://schemas.microsoft.com/office/drawing/2014/main" id="{410A9B9E-D81C-F2FC-8F42-901443A2DACA}"/>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1" name="Google Shape;727;p13">
              <a:extLst>
                <a:ext uri="{FF2B5EF4-FFF2-40B4-BE49-F238E27FC236}">
                  <a16:creationId xmlns:a16="http://schemas.microsoft.com/office/drawing/2014/main" id="{8C4707C7-F00A-6B97-0B6A-F595C8740001}"/>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2" name="Google Shape;728;p13">
              <a:extLst>
                <a:ext uri="{FF2B5EF4-FFF2-40B4-BE49-F238E27FC236}">
                  <a16:creationId xmlns:a16="http://schemas.microsoft.com/office/drawing/2014/main" id="{CBB2E6DD-4205-C332-60D6-AF88750485BA}"/>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3" name="Google Shape;729;p13">
              <a:extLst>
                <a:ext uri="{FF2B5EF4-FFF2-40B4-BE49-F238E27FC236}">
                  <a16:creationId xmlns:a16="http://schemas.microsoft.com/office/drawing/2014/main" id="{0399FC60-8066-29CA-2958-47B794046C4C}"/>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4" name="Google Shape;730;p13">
              <a:extLst>
                <a:ext uri="{FF2B5EF4-FFF2-40B4-BE49-F238E27FC236}">
                  <a16:creationId xmlns:a16="http://schemas.microsoft.com/office/drawing/2014/main" id="{47CCFFC4-399E-4B2B-BDA1-9F6B1F1B74F1}"/>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5" name="Google Shape;731;p13">
              <a:extLst>
                <a:ext uri="{FF2B5EF4-FFF2-40B4-BE49-F238E27FC236}">
                  <a16:creationId xmlns:a16="http://schemas.microsoft.com/office/drawing/2014/main" id="{363C05EB-F434-5BB9-44E4-B8AB4395B0AB}"/>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6" name="Google Shape;732;p13">
              <a:extLst>
                <a:ext uri="{FF2B5EF4-FFF2-40B4-BE49-F238E27FC236}">
                  <a16:creationId xmlns:a16="http://schemas.microsoft.com/office/drawing/2014/main" id="{67855655-AEB2-A34C-920D-5072A4C04069}"/>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7" name="Google Shape;733;p13">
              <a:extLst>
                <a:ext uri="{FF2B5EF4-FFF2-40B4-BE49-F238E27FC236}">
                  <a16:creationId xmlns:a16="http://schemas.microsoft.com/office/drawing/2014/main" id="{F73E646A-5F8A-69CB-F0B6-729302DEA9AF}"/>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8" name="Google Shape;734;p13">
              <a:extLst>
                <a:ext uri="{FF2B5EF4-FFF2-40B4-BE49-F238E27FC236}">
                  <a16:creationId xmlns:a16="http://schemas.microsoft.com/office/drawing/2014/main" id="{8C471341-3952-6A40-9726-E7A3599778D3}"/>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9" name="Google Shape;735;p13">
              <a:extLst>
                <a:ext uri="{FF2B5EF4-FFF2-40B4-BE49-F238E27FC236}">
                  <a16:creationId xmlns:a16="http://schemas.microsoft.com/office/drawing/2014/main" id="{376D9CB3-8CF7-D2F8-2DE2-EBCD3058EF45}"/>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0" name="Google Shape;736;p13">
              <a:extLst>
                <a:ext uri="{FF2B5EF4-FFF2-40B4-BE49-F238E27FC236}">
                  <a16:creationId xmlns:a16="http://schemas.microsoft.com/office/drawing/2014/main" id="{8B7FA419-E2CB-3D07-42D5-41CCB569A744}"/>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1" name="Google Shape;737;p13">
              <a:extLst>
                <a:ext uri="{FF2B5EF4-FFF2-40B4-BE49-F238E27FC236}">
                  <a16:creationId xmlns:a16="http://schemas.microsoft.com/office/drawing/2014/main" id="{61BF8622-1B70-9776-FE61-C2B42F8033E9}"/>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2" name="Google Shape;738;p13">
              <a:extLst>
                <a:ext uri="{FF2B5EF4-FFF2-40B4-BE49-F238E27FC236}">
                  <a16:creationId xmlns:a16="http://schemas.microsoft.com/office/drawing/2014/main" id="{FCDC4023-93BD-4362-B758-0553848A7440}"/>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3" name="Google Shape;739;p13">
              <a:extLst>
                <a:ext uri="{FF2B5EF4-FFF2-40B4-BE49-F238E27FC236}">
                  <a16:creationId xmlns:a16="http://schemas.microsoft.com/office/drawing/2014/main" id="{A4DEC38B-315E-4F56-46E8-CBC41072A6D1}"/>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4" name="Google Shape;740;p13">
              <a:extLst>
                <a:ext uri="{FF2B5EF4-FFF2-40B4-BE49-F238E27FC236}">
                  <a16:creationId xmlns:a16="http://schemas.microsoft.com/office/drawing/2014/main" id="{7892D0F6-9777-9F8D-761B-AA8EC52DB5F7}"/>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5" name="Google Shape;741;p13">
              <a:extLst>
                <a:ext uri="{FF2B5EF4-FFF2-40B4-BE49-F238E27FC236}">
                  <a16:creationId xmlns:a16="http://schemas.microsoft.com/office/drawing/2014/main" id="{02309200-7802-57F3-D700-45F4486F07C8}"/>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6" name="Google Shape;742;p13">
              <a:extLst>
                <a:ext uri="{FF2B5EF4-FFF2-40B4-BE49-F238E27FC236}">
                  <a16:creationId xmlns:a16="http://schemas.microsoft.com/office/drawing/2014/main" id="{2BCD93F4-8C0E-6F34-3DBD-E22F4ACEEAF2}"/>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7" name="Google Shape;743;p13">
              <a:extLst>
                <a:ext uri="{FF2B5EF4-FFF2-40B4-BE49-F238E27FC236}">
                  <a16:creationId xmlns:a16="http://schemas.microsoft.com/office/drawing/2014/main" id="{AFF82743-3D4E-1784-3E49-733B6C0F1514}"/>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8" name="Google Shape;744;p13">
              <a:extLst>
                <a:ext uri="{FF2B5EF4-FFF2-40B4-BE49-F238E27FC236}">
                  <a16:creationId xmlns:a16="http://schemas.microsoft.com/office/drawing/2014/main" id="{4E247494-FF79-D99B-7F19-A4AFCF3668E8}"/>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9" name="Google Shape;745;p13">
              <a:extLst>
                <a:ext uri="{FF2B5EF4-FFF2-40B4-BE49-F238E27FC236}">
                  <a16:creationId xmlns:a16="http://schemas.microsoft.com/office/drawing/2014/main" id="{B1FBB347-2C98-90E7-E554-3C6B1E3A9F36}"/>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0" name="Google Shape;746;p13">
              <a:extLst>
                <a:ext uri="{FF2B5EF4-FFF2-40B4-BE49-F238E27FC236}">
                  <a16:creationId xmlns:a16="http://schemas.microsoft.com/office/drawing/2014/main" id="{A75D2FA8-4589-47BF-7B22-17BECAB57709}"/>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1" name="Google Shape;747;p13">
              <a:extLst>
                <a:ext uri="{FF2B5EF4-FFF2-40B4-BE49-F238E27FC236}">
                  <a16:creationId xmlns:a16="http://schemas.microsoft.com/office/drawing/2014/main" id="{2D50222B-F01B-F60E-AFB9-63B117EBD0B6}"/>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2" name="Google Shape;748;p13">
              <a:extLst>
                <a:ext uri="{FF2B5EF4-FFF2-40B4-BE49-F238E27FC236}">
                  <a16:creationId xmlns:a16="http://schemas.microsoft.com/office/drawing/2014/main" id="{16D37393-3C1F-2E22-2C9B-ADFF1A54215B}"/>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3" name="Google Shape;749;p13">
              <a:extLst>
                <a:ext uri="{FF2B5EF4-FFF2-40B4-BE49-F238E27FC236}">
                  <a16:creationId xmlns:a16="http://schemas.microsoft.com/office/drawing/2014/main" id="{A2D96302-D080-FF9D-38ED-68802D30640A}"/>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4" name="Google Shape;750;p13">
              <a:extLst>
                <a:ext uri="{FF2B5EF4-FFF2-40B4-BE49-F238E27FC236}">
                  <a16:creationId xmlns:a16="http://schemas.microsoft.com/office/drawing/2014/main" id="{0DBD03B4-67DA-5211-2599-271EC628044B}"/>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5" name="Google Shape;751;p13">
              <a:extLst>
                <a:ext uri="{FF2B5EF4-FFF2-40B4-BE49-F238E27FC236}">
                  <a16:creationId xmlns:a16="http://schemas.microsoft.com/office/drawing/2014/main" id="{55EF70B7-E10E-4BEA-EB0C-84CC764B17E5}"/>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6" name="Google Shape;752;p13">
              <a:extLst>
                <a:ext uri="{FF2B5EF4-FFF2-40B4-BE49-F238E27FC236}">
                  <a16:creationId xmlns:a16="http://schemas.microsoft.com/office/drawing/2014/main" id="{F95235A3-DA4E-C4A6-BAA6-2D337F854A42}"/>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7" name="Google Shape;753;p13">
              <a:extLst>
                <a:ext uri="{FF2B5EF4-FFF2-40B4-BE49-F238E27FC236}">
                  <a16:creationId xmlns:a16="http://schemas.microsoft.com/office/drawing/2014/main" id="{8B3A4D75-D4E2-D945-956C-0BB49668D4A6}"/>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8" name="Google Shape;754;p13">
              <a:extLst>
                <a:ext uri="{FF2B5EF4-FFF2-40B4-BE49-F238E27FC236}">
                  <a16:creationId xmlns:a16="http://schemas.microsoft.com/office/drawing/2014/main" id="{D3AF2A82-0F11-F76E-5271-16921BC178D9}"/>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9" name="Google Shape;755;p13">
              <a:extLst>
                <a:ext uri="{FF2B5EF4-FFF2-40B4-BE49-F238E27FC236}">
                  <a16:creationId xmlns:a16="http://schemas.microsoft.com/office/drawing/2014/main" id="{224A9CBE-BB8D-9840-E9E9-8FA1CFAE3EE6}"/>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0" name="Google Shape;756;p13">
              <a:extLst>
                <a:ext uri="{FF2B5EF4-FFF2-40B4-BE49-F238E27FC236}">
                  <a16:creationId xmlns:a16="http://schemas.microsoft.com/office/drawing/2014/main" id="{62EF6FBD-8520-E581-399A-4A6C8F590CB0}"/>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1" name="Google Shape;757;p13">
              <a:extLst>
                <a:ext uri="{FF2B5EF4-FFF2-40B4-BE49-F238E27FC236}">
                  <a16:creationId xmlns:a16="http://schemas.microsoft.com/office/drawing/2014/main" id="{EB3594BF-B92B-A79C-D598-46F233CD4B69}"/>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2" name="Google Shape;758;p13">
              <a:extLst>
                <a:ext uri="{FF2B5EF4-FFF2-40B4-BE49-F238E27FC236}">
                  <a16:creationId xmlns:a16="http://schemas.microsoft.com/office/drawing/2014/main" id="{50EE6159-4D35-81EF-F37E-7FCA4F6ED181}"/>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3" name="Google Shape;759;p13">
              <a:extLst>
                <a:ext uri="{FF2B5EF4-FFF2-40B4-BE49-F238E27FC236}">
                  <a16:creationId xmlns:a16="http://schemas.microsoft.com/office/drawing/2014/main" id="{6D2D6D89-3547-85AB-9A8C-D9E132CF3BBC}"/>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4" name="Google Shape;760;p13">
              <a:extLst>
                <a:ext uri="{FF2B5EF4-FFF2-40B4-BE49-F238E27FC236}">
                  <a16:creationId xmlns:a16="http://schemas.microsoft.com/office/drawing/2014/main" id="{77B7A2D0-7E7F-0B93-9ECD-3D33B14D4FED}"/>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5" name="Google Shape;761;p13">
              <a:extLst>
                <a:ext uri="{FF2B5EF4-FFF2-40B4-BE49-F238E27FC236}">
                  <a16:creationId xmlns:a16="http://schemas.microsoft.com/office/drawing/2014/main" id="{03EE5A30-1F23-ED31-C43E-0ED6D037327E}"/>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6" name="Google Shape;762;p13">
              <a:extLst>
                <a:ext uri="{FF2B5EF4-FFF2-40B4-BE49-F238E27FC236}">
                  <a16:creationId xmlns:a16="http://schemas.microsoft.com/office/drawing/2014/main" id="{41E85C7E-400C-2644-79CD-2CE7E08F2FE5}"/>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7" name="Google Shape;763;p13">
              <a:extLst>
                <a:ext uri="{FF2B5EF4-FFF2-40B4-BE49-F238E27FC236}">
                  <a16:creationId xmlns:a16="http://schemas.microsoft.com/office/drawing/2014/main" id="{2CE9106B-B222-D2EE-F147-72998C0FA4CE}"/>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8" name="Google Shape;764;p13">
              <a:extLst>
                <a:ext uri="{FF2B5EF4-FFF2-40B4-BE49-F238E27FC236}">
                  <a16:creationId xmlns:a16="http://schemas.microsoft.com/office/drawing/2014/main" id="{64F14563-60C9-A2B9-30DE-B001B7659EF9}"/>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9" name="Google Shape;765;p13">
              <a:extLst>
                <a:ext uri="{FF2B5EF4-FFF2-40B4-BE49-F238E27FC236}">
                  <a16:creationId xmlns:a16="http://schemas.microsoft.com/office/drawing/2014/main" id="{9EFEF9F5-6022-F909-CD87-B7D8920C86E9}"/>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0" name="Google Shape;766;p13">
              <a:extLst>
                <a:ext uri="{FF2B5EF4-FFF2-40B4-BE49-F238E27FC236}">
                  <a16:creationId xmlns:a16="http://schemas.microsoft.com/office/drawing/2014/main" id="{59658317-2C8F-8E46-6594-8089EEF99B65}"/>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1" name="Google Shape;767;p13">
              <a:extLst>
                <a:ext uri="{FF2B5EF4-FFF2-40B4-BE49-F238E27FC236}">
                  <a16:creationId xmlns:a16="http://schemas.microsoft.com/office/drawing/2014/main" id="{77CDA2F9-25D6-5F4F-87F4-E3C7E46C0C42}"/>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2" name="Google Shape;768;p13">
              <a:extLst>
                <a:ext uri="{FF2B5EF4-FFF2-40B4-BE49-F238E27FC236}">
                  <a16:creationId xmlns:a16="http://schemas.microsoft.com/office/drawing/2014/main" id="{9765527C-ADCB-E5EE-A045-A2389374B37B}"/>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3" name="Google Shape;769;p13">
              <a:extLst>
                <a:ext uri="{FF2B5EF4-FFF2-40B4-BE49-F238E27FC236}">
                  <a16:creationId xmlns:a16="http://schemas.microsoft.com/office/drawing/2014/main" id="{1C04D609-6973-AAEE-1EDB-9A7D49CF6571}"/>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4" name="Google Shape;770;p13">
              <a:extLst>
                <a:ext uri="{FF2B5EF4-FFF2-40B4-BE49-F238E27FC236}">
                  <a16:creationId xmlns:a16="http://schemas.microsoft.com/office/drawing/2014/main" id="{7F5BE7AF-CB6C-A982-DFD2-643C04675B61}"/>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5" name="Google Shape;771;p13">
              <a:extLst>
                <a:ext uri="{FF2B5EF4-FFF2-40B4-BE49-F238E27FC236}">
                  <a16:creationId xmlns:a16="http://schemas.microsoft.com/office/drawing/2014/main" id="{B1769384-FED4-48C5-1EAC-964F409F663A}"/>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6" name="Google Shape;772;p13">
              <a:extLst>
                <a:ext uri="{FF2B5EF4-FFF2-40B4-BE49-F238E27FC236}">
                  <a16:creationId xmlns:a16="http://schemas.microsoft.com/office/drawing/2014/main" id="{C712C327-7290-C91E-F5E3-9AABD45D6FEE}"/>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7" name="Google Shape;773;p13">
              <a:extLst>
                <a:ext uri="{FF2B5EF4-FFF2-40B4-BE49-F238E27FC236}">
                  <a16:creationId xmlns:a16="http://schemas.microsoft.com/office/drawing/2014/main" id="{8F306AA5-F866-1613-32B2-722AFF052FF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88" name="Google Shape;717;p13">
            <a:extLst>
              <a:ext uri="{FF2B5EF4-FFF2-40B4-BE49-F238E27FC236}">
                <a16:creationId xmlns:a16="http://schemas.microsoft.com/office/drawing/2014/main" id="{AB3310C4-D2AA-8316-7ED2-C166DF8E7C01}"/>
              </a:ext>
            </a:extLst>
          </p:cNvPr>
          <p:cNvGrpSpPr/>
          <p:nvPr/>
        </p:nvGrpSpPr>
        <p:grpSpPr>
          <a:xfrm>
            <a:off x="11304040" y="-23778233"/>
            <a:ext cx="5117787" cy="16687234"/>
            <a:chOff x="-3170262" y="3452177"/>
            <a:chExt cx="3721951" cy="12135923"/>
          </a:xfrm>
        </p:grpSpPr>
        <p:sp>
          <p:nvSpPr>
            <p:cNvPr id="3489" name="Google Shape;718;p13">
              <a:extLst>
                <a:ext uri="{FF2B5EF4-FFF2-40B4-BE49-F238E27FC236}">
                  <a16:creationId xmlns:a16="http://schemas.microsoft.com/office/drawing/2014/main" id="{8018E04B-ECEF-8550-D18B-C892E0EFB1DA}"/>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0" name="Google Shape;719;p13">
              <a:extLst>
                <a:ext uri="{FF2B5EF4-FFF2-40B4-BE49-F238E27FC236}">
                  <a16:creationId xmlns:a16="http://schemas.microsoft.com/office/drawing/2014/main" id="{D58C27C1-EBA6-81D3-8D9A-8CAA0C45834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1" name="Google Shape;720;p13">
              <a:extLst>
                <a:ext uri="{FF2B5EF4-FFF2-40B4-BE49-F238E27FC236}">
                  <a16:creationId xmlns:a16="http://schemas.microsoft.com/office/drawing/2014/main" id="{479022B9-FBEC-B0D4-2572-50DB8E9B3749}"/>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2" name="Google Shape;721;p13">
              <a:extLst>
                <a:ext uri="{FF2B5EF4-FFF2-40B4-BE49-F238E27FC236}">
                  <a16:creationId xmlns:a16="http://schemas.microsoft.com/office/drawing/2014/main" id="{CE7F480B-6C85-5E3A-DA55-3A43F5536A86}"/>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3" name="Google Shape;722;p13">
              <a:extLst>
                <a:ext uri="{FF2B5EF4-FFF2-40B4-BE49-F238E27FC236}">
                  <a16:creationId xmlns:a16="http://schemas.microsoft.com/office/drawing/2014/main" id="{439E26C6-F38C-D57A-8923-FA572020F772}"/>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4" name="Google Shape;723;p13">
              <a:extLst>
                <a:ext uri="{FF2B5EF4-FFF2-40B4-BE49-F238E27FC236}">
                  <a16:creationId xmlns:a16="http://schemas.microsoft.com/office/drawing/2014/main" id="{FB5C2035-18F0-BDF2-2C57-A7756FF72F90}"/>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5" name="Google Shape;724;p13">
              <a:extLst>
                <a:ext uri="{FF2B5EF4-FFF2-40B4-BE49-F238E27FC236}">
                  <a16:creationId xmlns:a16="http://schemas.microsoft.com/office/drawing/2014/main" id="{9F3EE1ED-CFD8-15F2-6E27-9271F8FFB714}"/>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6" name="Google Shape;725;p13">
              <a:extLst>
                <a:ext uri="{FF2B5EF4-FFF2-40B4-BE49-F238E27FC236}">
                  <a16:creationId xmlns:a16="http://schemas.microsoft.com/office/drawing/2014/main" id="{DBF7F1AC-81E5-B0A1-68E4-DB832DB853A5}"/>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7" name="Google Shape;726;p13">
              <a:extLst>
                <a:ext uri="{FF2B5EF4-FFF2-40B4-BE49-F238E27FC236}">
                  <a16:creationId xmlns:a16="http://schemas.microsoft.com/office/drawing/2014/main" id="{63E4496D-6B09-6B56-B5A1-73B058A88762}"/>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8" name="Google Shape;727;p13">
              <a:extLst>
                <a:ext uri="{FF2B5EF4-FFF2-40B4-BE49-F238E27FC236}">
                  <a16:creationId xmlns:a16="http://schemas.microsoft.com/office/drawing/2014/main" id="{860C20DF-AE46-9A49-C191-E34D31F4D730}"/>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9" name="Google Shape;728;p13">
              <a:extLst>
                <a:ext uri="{FF2B5EF4-FFF2-40B4-BE49-F238E27FC236}">
                  <a16:creationId xmlns:a16="http://schemas.microsoft.com/office/drawing/2014/main" id="{DE3BDAC5-319D-BA0E-5188-B6E6489BD5AC}"/>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0" name="Google Shape;729;p13">
              <a:extLst>
                <a:ext uri="{FF2B5EF4-FFF2-40B4-BE49-F238E27FC236}">
                  <a16:creationId xmlns:a16="http://schemas.microsoft.com/office/drawing/2014/main" id="{0114E069-D7E6-D216-821A-F4619F12981F}"/>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1" name="Google Shape;730;p13">
              <a:extLst>
                <a:ext uri="{FF2B5EF4-FFF2-40B4-BE49-F238E27FC236}">
                  <a16:creationId xmlns:a16="http://schemas.microsoft.com/office/drawing/2014/main" id="{6D3EB6FB-2B2D-C173-B01F-1D7DDBA4E008}"/>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2" name="Google Shape;731;p13">
              <a:extLst>
                <a:ext uri="{FF2B5EF4-FFF2-40B4-BE49-F238E27FC236}">
                  <a16:creationId xmlns:a16="http://schemas.microsoft.com/office/drawing/2014/main" id="{6E81ACD6-8F8E-F50A-9712-ABFE7230C888}"/>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3" name="Google Shape;732;p13">
              <a:extLst>
                <a:ext uri="{FF2B5EF4-FFF2-40B4-BE49-F238E27FC236}">
                  <a16:creationId xmlns:a16="http://schemas.microsoft.com/office/drawing/2014/main" id="{BBA34981-9712-B25C-B656-B182D20E4343}"/>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4" name="Google Shape;733;p13">
              <a:extLst>
                <a:ext uri="{FF2B5EF4-FFF2-40B4-BE49-F238E27FC236}">
                  <a16:creationId xmlns:a16="http://schemas.microsoft.com/office/drawing/2014/main" id="{4FECD8A3-730A-F1E9-CF2C-0526E51046D4}"/>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5" name="Google Shape;734;p13">
              <a:extLst>
                <a:ext uri="{FF2B5EF4-FFF2-40B4-BE49-F238E27FC236}">
                  <a16:creationId xmlns:a16="http://schemas.microsoft.com/office/drawing/2014/main" id="{4704548A-8A4B-D0D1-82F6-6E5EC29419C1}"/>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6" name="Google Shape;735;p13">
              <a:extLst>
                <a:ext uri="{FF2B5EF4-FFF2-40B4-BE49-F238E27FC236}">
                  <a16:creationId xmlns:a16="http://schemas.microsoft.com/office/drawing/2014/main" id="{E47ACC59-D2F7-5B64-32A6-2E398A350255}"/>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7" name="Google Shape;736;p13">
              <a:extLst>
                <a:ext uri="{FF2B5EF4-FFF2-40B4-BE49-F238E27FC236}">
                  <a16:creationId xmlns:a16="http://schemas.microsoft.com/office/drawing/2014/main" id="{FFF81846-3537-0FC4-AC06-9CE4640EF023}"/>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8" name="Google Shape;737;p13">
              <a:extLst>
                <a:ext uri="{FF2B5EF4-FFF2-40B4-BE49-F238E27FC236}">
                  <a16:creationId xmlns:a16="http://schemas.microsoft.com/office/drawing/2014/main" id="{9B75E4DB-38C9-D143-F035-AFF9AED378AF}"/>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9" name="Google Shape;738;p13">
              <a:extLst>
                <a:ext uri="{FF2B5EF4-FFF2-40B4-BE49-F238E27FC236}">
                  <a16:creationId xmlns:a16="http://schemas.microsoft.com/office/drawing/2014/main" id="{0C3FDA8D-F035-C45F-2FE8-EA964302B153}"/>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0" name="Google Shape;739;p13">
              <a:extLst>
                <a:ext uri="{FF2B5EF4-FFF2-40B4-BE49-F238E27FC236}">
                  <a16:creationId xmlns:a16="http://schemas.microsoft.com/office/drawing/2014/main" id="{998F712D-9CF3-C2C6-9D93-9411571D8CF2}"/>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1" name="Google Shape;740;p13">
              <a:extLst>
                <a:ext uri="{FF2B5EF4-FFF2-40B4-BE49-F238E27FC236}">
                  <a16:creationId xmlns:a16="http://schemas.microsoft.com/office/drawing/2014/main" id="{6B20A481-154E-1134-D9C5-C0A808690BFD}"/>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2" name="Google Shape;741;p13">
              <a:extLst>
                <a:ext uri="{FF2B5EF4-FFF2-40B4-BE49-F238E27FC236}">
                  <a16:creationId xmlns:a16="http://schemas.microsoft.com/office/drawing/2014/main" id="{96380A49-60CB-4059-F03C-C217F9682BDF}"/>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3" name="Google Shape;742;p13">
              <a:extLst>
                <a:ext uri="{FF2B5EF4-FFF2-40B4-BE49-F238E27FC236}">
                  <a16:creationId xmlns:a16="http://schemas.microsoft.com/office/drawing/2014/main" id="{0B18ADD4-1D66-898C-4915-D4FB64B205DD}"/>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4" name="Google Shape;743;p13">
              <a:extLst>
                <a:ext uri="{FF2B5EF4-FFF2-40B4-BE49-F238E27FC236}">
                  <a16:creationId xmlns:a16="http://schemas.microsoft.com/office/drawing/2014/main" id="{1176BB04-E71F-7A6A-ED5B-9C62143D636C}"/>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5" name="Google Shape;744;p13">
              <a:extLst>
                <a:ext uri="{FF2B5EF4-FFF2-40B4-BE49-F238E27FC236}">
                  <a16:creationId xmlns:a16="http://schemas.microsoft.com/office/drawing/2014/main" id="{0604C644-2197-0BDC-8736-812A4F15EDC4}"/>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6" name="Google Shape;745;p13">
              <a:extLst>
                <a:ext uri="{FF2B5EF4-FFF2-40B4-BE49-F238E27FC236}">
                  <a16:creationId xmlns:a16="http://schemas.microsoft.com/office/drawing/2014/main" id="{3242BD2A-6EB4-A6CC-927A-4040DF029C3E}"/>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7" name="Google Shape;746;p13">
              <a:extLst>
                <a:ext uri="{FF2B5EF4-FFF2-40B4-BE49-F238E27FC236}">
                  <a16:creationId xmlns:a16="http://schemas.microsoft.com/office/drawing/2014/main" id="{BDD052A6-574C-8F53-318A-DC0948E35D7A}"/>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8" name="Google Shape;747;p13">
              <a:extLst>
                <a:ext uri="{FF2B5EF4-FFF2-40B4-BE49-F238E27FC236}">
                  <a16:creationId xmlns:a16="http://schemas.microsoft.com/office/drawing/2014/main" id="{29F1B8F2-4FD7-4BA7-74BE-FD1A26EA0F93}"/>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9" name="Google Shape;748;p13">
              <a:extLst>
                <a:ext uri="{FF2B5EF4-FFF2-40B4-BE49-F238E27FC236}">
                  <a16:creationId xmlns:a16="http://schemas.microsoft.com/office/drawing/2014/main" id="{A546EE52-B68F-EDB8-6EDE-A85FC29D3C9A}"/>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0" name="Google Shape;749;p13">
              <a:extLst>
                <a:ext uri="{FF2B5EF4-FFF2-40B4-BE49-F238E27FC236}">
                  <a16:creationId xmlns:a16="http://schemas.microsoft.com/office/drawing/2014/main" id="{E67CE2D9-8D0D-27D4-44AC-DADD1212932F}"/>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1" name="Google Shape;750;p13">
              <a:extLst>
                <a:ext uri="{FF2B5EF4-FFF2-40B4-BE49-F238E27FC236}">
                  <a16:creationId xmlns:a16="http://schemas.microsoft.com/office/drawing/2014/main" id="{C2E72002-3021-55C2-3FFC-564AEDAD29DB}"/>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2" name="Google Shape;751;p13">
              <a:extLst>
                <a:ext uri="{FF2B5EF4-FFF2-40B4-BE49-F238E27FC236}">
                  <a16:creationId xmlns:a16="http://schemas.microsoft.com/office/drawing/2014/main" id="{DCA09C89-B408-CDD3-7DEF-2E362440B092}"/>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3" name="Google Shape;752;p13">
              <a:extLst>
                <a:ext uri="{FF2B5EF4-FFF2-40B4-BE49-F238E27FC236}">
                  <a16:creationId xmlns:a16="http://schemas.microsoft.com/office/drawing/2014/main" id="{9B1D025D-C7F2-95AB-ECB5-1A58704FDD26}"/>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4" name="Google Shape;753;p13">
              <a:extLst>
                <a:ext uri="{FF2B5EF4-FFF2-40B4-BE49-F238E27FC236}">
                  <a16:creationId xmlns:a16="http://schemas.microsoft.com/office/drawing/2014/main" id="{40E08A01-10CB-5F9B-184D-544CBD463500}"/>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5" name="Google Shape;754;p13">
              <a:extLst>
                <a:ext uri="{FF2B5EF4-FFF2-40B4-BE49-F238E27FC236}">
                  <a16:creationId xmlns:a16="http://schemas.microsoft.com/office/drawing/2014/main" id="{F4292A70-5742-EA3F-91C4-883A44588FE6}"/>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6" name="Google Shape;755;p13">
              <a:extLst>
                <a:ext uri="{FF2B5EF4-FFF2-40B4-BE49-F238E27FC236}">
                  <a16:creationId xmlns:a16="http://schemas.microsoft.com/office/drawing/2014/main" id="{90548233-BC5E-B83E-582E-5B7F83652F35}"/>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7" name="Google Shape;756;p13">
              <a:extLst>
                <a:ext uri="{FF2B5EF4-FFF2-40B4-BE49-F238E27FC236}">
                  <a16:creationId xmlns:a16="http://schemas.microsoft.com/office/drawing/2014/main" id="{EDC85140-C625-A818-A53C-61CE386D85C1}"/>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8" name="Google Shape;757;p13">
              <a:extLst>
                <a:ext uri="{FF2B5EF4-FFF2-40B4-BE49-F238E27FC236}">
                  <a16:creationId xmlns:a16="http://schemas.microsoft.com/office/drawing/2014/main" id="{6B46FB35-08C0-79B5-F48F-A4DAA6654071}"/>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9" name="Google Shape;758;p13">
              <a:extLst>
                <a:ext uri="{FF2B5EF4-FFF2-40B4-BE49-F238E27FC236}">
                  <a16:creationId xmlns:a16="http://schemas.microsoft.com/office/drawing/2014/main" id="{86619490-C3BC-8B93-10AA-A584FF9B5BCB}"/>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0" name="Google Shape;759;p13">
              <a:extLst>
                <a:ext uri="{FF2B5EF4-FFF2-40B4-BE49-F238E27FC236}">
                  <a16:creationId xmlns:a16="http://schemas.microsoft.com/office/drawing/2014/main" id="{AA08DE99-67F5-02D6-3E7F-65DB77107694}"/>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1" name="Google Shape;760;p13">
              <a:extLst>
                <a:ext uri="{FF2B5EF4-FFF2-40B4-BE49-F238E27FC236}">
                  <a16:creationId xmlns:a16="http://schemas.microsoft.com/office/drawing/2014/main" id="{7E488E3A-349C-052B-02A3-8245FF5F0646}"/>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2" name="Google Shape;761;p13">
              <a:extLst>
                <a:ext uri="{FF2B5EF4-FFF2-40B4-BE49-F238E27FC236}">
                  <a16:creationId xmlns:a16="http://schemas.microsoft.com/office/drawing/2014/main" id="{83E2C608-C989-A6DA-0A48-153E7D8D0022}"/>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3" name="Google Shape;762;p13">
              <a:extLst>
                <a:ext uri="{FF2B5EF4-FFF2-40B4-BE49-F238E27FC236}">
                  <a16:creationId xmlns:a16="http://schemas.microsoft.com/office/drawing/2014/main" id="{A272BFC8-ABEF-0D48-C1FF-6B3B5DF55A85}"/>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4" name="Google Shape;763;p13">
              <a:extLst>
                <a:ext uri="{FF2B5EF4-FFF2-40B4-BE49-F238E27FC236}">
                  <a16:creationId xmlns:a16="http://schemas.microsoft.com/office/drawing/2014/main" id="{DC7C6559-4136-250E-8B95-408065F4C2A5}"/>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5" name="Google Shape;764;p13">
              <a:extLst>
                <a:ext uri="{FF2B5EF4-FFF2-40B4-BE49-F238E27FC236}">
                  <a16:creationId xmlns:a16="http://schemas.microsoft.com/office/drawing/2014/main" id="{BAAC29E2-AE6F-CEFA-B6C3-F1F66833841C}"/>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6" name="Google Shape;765;p13">
              <a:extLst>
                <a:ext uri="{FF2B5EF4-FFF2-40B4-BE49-F238E27FC236}">
                  <a16:creationId xmlns:a16="http://schemas.microsoft.com/office/drawing/2014/main" id="{4D267FA4-01E0-B009-A55E-FADA7BCAE36D}"/>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7" name="Google Shape;766;p13">
              <a:extLst>
                <a:ext uri="{FF2B5EF4-FFF2-40B4-BE49-F238E27FC236}">
                  <a16:creationId xmlns:a16="http://schemas.microsoft.com/office/drawing/2014/main" id="{DF1EB842-877E-B46E-324D-54BA96BA2FDB}"/>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8" name="Google Shape;767;p13">
              <a:extLst>
                <a:ext uri="{FF2B5EF4-FFF2-40B4-BE49-F238E27FC236}">
                  <a16:creationId xmlns:a16="http://schemas.microsoft.com/office/drawing/2014/main" id="{1294D1F6-BF79-7F49-7743-083237CA9D07}"/>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9" name="Google Shape;768;p13">
              <a:extLst>
                <a:ext uri="{FF2B5EF4-FFF2-40B4-BE49-F238E27FC236}">
                  <a16:creationId xmlns:a16="http://schemas.microsoft.com/office/drawing/2014/main" id="{DCE05773-C9AE-A7C2-106C-F8E6DF2E4121}"/>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0" name="Google Shape;769;p13">
              <a:extLst>
                <a:ext uri="{FF2B5EF4-FFF2-40B4-BE49-F238E27FC236}">
                  <a16:creationId xmlns:a16="http://schemas.microsoft.com/office/drawing/2014/main" id="{CA902335-7CFB-968F-395E-C2B48AA97F7A}"/>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1" name="Google Shape;770;p13">
              <a:extLst>
                <a:ext uri="{FF2B5EF4-FFF2-40B4-BE49-F238E27FC236}">
                  <a16:creationId xmlns:a16="http://schemas.microsoft.com/office/drawing/2014/main" id="{CC7FE4CA-AF70-72CD-0D4B-16B07F75C142}"/>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2" name="Google Shape;771;p13">
              <a:extLst>
                <a:ext uri="{FF2B5EF4-FFF2-40B4-BE49-F238E27FC236}">
                  <a16:creationId xmlns:a16="http://schemas.microsoft.com/office/drawing/2014/main" id="{A8C759CC-A116-EBCF-8090-4CDFD47D116A}"/>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3" name="Google Shape;772;p13">
              <a:extLst>
                <a:ext uri="{FF2B5EF4-FFF2-40B4-BE49-F238E27FC236}">
                  <a16:creationId xmlns:a16="http://schemas.microsoft.com/office/drawing/2014/main" id="{8A91BA54-17D3-9A1C-4B03-27A581E5C7B7}"/>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4" name="Google Shape;773;p13">
              <a:extLst>
                <a:ext uri="{FF2B5EF4-FFF2-40B4-BE49-F238E27FC236}">
                  <a16:creationId xmlns:a16="http://schemas.microsoft.com/office/drawing/2014/main" id="{79C94865-D470-2061-D8BB-5E6A68D4544E}"/>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4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23">
                                            <p:txEl>
                                              <p:pRg st="0" end="0"/>
                                            </p:txEl>
                                          </p:spTgt>
                                        </p:tgtEl>
                                        <p:attrNameLst>
                                          <p:attrName>style.visibility</p:attrName>
                                        </p:attrNameLst>
                                      </p:cBhvr>
                                      <p:to>
                                        <p:strVal val="visible"/>
                                      </p:to>
                                    </p:set>
                                    <p:animEffect transition="in" filter="fade">
                                      <p:cBhvr>
                                        <p:cTn id="7" dur="1000"/>
                                        <p:tgtEl>
                                          <p:spTgt spid="342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20"/>
                                        </p:tgtEl>
                                        <p:attrNameLst>
                                          <p:attrName>style.visibility</p:attrName>
                                        </p:attrNameLst>
                                      </p:cBhvr>
                                      <p:to>
                                        <p:strVal val="visible"/>
                                      </p:to>
                                    </p:set>
                                    <p:animEffect transition="in" filter="fade">
                                      <p:cBhvr>
                                        <p:cTn id="10" dur="1000"/>
                                        <p:tgtEl>
                                          <p:spTgt spid="34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423">
                                            <p:txEl>
                                              <p:pRg st="2" end="2"/>
                                            </p:txEl>
                                          </p:spTgt>
                                        </p:tgtEl>
                                        <p:attrNameLst>
                                          <p:attrName>style.visibility</p:attrName>
                                        </p:attrNameLst>
                                      </p:cBhvr>
                                      <p:to>
                                        <p:strVal val="visible"/>
                                      </p:to>
                                    </p:set>
                                    <p:animEffect transition="in" filter="fade">
                                      <p:cBhvr>
                                        <p:cTn id="15" dur="1000"/>
                                        <p:tgtEl>
                                          <p:spTgt spid="342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28"/>
                                        </p:tgtEl>
                                        <p:attrNameLst>
                                          <p:attrName>style.visibility</p:attrName>
                                        </p:attrNameLst>
                                      </p:cBhvr>
                                      <p:to>
                                        <p:strVal val="visible"/>
                                      </p:to>
                                    </p:set>
                                    <p:animEffect transition="in" filter="fade">
                                      <p:cBhvr>
                                        <p:cTn id="18" dur="1000"/>
                                        <p:tgtEl>
                                          <p:spTgt spid="342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427"/>
                                        </p:tgtEl>
                                        <p:attrNameLst>
                                          <p:attrName>style.visibility</p:attrName>
                                        </p:attrNameLst>
                                      </p:cBhvr>
                                      <p:to>
                                        <p:strVal val="visible"/>
                                      </p:to>
                                    </p:set>
                                    <p:animEffect transition="in" filter="fade">
                                      <p:cBhvr>
                                        <p:cTn id="21" dur="1000"/>
                                        <p:tgtEl>
                                          <p:spTgt spid="34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30"/>
                                        </p:tgtEl>
                                        <p:attrNameLst>
                                          <p:attrName>style.visibility</p:attrName>
                                        </p:attrNameLst>
                                      </p:cBhvr>
                                      <p:to>
                                        <p:strVal val="visible"/>
                                      </p:to>
                                    </p:set>
                                    <p:animEffect transition="in" filter="fade">
                                      <p:cBhvr>
                                        <p:cTn id="24" dur="1000"/>
                                        <p:tgtEl>
                                          <p:spTgt spid="34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429"/>
                                        </p:tgtEl>
                                        <p:attrNameLst>
                                          <p:attrName>style.visibility</p:attrName>
                                        </p:attrNameLst>
                                      </p:cBhvr>
                                      <p:to>
                                        <p:strVal val="visible"/>
                                      </p:to>
                                    </p:set>
                                    <p:animEffect transition="in" filter="fade">
                                      <p:cBhvr>
                                        <p:cTn id="27" dur="1000"/>
                                        <p:tgtEl>
                                          <p:spTgt spid="3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 grpId="0" animBg="1"/>
      <p:bldP spid="3427" grpId="0" animBg="1"/>
      <p:bldP spid="3428" grpId="0" animBg="1"/>
      <p:bldP spid="3429" grpId="0" animBg="1"/>
      <p:bldP spid="34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415">
          <a:extLst>
            <a:ext uri="{FF2B5EF4-FFF2-40B4-BE49-F238E27FC236}">
              <a16:creationId xmlns:a16="http://schemas.microsoft.com/office/drawing/2014/main" id="{A0DCA529-684C-C7D0-9557-AE3B21D16CC1}"/>
            </a:ext>
          </a:extLst>
        </p:cNvPr>
        <p:cNvGrpSpPr/>
        <p:nvPr/>
      </p:nvGrpSpPr>
      <p:grpSpPr>
        <a:xfrm>
          <a:off x="0" y="0"/>
          <a:ext cx="0" cy="0"/>
          <a:chOff x="0" y="0"/>
          <a:chExt cx="0" cy="0"/>
        </a:xfrm>
      </p:grpSpPr>
      <p:sp>
        <p:nvSpPr>
          <p:cNvPr id="3420" name="Google Shape;3420;p72">
            <a:extLst>
              <a:ext uri="{FF2B5EF4-FFF2-40B4-BE49-F238E27FC236}">
                <a16:creationId xmlns:a16="http://schemas.microsoft.com/office/drawing/2014/main" id="{41FCB8F2-6806-3C03-C19A-7A3F01428E37}"/>
              </a:ext>
            </a:extLst>
          </p:cNvPr>
          <p:cNvSpPr/>
          <p:nvPr/>
        </p:nvSpPr>
        <p:spPr>
          <a:xfrm>
            <a:off x="7925762" y="1224127"/>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bg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BRAND: STR</a:t>
            </a:r>
          </a:p>
          <a:p>
            <a:pPr defTabSz="1219170">
              <a:buClr>
                <a:srgbClr val="000000"/>
              </a:buClr>
            </a:pPr>
            <a:r>
              <a:rPr lang="en-US" sz="1200" kern="0" dirty="0">
                <a:solidFill>
                  <a:schemeClr val="bg1"/>
                </a:solidFill>
                <a:latin typeface="Arial"/>
                <a:cs typeface="Arial"/>
                <a:sym typeface="Arial"/>
              </a:rPr>
              <a:t>MODEL: STR</a:t>
            </a:r>
          </a:p>
          <a:p>
            <a:pPr defTabSz="1219170">
              <a:buClr>
                <a:srgbClr val="000000"/>
              </a:buClr>
            </a:pPr>
            <a:r>
              <a:rPr lang="en-US" sz="1200" kern="0" dirty="0">
                <a:solidFill>
                  <a:schemeClr val="bg1"/>
                </a:solidFill>
                <a:latin typeface="Arial"/>
                <a:cs typeface="Arial"/>
                <a:sym typeface="Arial"/>
              </a:rPr>
              <a:t>MAX SPEED: INT</a:t>
            </a:r>
          </a:p>
        </p:txBody>
      </p:sp>
      <p:sp>
        <p:nvSpPr>
          <p:cNvPr id="3423" name="Google Shape;3423;p72">
            <a:extLst>
              <a:ext uri="{FF2B5EF4-FFF2-40B4-BE49-F238E27FC236}">
                <a16:creationId xmlns:a16="http://schemas.microsoft.com/office/drawing/2014/main" id="{B90FD15E-0959-0C82-68CF-DA96EFEA1FC8}"/>
              </a:ext>
            </a:extLst>
          </p:cNvPr>
          <p:cNvSpPr txBox="1">
            <a:spLocks noGrp="1"/>
          </p:cNvSpPr>
          <p:nvPr>
            <p:ph type="subTitle" idx="1"/>
          </p:nvPr>
        </p:nvSpPr>
        <p:spPr>
          <a:xfrm>
            <a:off x="1603423" y="1971902"/>
            <a:ext cx="4576133" cy="4266636"/>
          </a:xfrm>
          <a:prstGeom prst="rect">
            <a:avLst/>
          </a:prstGeom>
        </p:spPr>
        <p:txBody>
          <a:bodyPr spcFirstLastPara="1" wrap="square" lIns="121900" tIns="0" rIns="121900" bIns="121900" anchor="t" anchorCtr="0">
            <a:noAutofit/>
          </a:bodyPr>
          <a:lstStyle/>
          <a:p>
            <a:pPr algn="l">
              <a:lnSpc>
                <a:spcPts val="1425"/>
              </a:lnSpc>
            </a:pPr>
            <a:r>
              <a:rPr lang="en-US" sz="1200" dirty="0">
                <a:solidFill>
                  <a:srgbClr val="569CD6"/>
                </a:solidFill>
                <a:latin typeface="Consolas" panose="020B0609020204030204" pitchFamily="49" charset="0"/>
              </a:rPr>
              <a:t>class</a:t>
            </a:r>
            <a:r>
              <a:rPr lang="en-US" sz="1200" dirty="0">
                <a:solidFill>
                  <a:srgbClr val="CCCCCC"/>
                </a:solidFill>
                <a:latin typeface="Consolas" panose="020B0609020204030204" pitchFamily="49" charset="0"/>
              </a:rPr>
              <a:t> </a:t>
            </a:r>
            <a:r>
              <a:rPr lang="en-US" sz="1200" dirty="0">
                <a:solidFill>
                  <a:srgbClr val="4EC9B0"/>
                </a:solidFill>
                <a:latin typeface="Consolas" panose="020B0609020204030204" pitchFamily="49" charset="0"/>
              </a:rPr>
              <a:t>Car</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    </a:t>
            </a:r>
            <a:r>
              <a:rPr lang="en-US" sz="1200" dirty="0">
                <a:solidFill>
                  <a:srgbClr val="569CD6"/>
                </a:solidFill>
                <a:latin typeface="Consolas" panose="020B0609020204030204" pitchFamily="49" charset="0"/>
              </a:rPr>
              <a:t>def</a:t>
            </a:r>
            <a:r>
              <a:rPr lang="en-US" sz="1200" dirty="0">
                <a:solidFill>
                  <a:srgbClr val="CCCCCC"/>
                </a:solidFill>
                <a:latin typeface="Consolas" panose="020B0609020204030204" pitchFamily="49" charset="0"/>
              </a:rPr>
              <a:t> </a:t>
            </a:r>
            <a:r>
              <a:rPr lang="en-US" sz="1200" dirty="0">
                <a:solidFill>
                  <a:srgbClr val="DCDCAA"/>
                </a:solidFill>
                <a:latin typeface="Consolas" panose="020B0609020204030204" pitchFamily="49" charset="0"/>
              </a:rPr>
              <a:t>__init__</a:t>
            </a:r>
            <a:r>
              <a:rPr lang="en-US" sz="1200" dirty="0">
                <a:solidFill>
                  <a:srgbClr val="CCCCCC"/>
                </a:solidFill>
                <a:latin typeface="Consolas" panose="020B0609020204030204" pitchFamily="49" charset="0"/>
              </a:rPr>
              <a:t>(</a:t>
            </a:r>
            <a:r>
              <a:rPr lang="en-US" sz="1200" dirty="0">
                <a:solidFill>
                  <a:srgbClr val="9CDCFE"/>
                </a:solidFill>
                <a:latin typeface="Consolas" panose="020B0609020204030204" pitchFamily="49" charset="0"/>
              </a:rPr>
              <a:t>self</a:t>
            </a:r>
            <a:r>
              <a:rPr lang="en-US" sz="1200" dirty="0">
                <a:solidFill>
                  <a:srgbClr val="CCCCCC"/>
                </a:solidFill>
                <a:latin typeface="Consolas" panose="020B0609020204030204" pitchFamily="49" charset="0"/>
              </a:rPr>
              <a:t>, </a:t>
            </a:r>
            <a:r>
              <a:rPr lang="en-US" sz="1200" dirty="0">
                <a:solidFill>
                  <a:srgbClr val="9CDCFE"/>
                </a:solidFill>
                <a:latin typeface="Consolas" panose="020B0609020204030204" pitchFamily="49" charset="0"/>
              </a:rPr>
              <a:t>brand</a:t>
            </a:r>
            <a:r>
              <a:rPr lang="en-US" sz="1200" dirty="0">
                <a:solidFill>
                  <a:srgbClr val="CCCCCC"/>
                </a:solidFill>
                <a:latin typeface="Consolas" panose="020B0609020204030204" pitchFamily="49" charset="0"/>
              </a:rPr>
              <a:t>, </a:t>
            </a:r>
            <a:r>
              <a:rPr lang="en-US" sz="1200" dirty="0">
                <a:solidFill>
                  <a:srgbClr val="9CDCFE"/>
                </a:solidFill>
                <a:latin typeface="Consolas" panose="020B0609020204030204" pitchFamily="49" charset="0"/>
              </a:rPr>
              <a:t>model</a:t>
            </a:r>
            <a:r>
              <a:rPr lang="en-US" sz="1200" dirty="0">
                <a:solidFill>
                  <a:srgbClr val="CCCCCC"/>
                </a:solidFill>
                <a:latin typeface="Consolas" panose="020B0609020204030204" pitchFamily="49" charset="0"/>
              </a:rPr>
              <a:t>, </a:t>
            </a:r>
            <a:r>
              <a:rPr lang="en-US" sz="1200" dirty="0">
                <a:solidFill>
                  <a:srgbClr val="9CDCFE"/>
                </a:solidFill>
                <a:latin typeface="Consolas" panose="020B0609020204030204" pitchFamily="49" charset="0"/>
              </a:rPr>
              <a:t>max_speed</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        </a:t>
            </a:r>
            <a:r>
              <a:rPr lang="en-US" sz="1200" dirty="0" err="1">
                <a:solidFill>
                  <a:srgbClr val="569CD6"/>
                </a:solidFill>
                <a:latin typeface="Consolas" panose="020B0609020204030204" pitchFamily="49" charset="0"/>
              </a:rPr>
              <a:t>self</a:t>
            </a:r>
            <a:r>
              <a:rPr lang="en-US" sz="1200" dirty="0" err="1">
                <a:solidFill>
                  <a:srgbClr val="CCCCCC"/>
                </a:solidFill>
                <a:latin typeface="Consolas" panose="020B0609020204030204" pitchFamily="49" charset="0"/>
              </a:rPr>
              <a:t>.brand</a:t>
            </a:r>
            <a:r>
              <a:rPr lang="en-US" sz="1200" dirty="0">
                <a:solidFill>
                  <a:srgbClr val="CCCCCC"/>
                </a:solidFill>
                <a:latin typeface="Consolas" panose="020B0609020204030204" pitchFamily="49" charset="0"/>
              </a:rPr>
              <a:t>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brand      </a:t>
            </a:r>
            <a:r>
              <a:rPr lang="en-US" sz="1200" dirty="0">
                <a:solidFill>
                  <a:srgbClr val="6A9955"/>
                </a:solidFill>
                <a:latin typeface="Consolas" panose="020B0609020204030204" pitchFamily="49" charset="0"/>
              </a:rPr>
              <a:t># STR</a:t>
            </a:r>
            <a:endParaRPr lang="en-US" sz="1200" dirty="0">
              <a:solidFill>
                <a:srgbClr val="CCCCCC"/>
              </a:solidFill>
              <a:latin typeface="Consolas" panose="020B0609020204030204" pitchFamily="49" charset="0"/>
            </a:endParaRPr>
          </a:p>
          <a:p>
            <a:pPr algn="l">
              <a:lnSpc>
                <a:spcPts val="1425"/>
              </a:lnSpc>
            </a:pPr>
            <a:r>
              <a:rPr lang="en-US" sz="1200" dirty="0">
                <a:solidFill>
                  <a:srgbClr val="CCCCCC"/>
                </a:solidFill>
                <a:latin typeface="Consolas" panose="020B0609020204030204" pitchFamily="49" charset="0"/>
              </a:rPr>
              <a:t>        </a:t>
            </a:r>
            <a:r>
              <a:rPr lang="en-US" sz="1200" dirty="0">
                <a:solidFill>
                  <a:srgbClr val="569CD6"/>
                </a:solidFill>
                <a:latin typeface="Consolas" panose="020B0609020204030204" pitchFamily="49" charset="0"/>
              </a:rPr>
              <a:t>self</a:t>
            </a:r>
            <a:r>
              <a:rPr lang="en-US" sz="1200" dirty="0">
                <a:solidFill>
                  <a:srgbClr val="CCCCCC"/>
                </a:solidFill>
                <a:latin typeface="Consolas" panose="020B0609020204030204" pitchFamily="49" charset="0"/>
              </a:rPr>
              <a:t>.model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model      </a:t>
            </a:r>
            <a:r>
              <a:rPr lang="en-US" sz="1200" dirty="0">
                <a:solidFill>
                  <a:srgbClr val="6A9955"/>
                </a:solidFill>
                <a:latin typeface="Consolas" panose="020B0609020204030204" pitchFamily="49" charset="0"/>
              </a:rPr>
              <a:t># STR</a:t>
            </a:r>
            <a:endParaRPr lang="en-US" sz="1200" dirty="0">
              <a:solidFill>
                <a:srgbClr val="CCCCCC"/>
              </a:solidFill>
              <a:latin typeface="Consolas" panose="020B0609020204030204" pitchFamily="49" charset="0"/>
            </a:endParaRPr>
          </a:p>
          <a:p>
            <a:pPr algn="l">
              <a:lnSpc>
                <a:spcPts val="1425"/>
              </a:lnSpc>
            </a:pPr>
            <a:r>
              <a:rPr lang="en-US" sz="1200" dirty="0">
                <a:solidFill>
                  <a:srgbClr val="CCCCCC"/>
                </a:solidFill>
                <a:latin typeface="Consolas" panose="020B0609020204030204" pitchFamily="49" charset="0"/>
              </a:rPr>
              <a:t>        </a:t>
            </a:r>
            <a:r>
              <a:rPr lang="en-US" sz="1200" dirty="0" err="1">
                <a:solidFill>
                  <a:srgbClr val="569CD6"/>
                </a:solidFill>
                <a:latin typeface="Consolas" panose="020B0609020204030204" pitchFamily="49" charset="0"/>
              </a:rPr>
              <a:t>self</a:t>
            </a:r>
            <a:r>
              <a:rPr lang="en-US" sz="1200" dirty="0" err="1">
                <a:solidFill>
                  <a:srgbClr val="CCCCCC"/>
                </a:solidFill>
                <a:latin typeface="Consolas" panose="020B0609020204030204" pitchFamily="49" charset="0"/>
              </a:rPr>
              <a:t>.max_speed</a:t>
            </a:r>
            <a:r>
              <a:rPr lang="en-US" sz="1200" dirty="0">
                <a:solidFill>
                  <a:srgbClr val="CCCCCC"/>
                </a:solidFill>
                <a:latin typeface="Consolas" panose="020B0609020204030204" pitchFamily="49" charset="0"/>
              </a:rPr>
              <a:t>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max_speed  </a:t>
            </a:r>
            <a:r>
              <a:rPr lang="en-US" sz="1200" dirty="0">
                <a:solidFill>
                  <a:srgbClr val="6A9955"/>
                </a:solidFill>
                <a:latin typeface="Consolas" panose="020B0609020204030204" pitchFamily="49" charset="0"/>
              </a:rPr>
              <a:t># INT</a:t>
            </a:r>
            <a:endParaRPr lang="en-US" sz="1200" dirty="0">
              <a:solidFill>
                <a:srgbClr val="CCCCCC"/>
              </a:solidFill>
              <a:latin typeface="Consolas" panose="020B0609020204030204" pitchFamily="49" charset="0"/>
            </a:endParaRPr>
          </a:p>
          <a:p>
            <a:pPr algn="l">
              <a:lnSpc>
                <a:spcPts val="1425"/>
              </a:lnSpc>
            </a:pPr>
            <a:r>
              <a:rPr lang="en-US" sz="1200" dirty="0">
                <a:solidFill>
                  <a:srgbClr val="CCCCCC"/>
                </a:solidFill>
                <a:latin typeface="Consolas" panose="020B0609020204030204" pitchFamily="49" charset="0"/>
              </a:rPr>
              <a:t>    </a:t>
            </a:r>
            <a:r>
              <a:rPr lang="en-US" sz="1200" dirty="0">
                <a:solidFill>
                  <a:srgbClr val="569CD6"/>
                </a:solidFill>
                <a:latin typeface="Consolas" panose="020B0609020204030204" pitchFamily="49" charset="0"/>
              </a:rPr>
              <a:t>def</a:t>
            </a:r>
            <a:r>
              <a:rPr lang="en-US" sz="1200" dirty="0">
                <a:solidFill>
                  <a:srgbClr val="CCCCCC"/>
                </a:solidFill>
                <a:latin typeface="Consolas" panose="020B0609020204030204" pitchFamily="49" charset="0"/>
              </a:rPr>
              <a:t> </a:t>
            </a:r>
            <a:r>
              <a:rPr lang="en-US" sz="1200" dirty="0" err="1">
                <a:solidFill>
                  <a:srgbClr val="DCDCAA"/>
                </a:solidFill>
                <a:latin typeface="Consolas" panose="020B0609020204030204" pitchFamily="49" charset="0"/>
              </a:rPr>
              <a:t>display_info</a:t>
            </a:r>
            <a:r>
              <a:rPr lang="en-US" sz="1200" dirty="0">
                <a:solidFill>
                  <a:srgbClr val="CCCCCC"/>
                </a:solidFill>
                <a:latin typeface="Consolas" panose="020B0609020204030204" pitchFamily="49" charset="0"/>
              </a:rPr>
              <a:t>(</a:t>
            </a:r>
            <a:r>
              <a:rPr lang="en-US" sz="1200" dirty="0">
                <a:solidFill>
                  <a:srgbClr val="9CDCFE"/>
                </a:solidFill>
                <a:latin typeface="Consolas" panose="020B0609020204030204" pitchFamily="49" charset="0"/>
              </a:rPr>
              <a:t>self</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        </a:t>
            </a:r>
            <a:r>
              <a:rPr lang="en-US" sz="1200" dirty="0">
                <a:solidFill>
                  <a:srgbClr val="DCDCAA"/>
                </a:solidFill>
                <a:latin typeface="Consolas" panose="020B0609020204030204" pitchFamily="49" charset="0"/>
              </a:rPr>
              <a:t>print</a:t>
            </a:r>
            <a:r>
              <a:rPr lang="en-US" sz="1200" dirty="0">
                <a:solidFill>
                  <a:srgbClr val="CCCCCC"/>
                </a:solidFill>
                <a:latin typeface="Consolas" panose="020B0609020204030204" pitchFamily="49" charset="0"/>
              </a:rPr>
              <a:t>(</a:t>
            </a:r>
            <a:r>
              <a:rPr lang="en-US" sz="1200" dirty="0" err="1">
                <a:solidFill>
                  <a:srgbClr val="569CD6"/>
                </a:solidFill>
                <a:latin typeface="Consolas" panose="020B0609020204030204" pitchFamily="49" charset="0"/>
              </a:rPr>
              <a:t>f</a:t>
            </a:r>
            <a:r>
              <a:rPr lang="en-US" sz="1200" dirty="0" err="1">
                <a:solidFill>
                  <a:srgbClr val="CE9178"/>
                </a:solidFill>
                <a:latin typeface="Consolas" panose="020B0609020204030204" pitchFamily="49" charset="0"/>
              </a:rPr>
              <a:t>"Brand</a:t>
            </a:r>
            <a:r>
              <a:rPr lang="en-US" sz="1200" dirty="0">
                <a:solidFill>
                  <a:srgbClr val="CE9178"/>
                </a:solidFill>
                <a:latin typeface="Consolas" panose="020B0609020204030204" pitchFamily="49" charset="0"/>
              </a:rPr>
              <a:t>: </a:t>
            </a:r>
            <a:r>
              <a:rPr lang="en-US" sz="1200" dirty="0">
                <a:solidFill>
                  <a:srgbClr val="569CD6"/>
                </a:solidFill>
                <a:latin typeface="Consolas" panose="020B0609020204030204" pitchFamily="49" charset="0"/>
              </a:rPr>
              <a:t>{</a:t>
            </a:r>
            <a:r>
              <a:rPr lang="en-US" sz="1200" dirty="0" err="1">
                <a:solidFill>
                  <a:srgbClr val="569CD6"/>
                </a:solidFill>
                <a:latin typeface="Consolas" panose="020B0609020204030204" pitchFamily="49" charset="0"/>
              </a:rPr>
              <a:t>self</a:t>
            </a:r>
            <a:r>
              <a:rPr lang="en-US" sz="1200" dirty="0" err="1">
                <a:solidFill>
                  <a:srgbClr val="CCCCCC"/>
                </a:solidFill>
                <a:latin typeface="Consolas" panose="020B0609020204030204" pitchFamily="49" charset="0"/>
              </a:rPr>
              <a:t>.brand</a:t>
            </a:r>
            <a:r>
              <a:rPr lang="en-US" sz="1200" dirty="0">
                <a:solidFill>
                  <a:srgbClr val="569CD6"/>
                </a:solidFill>
                <a:latin typeface="Consolas" panose="020B0609020204030204" pitchFamily="49" charset="0"/>
              </a:rPr>
              <a:t>}</a:t>
            </a:r>
            <a:r>
              <a:rPr lang="en-US" sz="1200" dirty="0">
                <a:solidFill>
                  <a:srgbClr val="CE9178"/>
                </a:solidFill>
                <a:latin typeface="Consolas" panose="020B0609020204030204" pitchFamily="49" charset="0"/>
              </a:rPr>
              <a:t>, Model: </a:t>
            </a:r>
            <a:r>
              <a:rPr lang="en-US" sz="1200" dirty="0">
                <a:solidFill>
                  <a:srgbClr val="569CD6"/>
                </a:solidFill>
                <a:latin typeface="Consolas" panose="020B0609020204030204" pitchFamily="49" charset="0"/>
              </a:rPr>
              <a:t>{self</a:t>
            </a:r>
            <a:r>
              <a:rPr lang="en-US" sz="1200" dirty="0">
                <a:solidFill>
                  <a:srgbClr val="CCCCCC"/>
                </a:solidFill>
                <a:latin typeface="Consolas" panose="020B0609020204030204" pitchFamily="49" charset="0"/>
              </a:rPr>
              <a:t>.model</a:t>
            </a:r>
            <a:r>
              <a:rPr lang="en-US" sz="1200" dirty="0">
                <a:solidFill>
                  <a:srgbClr val="569CD6"/>
                </a:solidFill>
                <a:latin typeface="Consolas" panose="020B0609020204030204" pitchFamily="49" charset="0"/>
              </a:rPr>
              <a:t>}</a:t>
            </a:r>
            <a:r>
              <a:rPr lang="en-US" sz="1200" dirty="0">
                <a:solidFill>
                  <a:srgbClr val="CE9178"/>
                </a:solidFill>
                <a:latin typeface="Consolas" panose="020B0609020204030204" pitchFamily="49" charset="0"/>
              </a:rPr>
              <a:t>, Max Speed: </a:t>
            </a:r>
            <a:r>
              <a:rPr lang="en-US" sz="1200" dirty="0">
                <a:solidFill>
                  <a:srgbClr val="569CD6"/>
                </a:solidFill>
                <a:latin typeface="Consolas" panose="020B0609020204030204" pitchFamily="49" charset="0"/>
              </a:rPr>
              <a:t>{</a:t>
            </a:r>
            <a:r>
              <a:rPr lang="en-US" sz="1200" dirty="0" err="1">
                <a:solidFill>
                  <a:srgbClr val="569CD6"/>
                </a:solidFill>
                <a:latin typeface="Consolas" panose="020B0609020204030204" pitchFamily="49" charset="0"/>
              </a:rPr>
              <a:t>self</a:t>
            </a:r>
            <a:r>
              <a:rPr lang="en-US" sz="1200" dirty="0" err="1">
                <a:solidFill>
                  <a:srgbClr val="CCCCCC"/>
                </a:solidFill>
                <a:latin typeface="Consolas" panose="020B0609020204030204" pitchFamily="49" charset="0"/>
              </a:rPr>
              <a:t>.max_speed</a:t>
            </a:r>
            <a:r>
              <a:rPr lang="en-US" sz="1200" dirty="0">
                <a:solidFill>
                  <a:srgbClr val="569CD6"/>
                </a:solidFill>
                <a:latin typeface="Consolas" panose="020B0609020204030204" pitchFamily="49" charset="0"/>
              </a:rPr>
              <a:t>}</a:t>
            </a:r>
            <a:r>
              <a:rPr lang="en-US" sz="1200" dirty="0">
                <a:solidFill>
                  <a:srgbClr val="CE9178"/>
                </a:solidFill>
                <a:latin typeface="Consolas" panose="020B0609020204030204" pitchFamily="49" charset="0"/>
              </a:rPr>
              <a:t> KM/H"</a:t>
            </a:r>
            <a:r>
              <a:rPr lang="en-US" sz="1200" dirty="0">
                <a:solidFill>
                  <a:srgbClr val="CCCCCC"/>
                </a:solidFill>
                <a:latin typeface="Consolas" panose="020B0609020204030204" pitchFamily="49" charset="0"/>
              </a:rPr>
              <a:t>)</a:t>
            </a:r>
            <a:br>
              <a:rPr lang="en-US" sz="1200" dirty="0">
                <a:solidFill>
                  <a:srgbClr val="CCCCCC"/>
                </a:solidFill>
                <a:latin typeface="Consolas" panose="020B0609020204030204" pitchFamily="49" charset="0"/>
              </a:rPr>
            </a:br>
            <a:endParaRPr lang="en-US" sz="1200" dirty="0">
              <a:solidFill>
                <a:srgbClr val="CCCCCC"/>
              </a:solidFill>
              <a:latin typeface="Consolas" panose="020B0609020204030204" pitchFamily="49" charset="0"/>
            </a:endParaRPr>
          </a:p>
          <a:p>
            <a:pPr algn="l">
              <a:lnSpc>
                <a:spcPts val="1425"/>
              </a:lnSpc>
            </a:pPr>
            <a:r>
              <a:rPr lang="en-US" sz="1200" dirty="0">
                <a:solidFill>
                  <a:srgbClr val="CCCCCC"/>
                </a:solidFill>
                <a:latin typeface="Consolas" panose="020B0609020204030204" pitchFamily="49" charset="0"/>
              </a:rPr>
              <a:t>car1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Car(</a:t>
            </a:r>
            <a:r>
              <a:rPr lang="en-US" sz="1200" dirty="0">
                <a:solidFill>
                  <a:srgbClr val="CE9178"/>
                </a:solidFill>
                <a:latin typeface="Consolas" panose="020B0609020204030204" pitchFamily="49" charset="0"/>
              </a:rPr>
              <a:t>"VOLVO"</a:t>
            </a:r>
            <a:r>
              <a:rPr lang="en-US" sz="1200" dirty="0">
                <a:solidFill>
                  <a:srgbClr val="CCCCCC"/>
                </a:solidFill>
                <a:latin typeface="Consolas" panose="020B0609020204030204" pitchFamily="49" charset="0"/>
              </a:rPr>
              <a:t>, </a:t>
            </a:r>
            <a:r>
              <a:rPr lang="en-US" sz="1200" dirty="0">
                <a:solidFill>
                  <a:srgbClr val="CE9178"/>
                </a:solidFill>
                <a:latin typeface="Consolas" panose="020B0609020204030204" pitchFamily="49" charset="0"/>
              </a:rPr>
              <a:t>"XC90"</a:t>
            </a:r>
            <a:r>
              <a:rPr lang="en-US" sz="1200" dirty="0">
                <a:solidFill>
                  <a:srgbClr val="CCCCCC"/>
                </a:solidFill>
                <a:latin typeface="Consolas" panose="020B0609020204030204" pitchFamily="49" charset="0"/>
              </a:rPr>
              <a:t>, </a:t>
            </a:r>
            <a:r>
              <a:rPr lang="en-US" sz="1200" dirty="0">
                <a:solidFill>
                  <a:srgbClr val="B5CEA8"/>
                </a:solidFill>
                <a:latin typeface="Consolas" panose="020B0609020204030204" pitchFamily="49" charset="0"/>
              </a:rPr>
              <a:t>180</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car2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Car(</a:t>
            </a:r>
            <a:r>
              <a:rPr lang="en-US" sz="1200" dirty="0">
                <a:solidFill>
                  <a:srgbClr val="CE9178"/>
                </a:solidFill>
                <a:latin typeface="Consolas" panose="020B0609020204030204" pitchFamily="49" charset="0"/>
              </a:rPr>
              <a:t>"TESLA"</a:t>
            </a:r>
            <a:r>
              <a:rPr lang="en-US" sz="1200" dirty="0">
                <a:solidFill>
                  <a:srgbClr val="CCCCCC"/>
                </a:solidFill>
                <a:latin typeface="Consolas" panose="020B0609020204030204" pitchFamily="49" charset="0"/>
              </a:rPr>
              <a:t>, </a:t>
            </a:r>
            <a:r>
              <a:rPr lang="en-US" sz="1200" dirty="0">
                <a:solidFill>
                  <a:srgbClr val="CE9178"/>
                </a:solidFill>
                <a:latin typeface="Consolas" panose="020B0609020204030204" pitchFamily="49" charset="0"/>
              </a:rPr>
              <a:t>"MODEL Y"</a:t>
            </a:r>
            <a:r>
              <a:rPr lang="en-US" sz="1200" dirty="0">
                <a:solidFill>
                  <a:srgbClr val="CCCCCC"/>
                </a:solidFill>
                <a:latin typeface="Consolas" panose="020B0609020204030204" pitchFamily="49" charset="0"/>
              </a:rPr>
              <a:t>, </a:t>
            </a:r>
            <a:r>
              <a:rPr lang="en-US" sz="1200" dirty="0">
                <a:solidFill>
                  <a:srgbClr val="B5CEA8"/>
                </a:solidFill>
                <a:latin typeface="Consolas" panose="020B0609020204030204" pitchFamily="49" charset="0"/>
              </a:rPr>
              <a:t>250</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car3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Car(</a:t>
            </a:r>
            <a:r>
              <a:rPr lang="en-US" sz="1200" dirty="0">
                <a:solidFill>
                  <a:srgbClr val="CE9178"/>
                </a:solidFill>
                <a:latin typeface="Consolas" panose="020B0609020204030204" pitchFamily="49" charset="0"/>
              </a:rPr>
              <a:t>"LEXUS"</a:t>
            </a:r>
            <a:r>
              <a:rPr lang="en-US" sz="1200" dirty="0">
                <a:solidFill>
                  <a:srgbClr val="CCCCCC"/>
                </a:solidFill>
                <a:latin typeface="Consolas" panose="020B0609020204030204" pitchFamily="49" charset="0"/>
              </a:rPr>
              <a:t>, </a:t>
            </a:r>
            <a:r>
              <a:rPr lang="en-US" sz="1200" dirty="0">
                <a:solidFill>
                  <a:srgbClr val="CE9178"/>
                </a:solidFill>
                <a:latin typeface="Consolas" panose="020B0609020204030204" pitchFamily="49" charset="0"/>
              </a:rPr>
              <a:t>"RX"</a:t>
            </a:r>
            <a:r>
              <a:rPr lang="en-US" sz="1200" dirty="0">
                <a:solidFill>
                  <a:srgbClr val="CCCCCC"/>
                </a:solidFill>
                <a:latin typeface="Consolas" panose="020B0609020204030204" pitchFamily="49" charset="0"/>
              </a:rPr>
              <a:t>, </a:t>
            </a:r>
            <a:r>
              <a:rPr lang="en-US" sz="1200" dirty="0">
                <a:solidFill>
                  <a:srgbClr val="B5CEA8"/>
                </a:solidFill>
                <a:latin typeface="Consolas" panose="020B0609020204030204" pitchFamily="49" charset="0"/>
              </a:rPr>
              <a:t>210</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car4 </a:t>
            </a:r>
            <a:r>
              <a:rPr lang="en-US" sz="1200" dirty="0">
                <a:solidFill>
                  <a:srgbClr val="D4D4D4"/>
                </a:solidFill>
                <a:latin typeface="Consolas" panose="020B0609020204030204" pitchFamily="49" charset="0"/>
              </a:rPr>
              <a:t>=</a:t>
            </a:r>
            <a:r>
              <a:rPr lang="en-US" sz="1200" dirty="0">
                <a:solidFill>
                  <a:srgbClr val="CCCCCC"/>
                </a:solidFill>
                <a:latin typeface="Consolas" panose="020B0609020204030204" pitchFamily="49" charset="0"/>
              </a:rPr>
              <a:t> Car(</a:t>
            </a:r>
            <a:r>
              <a:rPr lang="en-US" sz="1200" dirty="0">
                <a:solidFill>
                  <a:srgbClr val="CE9178"/>
                </a:solidFill>
                <a:latin typeface="Consolas" panose="020B0609020204030204" pitchFamily="49" charset="0"/>
              </a:rPr>
              <a:t>"FORD"</a:t>
            </a:r>
            <a:r>
              <a:rPr lang="en-US" sz="1200" dirty="0">
                <a:solidFill>
                  <a:srgbClr val="CCCCCC"/>
                </a:solidFill>
                <a:latin typeface="Consolas" panose="020B0609020204030204" pitchFamily="49" charset="0"/>
              </a:rPr>
              <a:t>, </a:t>
            </a:r>
            <a:r>
              <a:rPr lang="en-US" sz="1200" dirty="0">
                <a:solidFill>
                  <a:srgbClr val="CE9178"/>
                </a:solidFill>
                <a:latin typeface="Consolas" panose="020B0609020204030204" pitchFamily="49" charset="0"/>
              </a:rPr>
              <a:t>"RAPTOR"</a:t>
            </a:r>
            <a:r>
              <a:rPr lang="en-US" sz="1200" dirty="0">
                <a:solidFill>
                  <a:srgbClr val="CCCCCC"/>
                </a:solidFill>
                <a:latin typeface="Consolas" panose="020B0609020204030204" pitchFamily="49" charset="0"/>
              </a:rPr>
              <a:t>, </a:t>
            </a:r>
            <a:r>
              <a:rPr lang="en-US" sz="1200" dirty="0">
                <a:solidFill>
                  <a:srgbClr val="B5CEA8"/>
                </a:solidFill>
                <a:latin typeface="Consolas" panose="020B0609020204030204" pitchFamily="49" charset="0"/>
              </a:rPr>
              <a:t>180</a:t>
            </a:r>
            <a:r>
              <a:rPr lang="en-US" sz="1200" dirty="0">
                <a:solidFill>
                  <a:srgbClr val="CCCCCC"/>
                </a:solidFill>
                <a:latin typeface="Consolas" panose="020B0609020204030204" pitchFamily="49" charset="0"/>
              </a:rPr>
              <a:t>)</a:t>
            </a:r>
            <a:br>
              <a:rPr lang="en-US" sz="1200" dirty="0">
                <a:solidFill>
                  <a:srgbClr val="CCCCCC"/>
                </a:solidFill>
                <a:latin typeface="Consolas" panose="020B0609020204030204" pitchFamily="49" charset="0"/>
              </a:rPr>
            </a:br>
            <a:endParaRPr lang="en-US" sz="1200" dirty="0">
              <a:solidFill>
                <a:srgbClr val="CCCCCC"/>
              </a:solidFill>
              <a:latin typeface="Consolas" panose="020B0609020204030204" pitchFamily="49" charset="0"/>
            </a:endParaRPr>
          </a:p>
          <a:p>
            <a:pPr algn="l">
              <a:lnSpc>
                <a:spcPts val="1425"/>
              </a:lnSpc>
            </a:pPr>
            <a:r>
              <a:rPr lang="en-US" sz="1200" dirty="0">
                <a:solidFill>
                  <a:srgbClr val="DCDCAA"/>
                </a:solidFill>
                <a:latin typeface="Consolas" panose="020B0609020204030204" pitchFamily="49" charset="0"/>
              </a:rPr>
              <a:t>print</a:t>
            </a:r>
            <a:r>
              <a:rPr lang="en-US" sz="1200" dirty="0">
                <a:solidFill>
                  <a:srgbClr val="CCCCCC"/>
                </a:solidFill>
                <a:latin typeface="Consolas" panose="020B0609020204030204" pitchFamily="49" charset="0"/>
              </a:rPr>
              <a:t>(</a:t>
            </a:r>
            <a:r>
              <a:rPr lang="en-US" sz="1200" dirty="0">
                <a:solidFill>
                  <a:srgbClr val="CE9178"/>
                </a:solidFill>
                <a:latin typeface="Consolas" panose="020B0609020204030204" pitchFamily="49" charset="0"/>
              </a:rPr>
              <a:t>"CAR1 Details:"</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car1.display_info()</a:t>
            </a:r>
          </a:p>
          <a:p>
            <a:pPr algn="l">
              <a:lnSpc>
                <a:spcPts val="1425"/>
              </a:lnSpc>
            </a:pPr>
            <a:r>
              <a:rPr lang="en-US" sz="1200" dirty="0">
                <a:solidFill>
                  <a:srgbClr val="DCDCAA"/>
                </a:solidFill>
                <a:latin typeface="Consolas" panose="020B0609020204030204" pitchFamily="49" charset="0"/>
              </a:rPr>
              <a:t>print</a:t>
            </a:r>
            <a:r>
              <a:rPr lang="en-US" sz="1200" dirty="0">
                <a:solidFill>
                  <a:srgbClr val="CCCCCC"/>
                </a:solidFill>
                <a:latin typeface="Consolas" panose="020B0609020204030204" pitchFamily="49" charset="0"/>
              </a:rPr>
              <a:t>(</a:t>
            </a:r>
            <a:r>
              <a:rPr lang="en-US" sz="1200" dirty="0">
                <a:solidFill>
                  <a:srgbClr val="CE9178"/>
                </a:solidFill>
                <a:latin typeface="Consolas" panose="020B0609020204030204" pitchFamily="49" charset="0"/>
              </a:rPr>
              <a:t>"</a:t>
            </a:r>
            <a:r>
              <a:rPr lang="en-US" sz="1200" dirty="0">
                <a:solidFill>
                  <a:srgbClr val="D7BA7D"/>
                </a:solidFill>
                <a:latin typeface="Consolas" panose="020B0609020204030204" pitchFamily="49" charset="0"/>
              </a:rPr>
              <a:t>\n</a:t>
            </a:r>
            <a:r>
              <a:rPr lang="en-US" sz="1200" dirty="0">
                <a:solidFill>
                  <a:srgbClr val="CE9178"/>
                </a:solidFill>
                <a:latin typeface="Consolas" panose="020B0609020204030204" pitchFamily="49" charset="0"/>
              </a:rPr>
              <a:t>CAR2 Details:"</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car2.display_info()</a:t>
            </a:r>
          </a:p>
          <a:p>
            <a:pPr algn="l">
              <a:lnSpc>
                <a:spcPts val="1425"/>
              </a:lnSpc>
            </a:pPr>
            <a:r>
              <a:rPr lang="en-US" sz="1200" dirty="0">
                <a:solidFill>
                  <a:srgbClr val="DCDCAA"/>
                </a:solidFill>
                <a:latin typeface="Consolas" panose="020B0609020204030204" pitchFamily="49" charset="0"/>
              </a:rPr>
              <a:t>print</a:t>
            </a:r>
            <a:r>
              <a:rPr lang="en-US" sz="1200" dirty="0">
                <a:solidFill>
                  <a:srgbClr val="CCCCCC"/>
                </a:solidFill>
                <a:latin typeface="Consolas" panose="020B0609020204030204" pitchFamily="49" charset="0"/>
              </a:rPr>
              <a:t>(</a:t>
            </a:r>
            <a:r>
              <a:rPr lang="en-US" sz="1200" dirty="0">
                <a:solidFill>
                  <a:srgbClr val="CE9178"/>
                </a:solidFill>
                <a:latin typeface="Consolas" panose="020B0609020204030204" pitchFamily="49" charset="0"/>
              </a:rPr>
              <a:t>"</a:t>
            </a:r>
            <a:r>
              <a:rPr lang="en-US" sz="1200" dirty="0">
                <a:solidFill>
                  <a:srgbClr val="D7BA7D"/>
                </a:solidFill>
                <a:latin typeface="Consolas" panose="020B0609020204030204" pitchFamily="49" charset="0"/>
              </a:rPr>
              <a:t>\n</a:t>
            </a:r>
            <a:r>
              <a:rPr lang="en-US" sz="1200" dirty="0">
                <a:solidFill>
                  <a:srgbClr val="CE9178"/>
                </a:solidFill>
                <a:latin typeface="Consolas" panose="020B0609020204030204" pitchFamily="49" charset="0"/>
              </a:rPr>
              <a:t>CAR3 Details:"</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car3.display_info()</a:t>
            </a:r>
          </a:p>
          <a:p>
            <a:pPr algn="l">
              <a:lnSpc>
                <a:spcPts val="1425"/>
              </a:lnSpc>
            </a:pPr>
            <a:r>
              <a:rPr lang="en-US" sz="1200" dirty="0">
                <a:solidFill>
                  <a:srgbClr val="DCDCAA"/>
                </a:solidFill>
                <a:latin typeface="Consolas" panose="020B0609020204030204" pitchFamily="49" charset="0"/>
              </a:rPr>
              <a:t>print</a:t>
            </a:r>
            <a:r>
              <a:rPr lang="en-US" sz="1200" dirty="0">
                <a:solidFill>
                  <a:srgbClr val="CCCCCC"/>
                </a:solidFill>
                <a:latin typeface="Consolas" panose="020B0609020204030204" pitchFamily="49" charset="0"/>
              </a:rPr>
              <a:t>(</a:t>
            </a:r>
            <a:r>
              <a:rPr lang="en-US" sz="1200" dirty="0">
                <a:solidFill>
                  <a:srgbClr val="CE9178"/>
                </a:solidFill>
                <a:latin typeface="Consolas" panose="020B0609020204030204" pitchFamily="49" charset="0"/>
              </a:rPr>
              <a:t>"</a:t>
            </a:r>
            <a:r>
              <a:rPr lang="en-US" sz="1200" dirty="0">
                <a:solidFill>
                  <a:srgbClr val="D7BA7D"/>
                </a:solidFill>
                <a:latin typeface="Consolas" panose="020B0609020204030204" pitchFamily="49" charset="0"/>
              </a:rPr>
              <a:t>\n</a:t>
            </a:r>
            <a:r>
              <a:rPr lang="en-US" sz="1200" dirty="0">
                <a:solidFill>
                  <a:srgbClr val="CE9178"/>
                </a:solidFill>
                <a:latin typeface="Consolas" panose="020B0609020204030204" pitchFamily="49" charset="0"/>
              </a:rPr>
              <a:t>CAR4 Details:"</a:t>
            </a:r>
            <a:r>
              <a:rPr lang="en-US" sz="1200" dirty="0">
                <a:solidFill>
                  <a:srgbClr val="CCCCCC"/>
                </a:solidFill>
                <a:latin typeface="Consolas" panose="020B0609020204030204" pitchFamily="49" charset="0"/>
              </a:rPr>
              <a:t>)</a:t>
            </a:r>
          </a:p>
          <a:p>
            <a:pPr algn="l">
              <a:lnSpc>
                <a:spcPts val="1425"/>
              </a:lnSpc>
            </a:pPr>
            <a:r>
              <a:rPr lang="en-US" sz="1200" dirty="0">
                <a:solidFill>
                  <a:srgbClr val="CCCCCC"/>
                </a:solidFill>
                <a:latin typeface="Consolas" panose="020B0609020204030204" pitchFamily="49" charset="0"/>
              </a:rPr>
              <a:t>car4.display_info()</a:t>
            </a:r>
          </a:p>
        </p:txBody>
      </p:sp>
      <p:grpSp>
        <p:nvGrpSpPr>
          <p:cNvPr id="2" name="Google Shape;1578;p25">
            <a:extLst>
              <a:ext uri="{FF2B5EF4-FFF2-40B4-BE49-F238E27FC236}">
                <a16:creationId xmlns:a16="http://schemas.microsoft.com/office/drawing/2014/main" id="{FE2E51CC-2157-FE9D-3527-16F403D35337}"/>
              </a:ext>
            </a:extLst>
          </p:cNvPr>
          <p:cNvGrpSpPr/>
          <p:nvPr/>
        </p:nvGrpSpPr>
        <p:grpSpPr>
          <a:xfrm rot="5400000">
            <a:off x="6641655" y="6083504"/>
            <a:ext cx="5630517" cy="5451748"/>
            <a:chOff x="8129425" y="2555026"/>
            <a:chExt cx="4222888" cy="4088811"/>
          </a:xfrm>
        </p:grpSpPr>
        <p:sp>
          <p:nvSpPr>
            <p:cNvPr id="3" name="Google Shape;1579;p25">
              <a:extLst>
                <a:ext uri="{FF2B5EF4-FFF2-40B4-BE49-F238E27FC236}">
                  <a16:creationId xmlns:a16="http://schemas.microsoft.com/office/drawing/2014/main" id="{3956F161-B9BE-6217-821F-1E3D29B00B11}"/>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 name="Google Shape;1580;p25">
              <a:extLst>
                <a:ext uri="{FF2B5EF4-FFF2-40B4-BE49-F238E27FC236}">
                  <a16:creationId xmlns:a16="http://schemas.microsoft.com/office/drawing/2014/main" id="{03E904ED-C536-3EDA-FE73-19B01BBD75D6}"/>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 name="Google Shape;1581;p25">
              <a:extLst>
                <a:ext uri="{FF2B5EF4-FFF2-40B4-BE49-F238E27FC236}">
                  <a16:creationId xmlns:a16="http://schemas.microsoft.com/office/drawing/2014/main" id="{22A9F6EB-B0DA-608E-849A-03D53B91EB49}"/>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 name="Google Shape;1582;p25">
              <a:extLst>
                <a:ext uri="{FF2B5EF4-FFF2-40B4-BE49-F238E27FC236}">
                  <a16:creationId xmlns:a16="http://schemas.microsoft.com/office/drawing/2014/main" id="{9594CE42-952D-519A-46E3-DE0DE3275D9A}"/>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 name="Google Shape;1583;p25">
              <a:extLst>
                <a:ext uri="{FF2B5EF4-FFF2-40B4-BE49-F238E27FC236}">
                  <a16:creationId xmlns:a16="http://schemas.microsoft.com/office/drawing/2014/main" id="{96330F8E-5747-2413-1188-A887F0B6CECC}"/>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 name="Google Shape;1584;p25">
              <a:extLst>
                <a:ext uri="{FF2B5EF4-FFF2-40B4-BE49-F238E27FC236}">
                  <a16:creationId xmlns:a16="http://schemas.microsoft.com/office/drawing/2014/main" id="{2ADFF881-15CC-78AE-C150-0AD10FC1E8E8}"/>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 name="Google Shape;1585;p25">
              <a:extLst>
                <a:ext uri="{FF2B5EF4-FFF2-40B4-BE49-F238E27FC236}">
                  <a16:creationId xmlns:a16="http://schemas.microsoft.com/office/drawing/2014/main" id="{76C3F740-11C1-F91D-520E-C387E0FA2B4F}"/>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 name="Google Shape;1586;p25">
              <a:extLst>
                <a:ext uri="{FF2B5EF4-FFF2-40B4-BE49-F238E27FC236}">
                  <a16:creationId xmlns:a16="http://schemas.microsoft.com/office/drawing/2014/main" id="{1F71AE3B-C2F4-88C3-D792-173115A5914A}"/>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96" name="Google Shape;1644;p25">
            <a:extLst>
              <a:ext uri="{FF2B5EF4-FFF2-40B4-BE49-F238E27FC236}">
                <a16:creationId xmlns:a16="http://schemas.microsoft.com/office/drawing/2014/main" id="{DC444B72-1DC0-B3D4-ADF5-CCFCB8E960AF}"/>
              </a:ext>
            </a:extLst>
          </p:cNvPr>
          <p:cNvGrpSpPr/>
          <p:nvPr/>
        </p:nvGrpSpPr>
        <p:grpSpPr>
          <a:xfrm flipH="1">
            <a:off x="-4075109" y="-4757254"/>
            <a:ext cx="5026084" cy="15144076"/>
            <a:chOff x="-2722250" y="-1079764"/>
            <a:chExt cx="3769563" cy="11358057"/>
          </a:xfrm>
        </p:grpSpPr>
        <p:sp>
          <p:nvSpPr>
            <p:cNvPr id="3397" name="Google Shape;1645;p25">
              <a:extLst>
                <a:ext uri="{FF2B5EF4-FFF2-40B4-BE49-F238E27FC236}">
                  <a16:creationId xmlns:a16="http://schemas.microsoft.com/office/drawing/2014/main" id="{5C8E579A-FE97-2BC4-9568-0BABE9433713}"/>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8" name="Google Shape;1646;p25">
              <a:extLst>
                <a:ext uri="{FF2B5EF4-FFF2-40B4-BE49-F238E27FC236}">
                  <a16:creationId xmlns:a16="http://schemas.microsoft.com/office/drawing/2014/main" id="{678662B0-14C6-F1B5-6EFA-8CD4CCD3354B}"/>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9" name="Google Shape;1647;p25">
              <a:extLst>
                <a:ext uri="{FF2B5EF4-FFF2-40B4-BE49-F238E27FC236}">
                  <a16:creationId xmlns:a16="http://schemas.microsoft.com/office/drawing/2014/main" id="{1B02748B-B22F-294E-F005-C74FCF7CFD30}"/>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0" name="Google Shape;1648;p25">
              <a:extLst>
                <a:ext uri="{FF2B5EF4-FFF2-40B4-BE49-F238E27FC236}">
                  <a16:creationId xmlns:a16="http://schemas.microsoft.com/office/drawing/2014/main" id="{CC5B110F-F223-DB3C-0A61-93C04F15498B}"/>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01" name="Google Shape;1649;p25">
              <a:extLst>
                <a:ext uri="{FF2B5EF4-FFF2-40B4-BE49-F238E27FC236}">
                  <a16:creationId xmlns:a16="http://schemas.microsoft.com/office/drawing/2014/main" id="{962AE2BC-3770-51AD-2A19-6BC0D4097F5F}"/>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2" name="Google Shape;1650;p25">
              <a:extLst>
                <a:ext uri="{FF2B5EF4-FFF2-40B4-BE49-F238E27FC236}">
                  <a16:creationId xmlns:a16="http://schemas.microsoft.com/office/drawing/2014/main" id="{64276511-75A1-D6F9-21D3-04CF2FD28854}"/>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3" name="Google Shape;1651;p25">
              <a:extLst>
                <a:ext uri="{FF2B5EF4-FFF2-40B4-BE49-F238E27FC236}">
                  <a16:creationId xmlns:a16="http://schemas.microsoft.com/office/drawing/2014/main" id="{07DC7840-4B49-50A2-42F7-269C2EB8CC62}"/>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4" name="Google Shape;1652;p25">
              <a:extLst>
                <a:ext uri="{FF2B5EF4-FFF2-40B4-BE49-F238E27FC236}">
                  <a16:creationId xmlns:a16="http://schemas.microsoft.com/office/drawing/2014/main" id="{024D0167-A50A-2E9A-66DA-4ECC03ACBF44}"/>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5" name="Google Shape;1653;p25">
              <a:extLst>
                <a:ext uri="{FF2B5EF4-FFF2-40B4-BE49-F238E27FC236}">
                  <a16:creationId xmlns:a16="http://schemas.microsoft.com/office/drawing/2014/main" id="{A4652282-8EAA-3BDD-40D9-5C817228399E}"/>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6" name="Google Shape;1654;p25">
              <a:extLst>
                <a:ext uri="{FF2B5EF4-FFF2-40B4-BE49-F238E27FC236}">
                  <a16:creationId xmlns:a16="http://schemas.microsoft.com/office/drawing/2014/main" id="{754C15F4-A850-39E3-EEED-30DE85C938E8}"/>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7" name="Google Shape;1655;p25">
              <a:extLst>
                <a:ext uri="{FF2B5EF4-FFF2-40B4-BE49-F238E27FC236}">
                  <a16:creationId xmlns:a16="http://schemas.microsoft.com/office/drawing/2014/main" id="{E1AB89F9-E2D0-B673-2643-D7BAE642B718}"/>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8" name="Google Shape;1656;p25">
              <a:extLst>
                <a:ext uri="{FF2B5EF4-FFF2-40B4-BE49-F238E27FC236}">
                  <a16:creationId xmlns:a16="http://schemas.microsoft.com/office/drawing/2014/main" id="{CB82F3AE-8138-0ED4-3053-5D613B4DB65A}"/>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9" name="Google Shape;1657;p25">
              <a:extLst>
                <a:ext uri="{FF2B5EF4-FFF2-40B4-BE49-F238E27FC236}">
                  <a16:creationId xmlns:a16="http://schemas.microsoft.com/office/drawing/2014/main" id="{EFD69E9A-924D-7286-6F32-7B1237D4ED11}"/>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0" name="Google Shape;1658;p25">
              <a:extLst>
                <a:ext uri="{FF2B5EF4-FFF2-40B4-BE49-F238E27FC236}">
                  <a16:creationId xmlns:a16="http://schemas.microsoft.com/office/drawing/2014/main" id="{A34861FD-E5B7-4FE0-6A9F-8DE4A727E263}"/>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11" name="Title 1">
            <a:extLst>
              <a:ext uri="{FF2B5EF4-FFF2-40B4-BE49-F238E27FC236}">
                <a16:creationId xmlns:a16="http://schemas.microsoft.com/office/drawing/2014/main" id="{EC5EB800-209B-0714-5B1C-A63EDEBD9F46}"/>
              </a:ext>
            </a:extLst>
          </p:cNvPr>
          <p:cNvSpPr txBox="1">
            <a:spLocks/>
          </p:cNvSpPr>
          <p:nvPr/>
        </p:nvSpPr>
        <p:spPr>
          <a:xfrm>
            <a:off x="1524000" y="680502"/>
            <a:ext cx="5414128" cy="5635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9pPr>
          </a:lstStyle>
          <a:p>
            <a:pPr algn="l"/>
            <a:r>
              <a:rPr lang="en" sz="4400" kern="0" dirty="0">
                <a:solidFill>
                  <a:schemeClr val="bg1"/>
                </a:solidFill>
                <a:latin typeface="Aptos Black" panose="020F0502020204030204" pitchFamily="34" charset="0"/>
              </a:rPr>
              <a:t>PYTHON CODE:</a:t>
            </a:r>
            <a:endParaRPr lang="en-US" sz="3200" kern="0" dirty="0">
              <a:solidFill>
                <a:srgbClr val="E63B00"/>
              </a:solidFill>
            </a:endParaRPr>
          </a:p>
        </p:txBody>
      </p:sp>
      <p:grpSp>
        <p:nvGrpSpPr>
          <p:cNvPr id="3412" name="Google Shape;2641;p40">
            <a:extLst>
              <a:ext uri="{FF2B5EF4-FFF2-40B4-BE49-F238E27FC236}">
                <a16:creationId xmlns:a16="http://schemas.microsoft.com/office/drawing/2014/main" id="{93CA4782-FFD4-DCA7-0786-72C84DFE929E}"/>
              </a:ext>
            </a:extLst>
          </p:cNvPr>
          <p:cNvGrpSpPr>
            <a:grpSpLocks/>
          </p:cNvGrpSpPr>
          <p:nvPr/>
        </p:nvGrpSpPr>
        <p:grpSpPr>
          <a:xfrm>
            <a:off x="1603423" y="1413107"/>
            <a:ext cx="4447650" cy="135300"/>
            <a:chOff x="2365175" y="3596070"/>
            <a:chExt cx="4447650" cy="135300"/>
          </a:xfrm>
        </p:grpSpPr>
        <p:sp>
          <p:nvSpPr>
            <p:cNvPr id="3413" name="Google Shape;2642;p40">
              <a:extLst>
                <a:ext uri="{FF2B5EF4-FFF2-40B4-BE49-F238E27FC236}">
                  <a16:creationId xmlns:a16="http://schemas.microsoft.com/office/drawing/2014/main" id="{3A45D63F-D966-BA55-543F-EDD541C06656}"/>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4" name="Google Shape;2643;p40">
              <a:extLst>
                <a:ext uri="{FF2B5EF4-FFF2-40B4-BE49-F238E27FC236}">
                  <a16:creationId xmlns:a16="http://schemas.microsoft.com/office/drawing/2014/main" id="{C733D104-B449-E527-B5B6-4E6B03A259E8}"/>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415" name="Google Shape;2644;p40">
              <a:extLst>
                <a:ext uri="{FF2B5EF4-FFF2-40B4-BE49-F238E27FC236}">
                  <a16:creationId xmlns:a16="http://schemas.microsoft.com/office/drawing/2014/main" id="{883DA7A0-4A70-E30A-1E12-18B646AFFB6F}"/>
                </a:ext>
              </a:extLst>
            </p:cNvPr>
            <p:cNvCxnSpPr>
              <a:cxnSpLocks/>
              <a:stCxn id="3413" idx="6"/>
              <a:endCxn id="3414"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sp>
        <p:nvSpPr>
          <p:cNvPr id="3427" name="Google Shape;3420;p72">
            <a:extLst>
              <a:ext uri="{FF2B5EF4-FFF2-40B4-BE49-F238E27FC236}">
                <a16:creationId xmlns:a16="http://schemas.microsoft.com/office/drawing/2014/main" id="{0DF89E07-4051-A7DE-43D8-AE2C150FEA7A}"/>
              </a:ext>
            </a:extLst>
          </p:cNvPr>
          <p:cNvSpPr/>
          <p:nvPr/>
        </p:nvSpPr>
        <p:spPr>
          <a:xfrm>
            <a:off x="9100670" y="2807831"/>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CAR2</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TESLA</a:t>
            </a:r>
          </a:p>
          <a:p>
            <a:pPr defTabSz="1219170">
              <a:buClr>
                <a:srgbClr val="000000"/>
              </a:buClr>
            </a:pPr>
            <a:r>
              <a:rPr lang="en-US" sz="1200" kern="0" dirty="0">
                <a:solidFill>
                  <a:schemeClr val="bg1"/>
                </a:solidFill>
                <a:latin typeface="Arial"/>
                <a:cs typeface="Arial"/>
                <a:sym typeface="Arial"/>
              </a:rPr>
              <a:t>MODEL Y</a:t>
            </a:r>
          </a:p>
          <a:p>
            <a:pPr defTabSz="1219170">
              <a:buClr>
                <a:srgbClr val="000000"/>
              </a:buClr>
            </a:pPr>
            <a:r>
              <a:rPr lang="en-US" sz="1200" kern="0" dirty="0">
                <a:solidFill>
                  <a:schemeClr val="bg1"/>
                </a:solidFill>
                <a:latin typeface="Arial"/>
                <a:cs typeface="Arial"/>
                <a:sym typeface="Arial"/>
              </a:rPr>
              <a:t>250 KM/H</a:t>
            </a:r>
          </a:p>
        </p:txBody>
      </p:sp>
      <p:sp>
        <p:nvSpPr>
          <p:cNvPr id="3428" name="Google Shape;3420;p72">
            <a:extLst>
              <a:ext uri="{FF2B5EF4-FFF2-40B4-BE49-F238E27FC236}">
                <a16:creationId xmlns:a16="http://schemas.microsoft.com/office/drawing/2014/main" id="{BAEDBA73-E32C-31D7-CEE7-63C974DDFD2D}"/>
              </a:ext>
            </a:extLst>
          </p:cNvPr>
          <p:cNvSpPr/>
          <p:nvPr/>
        </p:nvSpPr>
        <p:spPr>
          <a:xfrm>
            <a:off x="6731040" y="2807831"/>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CAR1</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VOLVO</a:t>
            </a:r>
          </a:p>
          <a:p>
            <a:pPr defTabSz="1219170">
              <a:buClr>
                <a:srgbClr val="000000"/>
              </a:buClr>
            </a:pPr>
            <a:r>
              <a:rPr lang="en-US" sz="1200" kern="0" dirty="0">
                <a:solidFill>
                  <a:schemeClr val="bg1"/>
                </a:solidFill>
                <a:latin typeface="Arial"/>
                <a:cs typeface="Arial"/>
                <a:sym typeface="Arial"/>
              </a:rPr>
              <a:t>XC90</a:t>
            </a:r>
          </a:p>
          <a:p>
            <a:pPr defTabSz="1219170">
              <a:buClr>
                <a:srgbClr val="000000"/>
              </a:buClr>
            </a:pPr>
            <a:r>
              <a:rPr lang="en-US" sz="1200" kern="0" dirty="0">
                <a:solidFill>
                  <a:schemeClr val="bg1"/>
                </a:solidFill>
                <a:latin typeface="Arial"/>
                <a:cs typeface="Arial"/>
                <a:sym typeface="Arial"/>
              </a:rPr>
              <a:t>180 KM/H</a:t>
            </a:r>
          </a:p>
        </p:txBody>
      </p:sp>
      <p:sp>
        <p:nvSpPr>
          <p:cNvPr id="3429" name="Google Shape;3420;p72">
            <a:extLst>
              <a:ext uri="{FF2B5EF4-FFF2-40B4-BE49-F238E27FC236}">
                <a16:creationId xmlns:a16="http://schemas.microsoft.com/office/drawing/2014/main" id="{EB627F46-AD6D-CF6F-256D-0EAC816C24E8}"/>
              </a:ext>
            </a:extLst>
          </p:cNvPr>
          <p:cNvSpPr/>
          <p:nvPr/>
        </p:nvSpPr>
        <p:spPr>
          <a:xfrm>
            <a:off x="9100670" y="4391535"/>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CAR4</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FORD</a:t>
            </a:r>
          </a:p>
          <a:p>
            <a:pPr defTabSz="1219170">
              <a:buClr>
                <a:srgbClr val="000000"/>
              </a:buClr>
            </a:pPr>
            <a:r>
              <a:rPr lang="en-US" sz="1200" kern="0" dirty="0">
                <a:solidFill>
                  <a:schemeClr val="bg1"/>
                </a:solidFill>
                <a:latin typeface="Arial"/>
                <a:cs typeface="Arial"/>
                <a:sym typeface="Arial"/>
              </a:rPr>
              <a:t>RAPTOR</a:t>
            </a:r>
          </a:p>
          <a:p>
            <a:pPr defTabSz="1219170">
              <a:buClr>
                <a:srgbClr val="000000"/>
              </a:buClr>
            </a:pPr>
            <a:r>
              <a:rPr lang="en-US" sz="1200" kern="0" dirty="0">
                <a:solidFill>
                  <a:schemeClr val="bg1"/>
                </a:solidFill>
                <a:latin typeface="Arial"/>
                <a:cs typeface="Arial"/>
                <a:sym typeface="Arial"/>
              </a:rPr>
              <a:t>180 KM/H</a:t>
            </a:r>
          </a:p>
        </p:txBody>
      </p:sp>
      <p:sp>
        <p:nvSpPr>
          <p:cNvPr id="3430" name="Google Shape;3420;p72">
            <a:extLst>
              <a:ext uri="{FF2B5EF4-FFF2-40B4-BE49-F238E27FC236}">
                <a16:creationId xmlns:a16="http://schemas.microsoft.com/office/drawing/2014/main" id="{0538CE42-536A-C192-113A-29AB698F5DDC}"/>
              </a:ext>
            </a:extLst>
          </p:cNvPr>
          <p:cNvSpPr/>
          <p:nvPr/>
        </p:nvSpPr>
        <p:spPr>
          <a:xfrm>
            <a:off x="6731040" y="4391535"/>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CAR3</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LEXUS</a:t>
            </a:r>
          </a:p>
          <a:p>
            <a:pPr defTabSz="1219170">
              <a:buClr>
                <a:srgbClr val="000000"/>
              </a:buClr>
            </a:pPr>
            <a:r>
              <a:rPr lang="en-US" sz="1200" kern="0" dirty="0">
                <a:solidFill>
                  <a:schemeClr val="bg1"/>
                </a:solidFill>
                <a:latin typeface="Arial"/>
                <a:cs typeface="Arial"/>
                <a:sym typeface="Arial"/>
              </a:rPr>
              <a:t>RX</a:t>
            </a:r>
          </a:p>
          <a:p>
            <a:pPr defTabSz="1219170">
              <a:buClr>
                <a:srgbClr val="000000"/>
              </a:buClr>
            </a:pPr>
            <a:r>
              <a:rPr lang="en-US" sz="1200" kern="0" dirty="0">
                <a:solidFill>
                  <a:schemeClr val="bg1"/>
                </a:solidFill>
                <a:latin typeface="Arial"/>
                <a:cs typeface="Arial"/>
                <a:sym typeface="Arial"/>
              </a:rPr>
              <a:t>210 KM/H</a:t>
            </a:r>
          </a:p>
        </p:txBody>
      </p:sp>
      <p:grpSp>
        <p:nvGrpSpPr>
          <p:cNvPr id="3431" name="Google Shape;717;p13">
            <a:extLst>
              <a:ext uri="{FF2B5EF4-FFF2-40B4-BE49-F238E27FC236}">
                <a16:creationId xmlns:a16="http://schemas.microsoft.com/office/drawing/2014/main" id="{3BA863D2-B900-1580-FABB-23DB088DFDAC}"/>
              </a:ext>
            </a:extLst>
          </p:cNvPr>
          <p:cNvGrpSpPr/>
          <p:nvPr/>
        </p:nvGrpSpPr>
        <p:grpSpPr>
          <a:xfrm>
            <a:off x="-4162782" y="-18351217"/>
            <a:ext cx="5117787" cy="16687234"/>
            <a:chOff x="-3170262" y="3452177"/>
            <a:chExt cx="3721951" cy="12135923"/>
          </a:xfrm>
        </p:grpSpPr>
        <p:sp>
          <p:nvSpPr>
            <p:cNvPr id="3432" name="Google Shape;718;p13">
              <a:extLst>
                <a:ext uri="{FF2B5EF4-FFF2-40B4-BE49-F238E27FC236}">
                  <a16:creationId xmlns:a16="http://schemas.microsoft.com/office/drawing/2014/main" id="{5A15E82B-41EA-8FCE-8467-61E16F0FA07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3" name="Google Shape;719;p13">
              <a:extLst>
                <a:ext uri="{FF2B5EF4-FFF2-40B4-BE49-F238E27FC236}">
                  <a16:creationId xmlns:a16="http://schemas.microsoft.com/office/drawing/2014/main" id="{5A4AAD05-955C-4422-EEE5-8C5950DB491B}"/>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4" name="Google Shape;720;p13">
              <a:extLst>
                <a:ext uri="{FF2B5EF4-FFF2-40B4-BE49-F238E27FC236}">
                  <a16:creationId xmlns:a16="http://schemas.microsoft.com/office/drawing/2014/main" id="{43F040FF-5723-C0CE-2590-780962354A35}"/>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5" name="Google Shape;721;p13">
              <a:extLst>
                <a:ext uri="{FF2B5EF4-FFF2-40B4-BE49-F238E27FC236}">
                  <a16:creationId xmlns:a16="http://schemas.microsoft.com/office/drawing/2014/main" id="{6E87280D-4D38-839B-CC29-CE293A350B2C}"/>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6" name="Google Shape;722;p13">
              <a:extLst>
                <a:ext uri="{FF2B5EF4-FFF2-40B4-BE49-F238E27FC236}">
                  <a16:creationId xmlns:a16="http://schemas.microsoft.com/office/drawing/2014/main" id="{8B074173-01C6-C85E-B868-FF915003C1B2}"/>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7" name="Google Shape;723;p13">
              <a:extLst>
                <a:ext uri="{FF2B5EF4-FFF2-40B4-BE49-F238E27FC236}">
                  <a16:creationId xmlns:a16="http://schemas.microsoft.com/office/drawing/2014/main" id="{51DF625A-312A-B5FC-C8EB-2044E213A79F}"/>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8" name="Google Shape;724;p13">
              <a:extLst>
                <a:ext uri="{FF2B5EF4-FFF2-40B4-BE49-F238E27FC236}">
                  <a16:creationId xmlns:a16="http://schemas.microsoft.com/office/drawing/2014/main" id="{BC4D45BD-07BE-0B84-7A0F-D60A4E38513A}"/>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9" name="Google Shape;725;p13">
              <a:extLst>
                <a:ext uri="{FF2B5EF4-FFF2-40B4-BE49-F238E27FC236}">
                  <a16:creationId xmlns:a16="http://schemas.microsoft.com/office/drawing/2014/main" id="{C4F26675-6C32-E66F-0B0A-D05325538342}"/>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0" name="Google Shape;726;p13">
              <a:extLst>
                <a:ext uri="{FF2B5EF4-FFF2-40B4-BE49-F238E27FC236}">
                  <a16:creationId xmlns:a16="http://schemas.microsoft.com/office/drawing/2014/main" id="{34DDC7C0-86E1-1169-B102-422FE014AB4A}"/>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1" name="Google Shape;727;p13">
              <a:extLst>
                <a:ext uri="{FF2B5EF4-FFF2-40B4-BE49-F238E27FC236}">
                  <a16:creationId xmlns:a16="http://schemas.microsoft.com/office/drawing/2014/main" id="{289A6041-E84F-E633-951C-C75C0993C1CA}"/>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2" name="Google Shape;728;p13">
              <a:extLst>
                <a:ext uri="{FF2B5EF4-FFF2-40B4-BE49-F238E27FC236}">
                  <a16:creationId xmlns:a16="http://schemas.microsoft.com/office/drawing/2014/main" id="{7FBCF671-14E7-8C28-305F-DAF6C1C4C446}"/>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3" name="Google Shape;729;p13">
              <a:extLst>
                <a:ext uri="{FF2B5EF4-FFF2-40B4-BE49-F238E27FC236}">
                  <a16:creationId xmlns:a16="http://schemas.microsoft.com/office/drawing/2014/main" id="{B42BAB8C-D23C-59E4-7875-C5566C29746B}"/>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4" name="Google Shape;730;p13">
              <a:extLst>
                <a:ext uri="{FF2B5EF4-FFF2-40B4-BE49-F238E27FC236}">
                  <a16:creationId xmlns:a16="http://schemas.microsoft.com/office/drawing/2014/main" id="{E500949D-57F8-FFAF-2775-AA16AD0E1AB1}"/>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5" name="Google Shape;731;p13">
              <a:extLst>
                <a:ext uri="{FF2B5EF4-FFF2-40B4-BE49-F238E27FC236}">
                  <a16:creationId xmlns:a16="http://schemas.microsoft.com/office/drawing/2014/main" id="{2B47350F-C201-3C65-F88E-87DE21587289}"/>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6" name="Google Shape;732;p13">
              <a:extLst>
                <a:ext uri="{FF2B5EF4-FFF2-40B4-BE49-F238E27FC236}">
                  <a16:creationId xmlns:a16="http://schemas.microsoft.com/office/drawing/2014/main" id="{FE808216-AF49-732B-F086-E71AD737E7DC}"/>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7" name="Google Shape;733;p13">
              <a:extLst>
                <a:ext uri="{FF2B5EF4-FFF2-40B4-BE49-F238E27FC236}">
                  <a16:creationId xmlns:a16="http://schemas.microsoft.com/office/drawing/2014/main" id="{7841446D-E567-1C6F-B941-5E09AC30C21A}"/>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8" name="Google Shape;734;p13">
              <a:extLst>
                <a:ext uri="{FF2B5EF4-FFF2-40B4-BE49-F238E27FC236}">
                  <a16:creationId xmlns:a16="http://schemas.microsoft.com/office/drawing/2014/main" id="{996BB445-F48E-C60C-4392-9365B2F39DDC}"/>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9" name="Google Shape;735;p13">
              <a:extLst>
                <a:ext uri="{FF2B5EF4-FFF2-40B4-BE49-F238E27FC236}">
                  <a16:creationId xmlns:a16="http://schemas.microsoft.com/office/drawing/2014/main" id="{7CE39D9F-3A98-C333-00A7-510F0D8CA839}"/>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0" name="Google Shape;736;p13">
              <a:extLst>
                <a:ext uri="{FF2B5EF4-FFF2-40B4-BE49-F238E27FC236}">
                  <a16:creationId xmlns:a16="http://schemas.microsoft.com/office/drawing/2014/main" id="{711C6EB5-1594-CCDB-236F-D2CDC21DE979}"/>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1" name="Google Shape;737;p13">
              <a:extLst>
                <a:ext uri="{FF2B5EF4-FFF2-40B4-BE49-F238E27FC236}">
                  <a16:creationId xmlns:a16="http://schemas.microsoft.com/office/drawing/2014/main" id="{4AA11E70-8BF2-91B3-D447-36FC93219DE7}"/>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2" name="Google Shape;738;p13">
              <a:extLst>
                <a:ext uri="{FF2B5EF4-FFF2-40B4-BE49-F238E27FC236}">
                  <a16:creationId xmlns:a16="http://schemas.microsoft.com/office/drawing/2014/main" id="{BC4186B2-4230-90B3-E200-92D3BBFD4A95}"/>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3" name="Google Shape;739;p13">
              <a:extLst>
                <a:ext uri="{FF2B5EF4-FFF2-40B4-BE49-F238E27FC236}">
                  <a16:creationId xmlns:a16="http://schemas.microsoft.com/office/drawing/2014/main" id="{3DAB0ABA-6262-1A93-DE0C-B0D886388166}"/>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4" name="Google Shape;740;p13">
              <a:extLst>
                <a:ext uri="{FF2B5EF4-FFF2-40B4-BE49-F238E27FC236}">
                  <a16:creationId xmlns:a16="http://schemas.microsoft.com/office/drawing/2014/main" id="{FA5533A6-3481-25F0-3AE7-01F91C8D9901}"/>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5" name="Google Shape;741;p13">
              <a:extLst>
                <a:ext uri="{FF2B5EF4-FFF2-40B4-BE49-F238E27FC236}">
                  <a16:creationId xmlns:a16="http://schemas.microsoft.com/office/drawing/2014/main" id="{2B930F58-09E1-D17D-B904-CD3118EC611D}"/>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6" name="Google Shape;742;p13">
              <a:extLst>
                <a:ext uri="{FF2B5EF4-FFF2-40B4-BE49-F238E27FC236}">
                  <a16:creationId xmlns:a16="http://schemas.microsoft.com/office/drawing/2014/main" id="{E3B5948D-E8FE-9E10-4479-306DE1FF73FE}"/>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7" name="Google Shape;743;p13">
              <a:extLst>
                <a:ext uri="{FF2B5EF4-FFF2-40B4-BE49-F238E27FC236}">
                  <a16:creationId xmlns:a16="http://schemas.microsoft.com/office/drawing/2014/main" id="{6AFB1556-3B46-5024-7199-02751AB0CB28}"/>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8" name="Google Shape;744;p13">
              <a:extLst>
                <a:ext uri="{FF2B5EF4-FFF2-40B4-BE49-F238E27FC236}">
                  <a16:creationId xmlns:a16="http://schemas.microsoft.com/office/drawing/2014/main" id="{E4D9CBD4-17E3-6BF9-B92C-186AB3C0FB40}"/>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9" name="Google Shape;745;p13">
              <a:extLst>
                <a:ext uri="{FF2B5EF4-FFF2-40B4-BE49-F238E27FC236}">
                  <a16:creationId xmlns:a16="http://schemas.microsoft.com/office/drawing/2014/main" id="{84F0D96D-0F6C-CB20-F41A-A7D3A57F73D8}"/>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0" name="Google Shape;746;p13">
              <a:extLst>
                <a:ext uri="{FF2B5EF4-FFF2-40B4-BE49-F238E27FC236}">
                  <a16:creationId xmlns:a16="http://schemas.microsoft.com/office/drawing/2014/main" id="{F2D2C240-ED82-A6F6-A5DF-0875687A6640}"/>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1" name="Google Shape;747;p13">
              <a:extLst>
                <a:ext uri="{FF2B5EF4-FFF2-40B4-BE49-F238E27FC236}">
                  <a16:creationId xmlns:a16="http://schemas.microsoft.com/office/drawing/2014/main" id="{B60A8385-C3E1-6D3C-7132-499F10346DB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2" name="Google Shape;748;p13">
              <a:extLst>
                <a:ext uri="{FF2B5EF4-FFF2-40B4-BE49-F238E27FC236}">
                  <a16:creationId xmlns:a16="http://schemas.microsoft.com/office/drawing/2014/main" id="{CBDBA881-9547-74AD-2A13-4EEB5EFD645A}"/>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3" name="Google Shape;749;p13">
              <a:extLst>
                <a:ext uri="{FF2B5EF4-FFF2-40B4-BE49-F238E27FC236}">
                  <a16:creationId xmlns:a16="http://schemas.microsoft.com/office/drawing/2014/main" id="{2A001634-73D1-313B-719D-DFFFC60F21A1}"/>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4" name="Google Shape;750;p13">
              <a:extLst>
                <a:ext uri="{FF2B5EF4-FFF2-40B4-BE49-F238E27FC236}">
                  <a16:creationId xmlns:a16="http://schemas.microsoft.com/office/drawing/2014/main" id="{67277D37-604D-31DA-C97B-BC46642D89E4}"/>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5" name="Google Shape;751;p13">
              <a:extLst>
                <a:ext uri="{FF2B5EF4-FFF2-40B4-BE49-F238E27FC236}">
                  <a16:creationId xmlns:a16="http://schemas.microsoft.com/office/drawing/2014/main" id="{9611431E-90EA-6937-8841-4DB19C3DB595}"/>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6" name="Google Shape;752;p13">
              <a:extLst>
                <a:ext uri="{FF2B5EF4-FFF2-40B4-BE49-F238E27FC236}">
                  <a16:creationId xmlns:a16="http://schemas.microsoft.com/office/drawing/2014/main" id="{5F1C9EED-6574-9063-69C7-A8163926103D}"/>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7" name="Google Shape;753;p13">
              <a:extLst>
                <a:ext uri="{FF2B5EF4-FFF2-40B4-BE49-F238E27FC236}">
                  <a16:creationId xmlns:a16="http://schemas.microsoft.com/office/drawing/2014/main" id="{507793FF-E4AD-0613-D168-E27BE75F529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8" name="Google Shape;754;p13">
              <a:extLst>
                <a:ext uri="{FF2B5EF4-FFF2-40B4-BE49-F238E27FC236}">
                  <a16:creationId xmlns:a16="http://schemas.microsoft.com/office/drawing/2014/main" id="{80FFC4E4-2350-CE66-5BF7-DE9DAB7960DC}"/>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9" name="Google Shape;755;p13">
              <a:extLst>
                <a:ext uri="{FF2B5EF4-FFF2-40B4-BE49-F238E27FC236}">
                  <a16:creationId xmlns:a16="http://schemas.microsoft.com/office/drawing/2014/main" id="{0713D373-DF97-4DF6-6C65-86DC6927CE00}"/>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0" name="Google Shape;756;p13">
              <a:extLst>
                <a:ext uri="{FF2B5EF4-FFF2-40B4-BE49-F238E27FC236}">
                  <a16:creationId xmlns:a16="http://schemas.microsoft.com/office/drawing/2014/main" id="{120EEC17-486B-9F3A-E731-A2F43E67D83E}"/>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1" name="Google Shape;757;p13">
              <a:extLst>
                <a:ext uri="{FF2B5EF4-FFF2-40B4-BE49-F238E27FC236}">
                  <a16:creationId xmlns:a16="http://schemas.microsoft.com/office/drawing/2014/main" id="{EB30105E-2668-3735-9C8C-30EEDA60F0DF}"/>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2" name="Google Shape;758;p13">
              <a:extLst>
                <a:ext uri="{FF2B5EF4-FFF2-40B4-BE49-F238E27FC236}">
                  <a16:creationId xmlns:a16="http://schemas.microsoft.com/office/drawing/2014/main" id="{E713B862-3FC2-F11B-F3A9-6498C93592EB}"/>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3" name="Google Shape;759;p13">
              <a:extLst>
                <a:ext uri="{FF2B5EF4-FFF2-40B4-BE49-F238E27FC236}">
                  <a16:creationId xmlns:a16="http://schemas.microsoft.com/office/drawing/2014/main" id="{20C643F2-01A6-D121-2A44-D359BF6DF0AE}"/>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4" name="Google Shape;760;p13">
              <a:extLst>
                <a:ext uri="{FF2B5EF4-FFF2-40B4-BE49-F238E27FC236}">
                  <a16:creationId xmlns:a16="http://schemas.microsoft.com/office/drawing/2014/main" id="{8B432BCB-13E6-CD81-2FC4-962D5AB44372}"/>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5" name="Google Shape;761;p13">
              <a:extLst>
                <a:ext uri="{FF2B5EF4-FFF2-40B4-BE49-F238E27FC236}">
                  <a16:creationId xmlns:a16="http://schemas.microsoft.com/office/drawing/2014/main" id="{B2F60767-7192-6BD0-FD18-8A8458B63228}"/>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6" name="Google Shape;762;p13">
              <a:extLst>
                <a:ext uri="{FF2B5EF4-FFF2-40B4-BE49-F238E27FC236}">
                  <a16:creationId xmlns:a16="http://schemas.microsoft.com/office/drawing/2014/main" id="{8326B2AB-EFFD-7D57-579D-FDCFCB00F2DD}"/>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7" name="Google Shape;763;p13">
              <a:extLst>
                <a:ext uri="{FF2B5EF4-FFF2-40B4-BE49-F238E27FC236}">
                  <a16:creationId xmlns:a16="http://schemas.microsoft.com/office/drawing/2014/main" id="{694FE097-4566-C856-BE66-8F5724C8B075}"/>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8" name="Google Shape;764;p13">
              <a:extLst>
                <a:ext uri="{FF2B5EF4-FFF2-40B4-BE49-F238E27FC236}">
                  <a16:creationId xmlns:a16="http://schemas.microsoft.com/office/drawing/2014/main" id="{2A30EBD0-6676-5B60-96A2-3B1B66191D92}"/>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9" name="Google Shape;765;p13">
              <a:extLst>
                <a:ext uri="{FF2B5EF4-FFF2-40B4-BE49-F238E27FC236}">
                  <a16:creationId xmlns:a16="http://schemas.microsoft.com/office/drawing/2014/main" id="{A01AA388-D034-6FB8-7CCD-285B326DB517}"/>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0" name="Google Shape;766;p13">
              <a:extLst>
                <a:ext uri="{FF2B5EF4-FFF2-40B4-BE49-F238E27FC236}">
                  <a16:creationId xmlns:a16="http://schemas.microsoft.com/office/drawing/2014/main" id="{D82C2CD6-4BEF-1FB9-470D-7D6EF9B85C9A}"/>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1" name="Google Shape;767;p13">
              <a:extLst>
                <a:ext uri="{FF2B5EF4-FFF2-40B4-BE49-F238E27FC236}">
                  <a16:creationId xmlns:a16="http://schemas.microsoft.com/office/drawing/2014/main" id="{63A20F78-944F-210F-93C4-AD80CDEAD796}"/>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2" name="Google Shape;768;p13">
              <a:extLst>
                <a:ext uri="{FF2B5EF4-FFF2-40B4-BE49-F238E27FC236}">
                  <a16:creationId xmlns:a16="http://schemas.microsoft.com/office/drawing/2014/main" id="{9190DF36-AD9D-5297-96C0-C8891CF5F775}"/>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3" name="Google Shape;769;p13">
              <a:extLst>
                <a:ext uri="{FF2B5EF4-FFF2-40B4-BE49-F238E27FC236}">
                  <a16:creationId xmlns:a16="http://schemas.microsoft.com/office/drawing/2014/main" id="{AA85D950-A0BD-DCAA-0043-2EB8B7A11234}"/>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4" name="Google Shape;770;p13">
              <a:extLst>
                <a:ext uri="{FF2B5EF4-FFF2-40B4-BE49-F238E27FC236}">
                  <a16:creationId xmlns:a16="http://schemas.microsoft.com/office/drawing/2014/main" id="{13B65DDF-ED66-4A95-CFEB-5325B15A56BF}"/>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5" name="Google Shape;771;p13">
              <a:extLst>
                <a:ext uri="{FF2B5EF4-FFF2-40B4-BE49-F238E27FC236}">
                  <a16:creationId xmlns:a16="http://schemas.microsoft.com/office/drawing/2014/main" id="{F52C3021-2C76-6478-F645-38913E20CDE3}"/>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6" name="Google Shape;772;p13">
              <a:extLst>
                <a:ext uri="{FF2B5EF4-FFF2-40B4-BE49-F238E27FC236}">
                  <a16:creationId xmlns:a16="http://schemas.microsoft.com/office/drawing/2014/main" id="{F670BF6F-C2BF-1B8A-B8F5-044B6209DE1E}"/>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7" name="Google Shape;773;p13">
              <a:extLst>
                <a:ext uri="{FF2B5EF4-FFF2-40B4-BE49-F238E27FC236}">
                  <a16:creationId xmlns:a16="http://schemas.microsoft.com/office/drawing/2014/main" id="{90DB2A0E-02DF-BFDE-5544-C9BA50F9790A}"/>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88" name="Google Shape;717;p13">
            <a:extLst>
              <a:ext uri="{FF2B5EF4-FFF2-40B4-BE49-F238E27FC236}">
                <a16:creationId xmlns:a16="http://schemas.microsoft.com/office/drawing/2014/main" id="{F2F0C037-AD54-6C05-8C3F-FDF96B96458C}"/>
              </a:ext>
            </a:extLst>
          </p:cNvPr>
          <p:cNvGrpSpPr/>
          <p:nvPr/>
        </p:nvGrpSpPr>
        <p:grpSpPr>
          <a:xfrm>
            <a:off x="11304040" y="-17111962"/>
            <a:ext cx="5117787" cy="16687234"/>
            <a:chOff x="-3170262" y="3452177"/>
            <a:chExt cx="3721951" cy="12135923"/>
          </a:xfrm>
        </p:grpSpPr>
        <p:sp>
          <p:nvSpPr>
            <p:cNvPr id="3489" name="Google Shape;718;p13">
              <a:extLst>
                <a:ext uri="{FF2B5EF4-FFF2-40B4-BE49-F238E27FC236}">
                  <a16:creationId xmlns:a16="http://schemas.microsoft.com/office/drawing/2014/main" id="{26E14067-3E37-1246-A7B9-6FC91F711E8C}"/>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0" name="Google Shape;719;p13">
              <a:extLst>
                <a:ext uri="{FF2B5EF4-FFF2-40B4-BE49-F238E27FC236}">
                  <a16:creationId xmlns:a16="http://schemas.microsoft.com/office/drawing/2014/main" id="{2FE541F6-B027-DBD8-E366-DC3B29BB01C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1" name="Google Shape;720;p13">
              <a:extLst>
                <a:ext uri="{FF2B5EF4-FFF2-40B4-BE49-F238E27FC236}">
                  <a16:creationId xmlns:a16="http://schemas.microsoft.com/office/drawing/2014/main" id="{CC107141-65FC-A08E-D5A0-6A5372F7B5E3}"/>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2" name="Google Shape;721;p13">
              <a:extLst>
                <a:ext uri="{FF2B5EF4-FFF2-40B4-BE49-F238E27FC236}">
                  <a16:creationId xmlns:a16="http://schemas.microsoft.com/office/drawing/2014/main" id="{4299A43E-04E6-AE63-0F36-1946672888BF}"/>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3" name="Google Shape;722;p13">
              <a:extLst>
                <a:ext uri="{FF2B5EF4-FFF2-40B4-BE49-F238E27FC236}">
                  <a16:creationId xmlns:a16="http://schemas.microsoft.com/office/drawing/2014/main" id="{55C2D525-5B44-9F6E-B7F4-23B1ABC92020}"/>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4" name="Google Shape;723;p13">
              <a:extLst>
                <a:ext uri="{FF2B5EF4-FFF2-40B4-BE49-F238E27FC236}">
                  <a16:creationId xmlns:a16="http://schemas.microsoft.com/office/drawing/2014/main" id="{A1A233F0-5F75-F416-143A-AF28C0BBC25A}"/>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5" name="Google Shape;724;p13">
              <a:extLst>
                <a:ext uri="{FF2B5EF4-FFF2-40B4-BE49-F238E27FC236}">
                  <a16:creationId xmlns:a16="http://schemas.microsoft.com/office/drawing/2014/main" id="{F3C019EF-441A-03E6-7445-39D03514E6F3}"/>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6" name="Google Shape;725;p13">
              <a:extLst>
                <a:ext uri="{FF2B5EF4-FFF2-40B4-BE49-F238E27FC236}">
                  <a16:creationId xmlns:a16="http://schemas.microsoft.com/office/drawing/2014/main" id="{76776219-1132-075F-F8FD-48140F663537}"/>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7" name="Google Shape;726;p13">
              <a:extLst>
                <a:ext uri="{FF2B5EF4-FFF2-40B4-BE49-F238E27FC236}">
                  <a16:creationId xmlns:a16="http://schemas.microsoft.com/office/drawing/2014/main" id="{0D080133-4641-AACD-54EB-B4BF8A821C0C}"/>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8" name="Google Shape;727;p13">
              <a:extLst>
                <a:ext uri="{FF2B5EF4-FFF2-40B4-BE49-F238E27FC236}">
                  <a16:creationId xmlns:a16="http://schemas.microsoft.com/office/drawing/2014/main" id="{E1D41E21-4951-1759-4340-CD67CC4E16A0}"/>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9" name="Google Shape;728;p13">
              <a:extLst>
                <a:ext uri="{FF2B5EF4-FFF2-40B4-BE49-F238E27FC236}">
                  <a16:creationId xmlns:a16="http://schemas.microsoft.com/office/drawing/2014/main" id="{28CE053D-58F7-778D-5556-63575FA35AD9}"/>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0" name="Google Shape;729;p13">
              <a:extLst>
                <a:ext uri="{FF2B5EF4-FFF2-40B4-BE49-F238E27FC236}">
                  <a16:creationId xmlns:a16="http://schemas.microsoft.com/office/drawing/2014/main" id="{0BE9915D-27BD-AEB3-1DFE-B2A94F39AA79}"/>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1" name="Google Shape;730;p13">
              <a:extLst>
                <a:ext uri="{FF2B5EF4-FFF2-40B4-BE49-F238E27FC236}">
                  <a16:creationId xmlns:a16="http://schemas.microsoft.com/office/drawing/2014/main" id="{97B8AD31-EBBA-1315-3624-340E3DB34920}"/>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2" name="Google Shape;731;p13">
              <a:extLst>
                <a:ext uri="{FF2B5EF4-FFF2-40B4-BE49-F238E27FC236}">
                  <a16:creationId xmlns:a16="http://schemas.microsoft.com/office/drawing/2014/main" id="{80EC2331-9D1B-D5EF-C3F6-5161E2A13EF5}"/>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3" name="Google Shape;732;p13">
              <a:extLst>
                <a:ext uri="{FF2B5EF4-FFF2-40B4-BE49-F238E27FC236}">
                  <a16:creationId xmlns:a16="http://schemas.microsoft.com/office/drawing/2014/main" id="{8A8DEB19-31B5-B84E-3D25-2A5163894812}"/>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4" name="Google Shape;733;p13">
              <a:extLst>
                <a:ext uri="{FF2B5EF4-FFF2-40B4-BE49-F238E27FC236}">
                  <a16:creationId xmlns:a16="http://schemas.microsoft.com/office/drawing/2014/main" id="{107A2032-E171-18D7-5022-1B544C372DC9}"/>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5" name="Google Shape;734;p13">
              <a:extLst>
                <a:ext uri="{FF2B5EF4-FFF2-40B4-BE49-F238E27FC236}">
                  <a16:creationId xmlns:a16="http://schemas.microsoft.com/office/drawing/2014/main" id="{2FB6011D-516F-171E-F422-642628F3E0ED}"/>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6" name="Google Shape;735;p13">
              <a:extLst>
                <a:ext uri="{FF2B5EF4-FFF2-40B4-BE49-F238E27FC236}">
                  <a16:creationId xmlns:a16="http://schemas.microsoft.com/office/drawing/2014/main" id="{6910430F-A44F-8651-76A3-A086612344D8}"/>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7" name="Google Shape;736;p13">
              <a:extLst>
                <a:ext uri="{FF2B5EF4-FFF2-40B4-BE49-F238E27FC236}">
                  <a16:creationId xmlns:a16="http://schemas.microsoft.com/office/drawing/2014/main" id="{69E1F068-70ED-567A-B5DE-81F2802C5BA3}"/>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8" name="Google Shape;737;p13">
              <a:extLst>
                <a:ext uri="{FF2B5EF4-FFF2-40B4-BE49-F238E27FC236}">
                  <a16:creationId xmlns:a16="http://schemas.microsoft.com/office/drawing/2014/main" id="{37ADF53C-F46F-3C36-C636-79AAC4A42A1B}"/>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9" name="Google Shape;738;p13">
              <a:extLst>
                <a:ext uri="{FF2B5EF4-FFF2-40B4-BE49-F238E27FC236}">
                  <a16:creationId xmlns:a16="http://schemas.microsoft.com/office/drawing/2014/main" id="{07261181-E34A-3697-88FD-34711CEF8682}"/>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0" name="Google Shape;739;p13">
              <a:extLst>
                <a:ext uri="{FF2B5EF4-FFF2-40B4-BE49-F238E27FC236}">
                  <a16:creationId xmlns:a16="http://schemas.microsoft.com/office/drawing/2014/main" id="{9653C64B-6BCF-A2D7-4D04-31EE96F60767}"/>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1" name="Google Shape;740;p13">
              <a:extLst>
                <a:ext uri="{FF2B5EF4-FFF2-40B4-BE49-F238E27FC236}">
                  <a16:creationId xmlns:a16="http://schemas.microsoft.com/office/drawing/2014/main" id="{CFAC9F5F-FF16-19D3-F719-6CC22C685927}"/>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2" name="Google Shape;741;p13">
              <a:extLst>
                <a:ext uri="{FF2B5EF4-FFF2-40B4-BE49-F238E27FC236}">
                  <a16:creationId xmlns:a16="http://schemas.microsoft.com/office/drawing/2014/main" id="{50D950D5-49A0-CD5A-0B89-8E99CFCDCA74}"/>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3" name="Google Shape;742;p13">
              <a:extLst>
                <a:ext uri="{FF2B5EF4-FFF2-40B4-BE49-F238E27FC236}">
                  <a16:creationId xmlns:a16="http://schemas.microsoft.com/office/drawing/2014/main" id="{981535E5-1215-CD6F-EE1A-2CBE5DD8FCC6}"/>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4" name="Google Shape;743;p13">
              <a:extLst>
                <a:ext uri="{FF2B5EF4-FFF2-40B4-BE49-F238E27FC236}">
                  <a16:creationId xmlns:a16="http://schemas.microsoft.com/office/drawing/2014/main" id="{B2535D92-E614-1431-E40D-B23D2216457D}"/>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5" name="Google Shape;744;p13">
              <a:extLst>
                <a:ext uri="{FF2B5EF4-FFF2-40B4-BE49-F238E27FC236}">
                  <a16:creationId xmlns:a16="http://schemas.microsoft.com/office/drawing/2014/main" id="{F837F469-19ED-CEEA-DCE8-9C6A5462F4AA}"/>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6" name="Google Shape;745;p13">
              <a:extLst>
                <a:ext uri="{FF2B5EF4-FFF2-40B4-BE49-F238E27FC236}">
                  <a16:creationId xmlns:a16="http://schemas.microsoft.com/office/drawing/2014/main" id="{E36FEF70-D7D2-F09B-E822-0C93A39AB207}"/>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7" name="Google Shape;746;p13">
              <a:extLst>
                <a:ext uri="{FF2B5EF4-FFF2-40B4-BE49-F238E27FC236}">
                  <a16:creationId xmlns:a16="http://schemas.microsoft.com/office/drawing/2014/main" id="{0F34D487-A558-7866-0328-4FDEEB4F43DB}"/>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8" name="Google Shape;747;p13">
              <a:extLst>
                <a:ext uri="{FF2B5EF4-FFF2-40B4-BE49-F238E27FC236}">
                  <a16:creationId xmlns:a16="http://schemas.microsoft.com/office/drawing/2014/main" id="{90AAAF3E-814B-B8AC-AAA2-2392081404F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9" name="Google Shape;748;p13">
              <a:extLst>
                <a:ext uri="{FF2B5EF4-FFF2-40B4-BE49-F238E27FC236}">
                  <a16:creationId xmlns:a16="http://schemas.microsoft.com/office/drawing/2014/main" id="{771A494C-9D2A-0548-E765-41F07F0621EA}"/>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0" name="Google Shape;749;p13">
              <a:extLst>
                <a:ext uri="{FF2B5EF4-FFF2-40B4-BE49-F238E27FC236}">
                  <a16:creationId xmlns:a16="http://schemas.microsoft.com/office/drawing/2014/main" id="{26F4FAE0-5547-B919-24A8-AF37ADB8D4EE}"/>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1" name="Google Shape;750;p13">
              <a:extLst>
                <a:ext uri="{FF2B5EF4-FFF2-40B4-BE49-F238E27FC236}">
                  <a16:creationId xmlns:a16="http://schemas.microsoft.com/office/drawing/2014/main" id="{BA1B35CF-BF56-2CA1-C5EE-431491B27C8B}"/>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2" name="Google Shape;751;p13">
              <a:extLst>
                <a:ext uri="{FF2B5EF4-FFF2-40B4-BE49-F238E27FC236}">
                  <a16:creationId xmlns:a16="http://schemas.microsoft.com/office/drawing/2014/main" id="{1B99E334-A0CB-D730-436E-050B058DC2AD}"/>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3" name="Google Shape;752;p13">
              <a:extLst>
                <a:ext uri="{FF2B5EF4-FFF2-40B4-BE49-F238E27FC236}">
                  <a16:creationId xmlns:a16="http://schemas.microsoft.com/office/drawing/2014/main" id="{E46A9CAD-C4B9-EE0E-1480-69AA99D618AA}"/>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4" name="Google Shape;753;p13">
              <a:extLst>
                <a:ext uri="{FF2B5EF4-FFF2-40B4-BE49-F238E27FC236}">
                  <a16:creationId xmlns:a16="http://schemas.microsoft.com/office/drawing/2014/main" id="{F7E27D29-6C57-5EE0-93F0-EAFD7E91D94F}"/>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5" name="Google Shape;754;p13">
              <a:extLst>
                <a:ext uri="{FF2B5EF4-FFF2-40B4-BE49-F238E27FC236}">
                  <a16:creationId xmlns:a16="http://schemas.microsoft.com/office/drawing/2014/main" id="{9B9D6997-6D7B-79EB-85D3-9BD74ED12096}"/>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6" name="Google Shape;755;p13">
              <a:extLst>
                <a:ext uri="{FF2B5EF4-FFF2-40B4-BE49-F238E27FC236}">
                  <a16:creationId xmlns:a16="http://schemas.microsoft.com/office/drawing/2014/main" id="{7AF6AE7A-9B12-CF53-14CB-31B9A52C1F72}"/>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7" name="Google Shape;756;p13">
              <a:extLst>
                <a:ext uri="{FF2B5EF4-FFF2-40B4-BE49-F238E27FC236}">
                  <a16:creationId xmlns:a16="http://schemas.microsoft.com/office/drawing/2014/main" id="{07F9791C-24D8-58AF-8636-45F42C6D650B}"/>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8" name="Google Shape;757;p13">
              <a:extLst>
                <a:ext uri="{FF2B5EF4-FFF2-40B4-BE49-F238E27FC236}">
                  <a16:creationId xmlns:a16="http://schemas.microsoft.com/office/drawing/2014/main" id="{704C3418-2F89-5F69-973A-C2C1A13227CD}"/>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9" name="Google Shape;758;p13">
              <a:extLst>
                <a:ext uri="{FF2B5EF4-FFF2-40B4-BE49-F238E27FC236}">
                  <a16:creationId xmlns:a16="http://schemas.microsoft.com/office/drawing/2014/main" id="{963CBF3F-F4DB-F754-DB9A-3EE8D00726B9}"/>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0" name="Google Shape;759;p13">
              <a:extLst>
                <a:ext uri="{FF2B5EF4-FFF2-40B4-BE49-F238E27FC236}">
                  <a16:creationId xmlns:a16="http://schemas.microsoft.com/office/drawing/2014/main" id="{37D0F593-FC08-E283-36C2-BED7A3ADAD88}"/>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1" name="Google Shape;760;p13">
              <a:extLst>
                <a:ext uri="{FF2B5EF4-FFF2-40B4-BE49-F238E27FC236}">
                  <a16:creationId xmlns:a16="http://schemas.microsoft.com/office/drawing/2014/main" id="{2D8A5891-2651-482F-DCBE-27A47BFDC667}"/>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2" name="Google Shape;761;p13">
              <a:extLst>
                <a:ext uri="{FF2B5EF4-FFF2-40B4-BE49-F238E27FC236}">
                  <a16:creationId xmlns:a16="http://schemas.microsoft.com/office/drawing/2014/main" id="{8D6D9AF7-7D2F-4BB5-3320-EB2D66840293}"/>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3" name="Google Shape;762;p13">
              <a:extLst>
                <a:ext uri="{FF2B5EF4-FFF2-40B4-BE49-F238E27FC236}">
                  <a16:creationId xmlns:a16="http://schemas.microsoft.com/office/drawing/2014/main" id="{727BBF0A-198A-5756-B1E8-63387AC2431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4" name="Google Shape;763;p13">
              <a:extLst>
                <a:ext uri="{FF2B5EF4-FFF2-40B4-BE49-F238E27FC236}">
                  <a16:creationId xmlns:a16="http://schemas.microsoft.com/office/drawing/2014/main" id="{E72D8217-E419-F1DA-F505-6DBD25ED7F07}"/>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5" name="Google Shape;764;p13">
              <a:extLst>
                <a:ext uri="{FF2B5EF4-FFF2-40B4-BE49-F238E27FC236}">
                  <a16:creationId xmlns:a16="http://schemas.microsoft.com/office/drawing/2014/main" id="{1F9D6D97-01F4-FECA-194A-EDB5C63B053C}"/>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6" name="Google Shape;765;p13">
              <a:extLst>
                <a:ext uri="{FF2B5EF4-FFF2-40B4-BE49-F238E27FC236}">
                  <a16:creationId xmlns:a16="http://schemas.microsoft.com/office/drawing/2014/main" id="{58246A41-5872-AA87-F8B1-1E660259D37D}"/>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7" name="Google Shape;766;p13">
              <a:extLst>
                <a:ext uri="{FF2B5EF4-FFF2-40B4-BE49-F238E27FC236}">
                  <a16:creationId xmlns:a16="http://schemas.microsoft.com/office/drawing/2014/main" id="{7EAB2993-D54C-8556-43F7-659DC041CF28}"/>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8" name="Google Shape;767;p13">
              <a:extLst>
                <a:ext uri="{FF2B5EF4-FFF2-40B4-BE49-F238E27FC236}">
                  <a16:creationId xmlns:a16="http://schemas.microsoft.com/office/drawing/2014/main" id="{10C8CCBE-C1A8-3FF8-1D47-A8F000FE0050}"/>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9" name="Google Shape;768;p13">
              <a:extLst>
                <a:ext uri="{FF2B5EF4-FFF2-40B4-BE49-F238E27FC236}">
                  <a16:creationId xmlns:a16="http://schemas.microsoft.com/office/drawing/2014/main" id="{2751C187-FD39-B7E2-BEE3-E6319E5FD997}"/>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0" name="Google Shape;769;p13">
              <a:extLst>
                <a:ext uri="{FF2B5EF4-FFF2-40B4-BE49-F238E27FC236}">
                  <a16:creationId xmlns:a16="http://schemas.microsoft.com/office/drawing/2014/main" id="{6E2C8C0E-55F0-602F-FB24-BE7332014762}"/>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1" name="Google Shape;770;p13">
              <a:extLst>
                <a:ext uri="{FF2B5EF4-FFF2-40B4-BE49-F238E27FC236}">
                  <a16:creationId xmlns:a16="http://schemas.microsoft.com/office/drawing/2014/main" id="{81F8603C-8B0B-9EA0-D50E-30BEFAD44DEF}"/>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2" name="Google Shape;771;p13">
              <a:extLst>
                <a:ext uri="{FF2B5EF4-FFF2-40B4-BE49-F238E27FC236}">
                  <a16:creationId xmlns:a16="http://schemas.microsoft.com/office/drawing/2014/main" id="{298AAAB8-86F7-720C-D73D-7E973F2C77E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3" name="Google Shape;772;p13">
              <a:extLst>
                <a:ext uri="{FF2B5EF4-FFF2-40B4-BE49-F238E27FC236}">
                  <a16:creationId xmlns:a16="http://schemas.microsoft.com/office/drawing/2014/main" id="{BF9D4DA1-A0F1-CBB1-F60B-777BFF060200}"/>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4" name="Google Shape;773;p13">
              <a:extLst>
                <a:ext uri="{FF2B5EF4-FFF2-40B4-BE49-F238E27FC236}">
                  <a16:creationId xmlns:a16="http://schemas.microsoft.com/office/drawing/2014/main" id="{E482F349-15A7-F689-F69A-A19A4524EA72}"/>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sp>
        <p:nvSpPr>
          <p:cNvPr id="3416" name="Google Shape;3399;p71">
            <a:extLst>
              <a:ext uri="{FF2B5EF4-FFF2-40B4-BE49-F238E27FC236}">
                <a16:creationId xmlns:a16="http://schemas.microsoft.com/office/drawing/2014/main" id="{D5AD78F4-FD5D-6F35-C6B4-1F4CA5B14082}"/>
              </a:ext>
            </a:extLst>
          </p:cNvPr>
          <p:cNvSpPr/>
          <p:nvPr/>
        </p:nvSpPr>
        <p:spPr>
          <a:xfrm>
            <a:off x="1603423" y="1787002"/>
            <a:ext cx="4576133" cy="4451536"/>
          </a:xfrm>
          <a:prstGeom prst="rect">
            <a:avLst/>
          </a:prstGeom>
          <a:noFill/>
          <a:ln w="28575" cap="flat"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418" name="Google Shape;1587;p25">
            <a:extLst>
              <a:ext uri="{FF2B5EF4-FFF2-40B4-BE49-F238E27FC236}">
                <a16:creationId xmlns:a16="http://schemas.microsoft.com/office/drawing/2014/main" id="{9074062B-ADDF-A57C-A4D7-E63929B2A1F8}"/>
              </a:ext>
            </a:extLst>
          </p:cNvPr>
          <p:cNvGrpSpPr/>
          <p:nvPr/>
        </p:nvGrpSpPr>
        <p:grpSpPr>
          <a:xfrm flipH="1">
            <a:off x="11298952" y="-8458087"/>
            <a:ext cx="4962601" cy="16181231"/>
            <a:chOff x="-3170262" y="3452177"/>
            <a:chExt cx="3721951" cy="12135923"/>
          </a:xfrm>
        </p:grpSpPr>
        <p:sp>
          <p:nvSpPr>
            <p:cNvPr id="3419" name="Google Shape;1588;p25">
              <a:extLst>
                <a:ext uri="{FF2B5EF4-FFF2-40B4-BE49-F238E27FC236}">
                  <a16:creationId xmlns:a16="http://schemas.microsoft.com/office/drawing/2014/main" id="{B3D08099-0620-C56A-47F9-E6BBD3C7F797}"/>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1" name="Google Shape;1589;p25">
              <a:extLst>
                <a:ext uri="{FF2B5EF4-FFF2-40B4-BE49-F238E27FC236}">
                  <a16:creationId xmlns:a16="http://schemas.microsoft.com/office/drawing/2014/main" id="{F180767F-237C-447B-5B0E-7843A3982303}"/>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2" name="Google Shape;1590;p25">
              <a:extLst>
                <a:ext uri="{FF2B5EF4-FFF2-40B4-BE49-F238E27FC236}">
                  <a16:creationId xmlns:a16="http://schemas.microsoft.com/office/drawing/2014/main" id="{A0440994-9D61-06AA-50AB-E22E116D1835}"/>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4" name="Google Shape;1591;p25">
              <a:extLst>
                <a:ext uri="{FF2B5EF4-FFF2-40B4-BE49-F238E27FC236}">
                  <a16:creationId xmlns:a16="http://schemas.microsoft.com/office/drawing/2014/main" id="{CE09D130-4390-BCEF-D4C5-D4DFABAEF88E}"/>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5" name="Google Shape;1592;p25">
              <a:extLst>
                <a:ext uri="{FF2B5EF4-FFF2-40B4-BE49-F238E27FC236}">
                  <a16:creationId xmlns:a16="http://schemas.microsoft.com/office/drawing/2014/main" id="{C5557FC5-AAB6-EE0A-4C83-4C8B9EDD82E4}"/>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6" name="Google Shape;1593;p25">
              <a:extLst>
                <a:ext uri="{FF2B5EF4-FFF2-40B4-BE49-F238E27FC236}">
                  <a16:creationId xmlns:a16="http://schemas.microsoft.com/office/drawing/2014/main" id="{1FA0F4E0-9EB1-758B-BC73-2AEFA70CE3DE}"/>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5" name="Google Shape;1594;p25">
              <a:extLst>
                <a:ext uri="{FF2B5EF4-FFF2-40B4-BE49-F238E27FC236}">
                  <a16:creationId xmlns:a16="http://schemas.microsoft.com/office/drawing/2014/main" id="{5605734A-0F9F-D22F-C501-1D3AF5877729}"/>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6" name="Google Shape;1595;p25">
              <a:extLst>
                <a:ext uri="{FF2B5EF4-FFF2-40B4-BE49-F238E27FC236}">
                  <a16:creationId xmlns:a16="http://schemas.microsoft.com/office/drawing/2014/main" id="{61AA55DF-3E83-A330-FA60-D973840DD79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7" name="Google Shape;1596;p25">
              <a:extLst>
                <a:ext uri="{FF2B5EF4-FFF2-40B4-BE49-F238E27FC236}">
                  <a16:creationId xmlns:a16="http://schemas.microsoft.com/office/drawing/2014/main" id="{D8EF3A25-40A2-451F-FA9E-9ECB47955AB4}"/>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8" name="Google Shape;1597;p25">
              <a:extLst>
                <a:ext uri="{FF2B5EF4-FFF2-40B4-BE49-F238E27FC236}">
                  <a16:creationId xmlns:a16="http://schemas.microsoft.com/office/drawing/2014/main" id="{99CE0196-EC4D-BBF1-6388-9DF8094CC1EA}"/>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9" name="Google Shape;1598;p25">
              <a:extLst>
                <a:ext uri="{FF2B5EF4-FFF2-40B4-BE49-F238E27FC236}">
                  <a16:creationId xmlns:a16="http://schemas.microsoft.com/office/drawing/2014/main" id="{031F4AAE-3B3F-AE86-5DF4-485B3A1B7B8C}"/>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0" name="Google Shape;1599;p25">
              <a:extLst>
                <a:ext uri="{FF2B5EF4-FFF2-40B4-BE49-F238E27FC236}">
                  <a16:creationId xmlns:a16="http://schemas.microsoft.com/office/drawing/2014/main" id="{B6A2EE9A-59FE-368A-73C4-7E4485D71F9B}"/>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1" name="Google Shape;1600;p25">
              <a:extLst>
                <a:ext uri="{FF2B5EF4-FFF2-40B4-BE49-F238E27FC236}">
                  <a16:creationId xmlns:a16="http://schemas.microsoft.com/office/drawing/2014/main" id="{A986D996-EE5F-E12F-1117-320BE016ADCD}"/>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2" name="Google Shape;1601;p25">
              <a:extLst>
                <a:ext uri="{FF2B5EF4-FFF2-40B4-BE49-F238E27FC236}">
                  <a16:creationId xmlns:a16="http://schemas.microsoft.com/office/drawing/2014/main" id="{E4165D4D-0AB0-63D8-52C9-1D54096A3530}"/>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3" name="Google Shape;1602;p25">
              <a:extLst>
                <a:ext uri="{FF2B5EF4-FFF2-40B4-BE49-F238E27FC236}">
                  <a16:creationId xmlns:a16="http://schemas.microsoft.com/office/drawing/2014/main" id="{AACC6932-0D64-E274-364E-5CA7FA0B33E7}"/>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4" name="Google Shape;1603;p25">
              <a:extLst>
                <a:ext uri="{FF2B5EF4-FFF2-40B4-BE49-F238E27FC236}">
                  <a16:creationId xmlns:a16="http://schemas.microsoft.com/office/drawing/2014/main" id="{6DB4189B-7B48-324E-ADE4-BA9BE151DE90}"/>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5" name="Google Shape;1604;p25">
              <a:extLst>
                <a:ext uri="{FF2B5EF4-FFF2-40B4-BE49-F238E27FC236}">
                  <a16:creationId xmlns:a16="http://schemas.microsoft.com/office/drawing/2014/main" id="{2983058D-10CE-3BC1-2BD2-62DCC3F3B5DA}"/>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6" name="Google Shape;1605;p25">
              <a:extLst>
                <a:ext uri="{FF2B5EF4-FFF2-40B4-BE49-F238E27FC236}">
                  <a16:creationId xmlns:a16="http://schemas.microsoft.com/office/drawing/2014/main" id="{83B64DB3-96AB-21C2-38A1-42938CDB34A2}"/>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7" name="Google Shape;1606;p25">
              <a:extLst>
                <a:ext uri="{FF2B5EF4-FFF2-40B4-BE49-F238E27FC236}">
                  <a16:creationId xmlns:a16="http://schemas.microsoft.com/office/drawing/2014/main" id="{8016662A-68E6-64AC-FD01-B828FEC6E1DA}"/>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8" name="Google Shape;1607;p25">
              <a:extLst>
                <a:ext uri="{FF2B5EF4-FFF2-40B4-BE49-F238E27FC236}">
                  <a16:creationId xmlns:a16="http://schemas.microsoft.com/office/drawing/2014/main" id="{EB15AD7B-94FA-93FE-82FE-30428BCF4F44}"/>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9" name="Google Shape;1608;p25">
              <a:extLst>
                <a:ext uri="{FF2B5EF4-FFF2-40B4-BE49-F238E27FC236}">
                  <a16:creationId xmlns:a16="http://schemas.microsoft.com/office/drawing/2014/main" id="{64999684-FEE1-2236-2B22-BDEAEF5D4B7E}"/>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0" name="Google Shape;1609;p25">
              <a:extLst>
                <a:ext uri="{FF2B5EF4-FFF2-40B4-BE49-F238E27FC236}">
                  <a16:creationId xmlns:a16="http://schemas.microsoft.com/office/drawing/2014/main" id="{D4864C8C-21A4-1C08-02B9-4BBE8C1773AE}"/>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1" name="Google Shape;1610;p25">
              <a:extLst>
                <a:ext uri="{FF2B5EF4-FFF2-40B4-BE49-F238E27FC236}">
                  <a16:creationId xmlns:a16="http://schemas.microsoft.com/office/drawing/2014/main" id="{CCA0EACC-4EFA-B477-3EB8-C5292C6BDBD8}"/>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2" name="Google Shape;1611;p25">
              <a:extLst>
                <a:ext uri="{FF2B5EF4-FFF2-40B4-BE49-F238E27FC236}">
                  <a16:creationId xmlns:a16="http://schemas.microsoft.com/office/drawing/2014/main" id="{8D20BB7A-3AEB-6656-92D4-B103CF937E94}"/>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3" name="Google Shape;1612;p25">
              <a:extLst>
                <a:ext uri="{FF2B5EF4-FFF2-40B4-BE49-F238E27FC236}">
                  <a16:creationId xmlns:a16="http://schemas.microsoft.com/office/drawing/2014/main" id="{0DD45122-9887-DB09-2AC6-F11037CBE108}"/>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4" name="Google Shape;1613;p25">
              <a:extLst>
                <a:ext uri="{FF2B5EF4-FFF2-40B4-BE49-F238E27FC236}">
                  <a16:creationId xmlns:a16="http://schemas.microsoft.com/office/drawing/2014/main" id="{0924D10D-FEC5-9871-380B-F86D9DEB3304}"/>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5" name="Google Shape;1614;p25">
              <a:extLst>
                <a:ext uri="{FF2B5EF4-FFF2-40B4-BE49-F238E27FC236}">
                  <a16:creationId xmlns:a16="http://schemas.microsoft.com/office/drawing/2014/main" id="{E782E18B-4A8A-962C-78B9-3A3524E47AE6}"/>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6" name="Google Shape;1615;p25">
              <a:extLst>
                <a:ext uri="{FF2B5EF4-FFF2-40B4-BE49-F238E27FC236}">
                  <a16:creationId xmlns:a16="http://schemas.microsoft.com/office/drawing/2014/main" id="{DD843C4E-762C-638F-D271-645824AB2840}"/>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7" name="Google Shape;1616;p25">
              <a:extLst>
                <a:ext uri="{FF2B5EF4-FFF2-40B4-BE49-F238E27FC236}">
                  <a16:creationId xmlns:a16="http://schemas.microsoft.com/office/drawing/2014/main" id="{C47DB7D4-2C87-68F9-F487-91C41046C9D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8" name="Google Shape;1617;p25">
              <a:extLst>
                <a:ext uri="{FF2B5EF4-FFF2-40B4-BE49-F238E27FC236}">
                  <a16:creationId xmlns:a16="http://schemas.microsoft.com/office/drawing/2014/main" id="{E93E2CFE-A69D-A63E-C0C1-348EE843E268}"/>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9" name="Google Shape;1618;p25">
              <a:extLst>
                <a:ext uri="{FF2B5EF4-FFF2-40B4-BE49-F238E27FC236}">
                  <a16:creationId xmlns:a16="http://schemas.microsoft.com/office/drawing/2014/main" id="{FF9DEB23-D11F-ABD7-0F05-41AFE106B3F2}"/>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0" name="Google Shape;1619;p25">
              <a:extLst>
                <a:ext uri="{FF2B5EF4-FFF2-40B4-BE49-F238E27FC236}">
                  <a16:creationId xmlns:a16="http://schemas.microsoft.com/office/drawing/2014/main" id="{9E786B0A-6AD3-56E5-E1CC-C47EBC98C3A5}"/>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1" name="Google Shape;1620;p25">
              <a:extLst>
                <a:ext uri="{FF2B5EF4-FFF2-40B4-BE49-F238E27FC236}">
                  <a16:creationId xmlns:a16="http://schemas.microsoft.com/office/drawing/2014/main" id="{15BCF2B5-E531-0F3C-76B3-A37DF4F8AD3D}"/>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2" name="Google Shape;1621;p25">
              <a:extLst>
                <a:ext uri="{FF2B5EF4-FFF2-40B4-BE49-F238E27FC236}">
                  <a16:creationId xmlns:a16="http://schemas.microsoft.com/office/drawing/2014/main" id="{A1F98E7E-EDF1-113A-1C9F-FB995718A20F}"/>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3" name="Google Shape;1622;p25">
              <a:extLst>
                <a:ext uri="{FF2B5EF4-FFF2-40B4-BE49-F238E27FC236}">
                  <a16:creationId xmlns:a16="http://schemas.microsoft.com/office/drawing/2014/main" id="{C70C8C5B-AC82-C757-67AF-B668CE73FBE0}"/>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4" name="Google Shape;1623;p25">
              <a:extLst>
                <a:ext uri="{FF2B5EF4-FFF2-40B4-BE49-F238E27FC236}">
                  <a16:creationId xmlns:a16="http://schemas.microsoft.com/office/drawing/2014/main" id="{E437036D-9E82-914E-8408-98040CD704FA}"/>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5" name="Google Shape;1624;p25">
              <a:extLst>
                <a:ext uri="{FF2B5EF4-FFF2-40B4-BE49-F238E27FC236}">
                  <a16:creationId xmlns:a16="http://schemas.microsoft.com/office/drawing/2014/main" id="{3EEBF9D0-787A-6945-ABB8-CE51F635AF4B}"/>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6" name="Google Shape;1625;p25">
              <a:extLst>
                <a:ext uri="{FF2B5EF4-FFF2-40B4-BE49-F238E27FC236}">
                  <a16:creationId xmlns:a16="http://schemas.microsoft.com/office/drawing/2014/main" id="{1D326886-3BEB-058B-B4EF-6AC48790A588}"/>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7" name="Google Shape;1626;p25">
              <a:extLst>
                <a:ext uri="{FF2B5EF4-FFF2-40B4-BE49-F238E27FC236}">
                  <a16:creationId xmlns:a16="http://schemas.microsoft.com/office/drawing/2014/main" id="{85F238F7-3CDF-8395-BE61-D01EC14A6B51}"/>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8" name="Google Shape;1627;p25">
              <a:extLst>
                <a:ext uri="{FF2B5EF4-FFF2-40B4-BE49-F238E27FC236}">
                  <a16:creationId xmlns:a16="http://schemas.microsoft.com/office/drawing/2014/main" id="{AA86E46D-17D0-8787-7AD8-EEFDC218FB40}"/>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9" name="Google Shape;1628;p25">
              <a:extLst>
                <a:ext uri="{FF2B5EF4-FFF2-40B4-BE49-F238E27FC236}">
                  <a16:creationId xmlns:a16="http://schemas.microsoft.com/office/drawing/2014/main" id="{3E46D55B-0F7B-D18F-39E5-7E769FA12FCF}"/>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0" name="Google Shape;1629;p25">
              <a:extLst>
                <a:ext uri="{FF2B5EF4-FFF2-40B4-BE49-F238E27FC236}">
                  <a16:creationId xmlns:a16="http://schemas.microsoft.com/office/drawing/2014/main" id="{B53E9289-DFD9-1AFE-B7C2-9D1B63E98D05}"/>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1" name="Google Shape;1630;p25">
              <a:extLst>
                <a:ext uri="{FF2B5EF4-FFF2-40B4-BE49-F238E27FC236}">
                  <a16:creationId xmlns:a16="http://schemas.microsoft.com/office/drawing/2014/main" id="{3919139E-4735-A77B-6B24-98653419AC39}"/>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2" name="Google Shape;1631;p25">
              <a:extLst>
                <a:ext uri="{FF2B5EF4-FFF2-40B4-BE49-F238E27FC236}">
                  <a16:creationId xmlns:a16="http://schemas.microsoft.com/office/drawing/2014/main" id="{F9C2103F-6A2A-A5C8-E4C3-392095E88A40}"/>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3" name="Google Shape;1632;p25">
              <a:extLst>
                <a:ext uri="{FF2B5EF4-FFF2-40B4-BE49-F238E27FC236}">
                  <a16:creationId xmlns:a16="http://schemas.microsoft.com/office/drawing/2014/main" id="{BFAAB42A-C444-7BA6-E724-8F9E5B793A06}"/>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4" name="Google Shape;1633;p25">
              <a:extLst>
                <a:ext uri="{FF2B5EF4-FFF2-40B4-BE49-F238E27FC236}">
                  <a16:creationId xmlns:a16="http://schemas.microsoft.com/office/drawing/2014/main" id="{24D53840-1810-86B9-663F-4384FCA2459E}"/>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5" name="Google Shape;1634;p25">
              <a:extLst>
                <a:ext uri="{FF2B5EF4-FFF2-40B4-BE49-F238E27FC236}">
                  <a16:creationId xmlns:a16="http://schemas.microsoft.com/office/drawing/2014/main" id="{0B5078E5-A28E-8DB7-F622-4B51E564F54D}"/>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6" name="Google Shape;1635;p25">
              <a:extLst>
                <a:ext uri="{FF2B5EF4-FFF2-40B4-BE49-F238E27FC236}">
                  <a16:creationId xmlns:a16="http://schemas.microsoft.com/office/drawing/2014/main" id="{F2118FC5-8B63-6283-D313-6978EF51034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7" name="Google Shape;1636;p25">
              <a:extLst>
                <a:ext uri="{FF2B5EF4-FFF2-40B4-BE49-F238E27FC236}">
                  <a16:creationId xmlns:a16="http://schemas.microsoft.com/office/drawing/2014/main" id="{028856FF-B139-6CBB-C741-D70B002FF4B2}"/>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8" name="Google Shape;1637;p25">
              <a:extLst>
                <a:ext uri="{FF2B5EF4-FFF2-40B4-BE49-F238E27FC236}">
                  <a16:creationId xmlns:a16="http://schemas.microsoft.com/office/drawing/2014/main" id="{FCDA3192-D21C-2A93-7886-D492966AB361}"/>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9" name="Google Shape;1638;p25">
              <a:extLst>
                <a:ext uri="{FF2B5EF4-FFF2-40B4-BE49-F238E27FC236}">
                  <a16:creationId xmlns:a16="http://schemas.microsoft.com/office/drawing/2014/main" id="{C3F4ED46-62B3-B055-AAFE-CE2E11A8E070}"/>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0" name="Google Shape;1639;p25">
              <a:extLst>
                <a:ext uri="{FF2B5EF4-FFF2-40B4-BE49-F238E27FC236}">
                  <a16:creationId xmlns:a16="http://schemas.microsoft.com/office/drawing/2014/main" id="{503ADC54-6F63-A63C-4CDF-15D455FADADC}"/>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1" name="Google Shape;1640;p25">
              <a:extLst>
                <a:ext uri="{FF2B5EF4-FFF2-40B4-BE49-F238E27FC236}">
                  <a16:creationId xmlns:a16="http://schemas.microsoft.com/office/drawing/2014/main" id="{30E80CB9-9819-F93A-918B-97D80F34173D}"/>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2" name="Google Shape;1641;p25">
              <a:extLst>
                <a:ext uri="{FF2B5EF4-FFF2-40B4-BE49-F238E27FC236}">
                  <a16:creationId xmlns:a16="http://schemas.microsoft.com/office/drawing/2014/main" id="{B4C22AD3-A01A-6B14-E9CC-FE4F29EDD8C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3" name="Google Shape;1642;p25">
              <a:extLst>
                <a:ext uri="{FF2B5EF4-FFF2-40B4-BE49-F238E27FC236}">
                  <a16:creationId xmlns:a16="http://schemas.microsoft.com/office/drawing/2014/main" id="{7CEC9EB1-862D-EFFD-6FE9-636DEFFEC4EF}"/>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4" name="Google Shape;1643;p25">
              <a:extLst>
                <a:ext uri="{FF2B5EF4-FFF2-40B4-BE49-F238E27FC236}">
                  <a16:creationId xmlns:a16="http://schemas.microsoft.com/office/drawing/2014/main" id="{73D9D44B-A0B7-38E7-8FB6-F59F83B22E5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595" name="Google Shape;3420;p72">
            <a:extLst>
              <a:ext uri="{FF2B5EF4-FFF2-40B4-BE49-F238E27FC236}">
                <a16:creationId xmlns:a16="http://schemas.microsoft.com/office/drawing/2014/main" id="{2C18B115-396C-24E1-E818-111D104BDF70}"/>
              </a:ext>
            </a:extLst>
          </p:cNvPr>
          <p:cNvSpPr/>
          <p:nvPr/>
        </p:nvSpPr>
        <p:spPr>
          <a:xfrm>
            <a:off x="13593480" y="2807828"/>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CAR5</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MAZDA</a:t>
            </a:r>
            <a:endParaRPr lang="ar-EG" sz="1200" kern="0" dirty="0">
              <a:solidFill>
                <a:schemeClr val="bg1"/>
              </a:solidFill>
              <a:latin typeface="Arial"/>
              <a:cs typeface="Arial"/>
              <a:sym typeface="Arial"/>
            </a:endParaRPr>
          </a:p>
          <a:p>
            <a:pPr defTabSz="1219170">
              <a:buClr>
                <a:srgbClr val="000000"/>
              </a:buClr>
            </a:pPr>
            <a:r>
              <a:rPr lang="ar-EG" sz="1200" kern="0" dirty="0">
                <a:solidFill>
                  <a:schemeClr val="bg1"/>
                </a:solidFill>
                <a:latin typeface="Arial"/>
                <a:cs typeface="Arial"/>
                <a:sym typeface="Arial"/>
              </a:rPr>
              <a:t>3</a:t>
            </a:r>
            <a:endParaRPr lang="en-US" sz="1200"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1</a:t>
            </a:r>
            <a:r>
              <a:rPr lang="ar-EG" sz="1200" kern="0" dirty="0">
                <a:solidFill>
                  <a:schemeClr val="bg1"/>
                </a:solidFill>
                <a:latin typeface="Arial"/>
                <a:cs typeface="Arial"/>
                <a:sym typeface="Arial"/>
              </a:rPr>
              <a:t>9</a:t>
            </a:r>
            <a:r>
              <a:rPr lang="en-US" sz="1200" kern="0" dirty="0">
                <a:solidFill>
                  <a:schemeClr val="bg1"/>
                </a:solidFill>
                <a:latin typeface="Arial"/>
                <a:cs typeface="Arial"/>
                <a:sym typeface="Arial"/>
              </a:rPr>
              <a:t>0 KM/H</a:t>
            </a:r>
          </a:p>
        </p:txBody>
      </p:sp>
      <p:sp>
        <p:nvSpPr>
          <p:cNvPr id="3596" name="Google Shape;3420;p72">
            <a:extLst>
              <a:ext uri="{FF2B5EF4-FFF2-40B4-BE49-F238E27FC236}">
                <a16:creationId xmlns:a16="http://schemas.microsoft.com/office/drawing/2014/main" id="{04FC9620-96EA-B033-101C-480A5CD780E4}"/>
              </a:ext>
            </a:extLst>
          </p:cNvPr>
          <p:cNvSpPr/>
          <p:nvPr/>
        </p:nvSpPr>
        <p:spPr>
          <a:xfrm>
            <a:off x="3372970" y="7488564"/>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CAR7</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SUBARU</a:t>
            </a:r>
          </a:p>
          <a:p>
            <a:pPr defTabSz="1219170">
              <a:buClr>
                <a:srgbClr val="000000"/>
              </a:buClr>
            </a:pPr>
            <a:r>
              <a:rPr lang="en-US" sz="1200" kern="0" dirty="0">
                <a:solidFill>
                  <a:schemeClr val="bg1"/>
                </a:solidFill>
                <a:latin typeface="Arial"/>
                <a:cs typeface="Arial"/>
                <a:sym typeface="Arial"/>
              </a:rPr>
              <a:t>OUTBACK</a:t>
            </a:r>
          </a:p>
          <a:p>
            <a:pPr defTabSz="1219170">
              <a:buClr>
                <a:srgbClr val="000000"/>
              </a:buClr>
            </a:pPr>
            <a:r>
              <a:rPr lang="en-US" sz="1200" kern="0" dirty="0">
                <a:solidFill>
                  <a:schemeClr val="bg1"/>
                </a:solidFill>
                <a:latin typeface="Arial"/>
                <a:cs typeface="Arial"/>
                <a:sym typeface="Arial"/>
              </a:rPr>
              <a:t>200 KM/H</a:t>
            </a:r>
          </a:p>
        </p:txBody>
      </p:sp>
      <p:sp>
        <p:nvSpPr>
          <p:cNvPr id="3597" name="Google Shape;3420;p72">
            <a:extLst>
              <a:ext uri="{FF2B5EF4-FFF2-40B4-BE49-F238E27FC236}">
                <a16:creationId xmlns:a16="http://schemas.microsoft.com/office/drawing/2014/main" id="{B4DCDA85-B4F5-8283-DE6B-52515527F921}"/>
              </a:ext>
            </a:extLst>
          </p:cNvPr>
          <p:cNvSpPr/>
          <p:nvPr/>
        </p:nvSpPr>
        <p:spPr>
          <a:xfrm>
            <a:off x="1524000" y="7488564"/>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CAR6</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AUDI</a:t>
            </a:r>
          </a:p>
          <a:p>
            <a:pPr defTabSz="1219170">
              <a:buClr>
                <a:srgbClr val="000000"/>
              </a:buClr>
            </a:pPr>
            <a:r>
              <a:rPr lang="en-US" sz="1200" kern="0" dirty="0">
                <a:solidFill>
                  <a:schemeClr val="bg1"/>
                </a:solidFill>
                <a:latin typeface="Arial"/>
                <a:cs typeface="Arial"/>
                <a:sym typeface="Arial"/>
              </a:rPr>
              <a:t>A4</a:t>
            </a:r>
          </a:p>
          <a:p>
            <a:pPr defTabSz="1219170">
              <a:buClr>
                <a:srgbClr val="000000"/>
              </a:buClr>
            </a:pPr>
            <a:r>
              <a:rPr lang="en-US" sz="1200" kern="0" dirty="0">
                <a:solidFill>
                  <a:schemeClr val="bg1"/>
                </a:solidFill>
                <a:latin typeface="Arial"/>
                <a:cs typeface="Arial"/>
                <a:sym typeface="Arial"/>
              </a:rPr>
              <a:t>240 KM/H</a:t>
            </a:r>
          </a:p>
        </p:txBody>
      </p:sp>
      <p:sp>
        <p:nvSpPr>
          <p:cNvPr id="3598" name="Google Shape;3420;p72">
            <a:extLst>
              <a:ext uri="{FF2B5EF4-FFF2-40B4-BE49-F238E27FC236}">
                <a16:creationId xmlns:a16="http://schemas.microsoft.com/office/drawing/2014/main" id="{8EE86B0B-9341-B51F-58CF-862D9FC6D366}"/>
              </a:ext>
            </a:extLst>
          </p:cNvPr>
          <p:cNvSpPr/>
          <p:nvPr/>
        </p:nvSpPr>
        <p:spPr>
          <a:xfrm>
            <a:off x="7070910" y="7488562"/>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CAR9</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PORSCHE</a:t>
            </a:r>
          </a:p>
          <a:p>
            <a:pPr defTabSz="1219170">
              <a:buClr>
                <a:srgbClr val="000000"/>
              </a:buClr>
            </a:pPr>
            <a:r>
              <a:rPr lang="en-US" sz="1200" kern="0" dirty="0">
                <a:solidFill>
                  <a:schemeClr val="bg1"/>
                </a:solidFill>
                <a:latin typeface="Arial"/>
                <a:cs typeface="Arial"/>
                <a:sym typeface="Arial"/>
              </a:rPr>
              <a:t>911</a:t>
            </a:r>
          </a:p>
          <a:p>
            <a:pPr defTabSz="1219170">
              <a:buClr>
                <a:srgbClr val="000000"/>
              </a:buClr>
            </a:pPr>
            <a:r>
              <a:rPr lang="en-US" sz="1200" kern="0" dirty="0">
                <a:solidFill>
                  <a:schemeClr val="bg1"/>
                </a:solidFill>
                <a:latin typeface="Arial"/>
                <a:cs typeface="Arial"/>
                <a:sym typeface="Arial"/>
              </a:rPr>
              <a:t>320 KM/H</a:t>
            </a:r>
          </a:p>
        </p:txBody>
      </p:sp>
      <p:sp>
        <p:nvSpPr>
          <p:cNvPr id="3599" name="Google Shape;3420;p72">
            <a:extLst>
              <a:ext uri="{FF2B5EF4-FFF2-40B4-BE49-F238E27FC236}">
                <a16:creationId xmlns:a16="http://schemas.microsoft.com/office/drawing/2014/main" id="{0CD4BEB9-1FEF-02A1-3EDB-32ABA6505E97}"/>
              </a:ext>
            </a:extLst>
          </p:cNvPr>
          <p:cNvSpPr/>
          <p:nvPr/>
        </p:nvSpPr>
        <p:spPr>
          <a:xfrm>
            <a:off x="5221940" y="7488563"/>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CAR8</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HYUNDAI</a:t>
            </a:r>
          </a:p>
          <a:p>
            <a:pPr defTabSz="1219170">
              <a:buClr>
                <a:srgbClr val="000000"/>
              </a:buClr>
            </a:pPr>
            <a:r>
              <a:rPr lang="en-US" sz="1200" kern="0" dirty="0">
                <a:solidFill>
                  <a:schemeClr val="bg1"/>
                </a:solidFill>
                <a:latin typeface="Arial"/>
                <a:cs typeface="Arial"/>
                <a:sym typeface="Arial"/>
              </a:rPr>
              <a:t>ELANTRA</a:t>
            </a:r>
          </a:p>
          <a:p>
            <a:pPr defTabSz="1219170">
              <a:buClr>
                <a:srgbClr val="000000"/>
              </a:buClr>
            </a:pPr>
            <a:r>
              <a:rPr lang="en-US" sz="1200" kern="0" dirty="0">
                <a:solidFill>
                  <a:schemeClr val="bg1"/>
                </a:solidFill>
                <a:latin typeface="Arial"/>
                <a:cs typeface="Arial"/>
                <a:sym typeface="Arial"/>
              </a:rPr>
              <a:t>185 KM/H</a:t>
            </a:r>
          </a:p>
        </p:txBody>
      </p:sp>
      <p:sp>
        <p:nvSpPr>
          <p:cNvPr id="3600" name="Google Shape;3420;p72">
            <a:extLst>
              <a:ext uri="{FF2B5EF4-FFF2-40B4-BE49-F238E27FC236}">
                <a16:creationId xmlns:a16="http://schemas.microsoft.com/office/drawing/2014/main" id="{4073CBBE-F9B1-06D7-2E20-BA54141C0C18}"/>
              </a:ext>
            </a:extLst>
          </p:cNvPr>
          <p:cNvSpPr/>
          <p:nvPr/>
        </p:nvSpPr>
        <p:spPr>
          <a:xfrm>
            <a:off x="8919880" y="7488561"/>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a:t>
            </a:r>
          </a:p>
          <a:p>
            <a:pPr defTabSz="1219170">
              <a:buClr>
                <a:srgbClr val="000000"/>
              </a:buClr>
            </a:pPr>
            <a:r>
              <a:rPr lang="en-US" sz="1200" kern="0" dirty="0">
                <a:solidFill>
                  <a:schemeClr val="bg1"/>
                </a:solidFill>
                <a:latin typeface="Arial"/>
                <a:cs typeface="Arial"/>
                <a:sym typeface="Arial"/>
              </a:rPr>
              <a:t>…</a:t>
            </a:r>
          </a:p>
          <a:p>
            <a:pPr defTabSz="1219170">
              <a:buClr>
                <a:srgbClr val="000000"/>
              </a:buClr>
            </a:pPr>
            <a:r>
              <a:rPr lang="en-US" sz="1200" kern="0" dirty="0">
                <a:solidFill>
                  <a:schemeClr val="bg1"/>
                </a:solidFill>
                <a:latin typeface="Arial"/>
                <a:cs typeface="Arial"/>
                <a:sym typeface="Arial"/>
              </a:rPr>
              <a:t>…</a:t>
            </a:r>
          </a:p>
        </p:txBody>
      </p:sp>
      <p:grpSp>
        <p:nvGrpSpPr>
          <p:cNvPr id="3601" name="Google Shape;2125;p33">
            <a:extLst>
              <a:ext uri="{FF2B5EF4-FFF2-40B4-BE49-F238E27FC236}">
                <a16:creationId xmlns:a16="http://schemas.microsoft.com/office/drawing/2014/main" id="{74A639C8-5AD9-EC66-A13A-FF3992CB3211}"/>
              </a:ext>
            </a:extLst>
          </p:cNvPr>
          <p:cNvGrpSpPr/>
          <p:nvPr/>
        </p:nvGrpSpPr>
        <p:grpSpPr>
          <a:xfrm flipH="1">
            <a:off x="11241018" y="7488561"/>
            <a:ext cx="4962601" cy="16181231"/>
            <a:chOff x="-3170262" y="3452177"/>
            <a:chExt cx="3721951" cy="12135923"/>
          </a:xfrm>
        </p:grpSpPr>
        <p:sp>
          <p:nvSpPr>
            <p:cNvPr id="3602" name="Google Shape;2126;p33">
              <a:extLst>
                <a:ext uri="{FF2B5EF4-FFF2-40B4-BE49-F238E27FC236}">
                  <a16:creationId xmlns:a16="http://schemas.microsoft.com/office/drawing/2014/main" id="{389C6A0F-595D-3B8C-2C5E-971AA809333B}"/>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3" name="Google Shape;2127;p33">
              <a:extLst>
                <a:ext uri="{FF2B5EF4-FFF2-40B4-BE49-F238E27FC236}">
                  <a16:creationId xmlns:a16="http://schemas.microsoft.com/office/drawing/2014/main" id="{27339513-252B-6718-3519-4122DF700E05}"/>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4" name="Google Shape;2128;p33">
              <a:extLst>
                <a:ext uri="{FF2B5EF4-FFF2-40B4-BE49-F238E27FC236}">
                  <a16:creationId xmlns:a16="http://schemas.microsoft.com/office/drawing/2014/main" id="{E363C802-42F5-B292-A025-060F853A5C66}"/>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5" name="Google Shape;2129;p33">
              <a:extLst>
                <a:ext uri="{FF2B5EF4-FFF2-40B4-BE49-F238E27FC236}">
                  <a16:creationId xmlns:a16="http://schemas.microsoft.com/office/drawing/2014/main" id="{A8C3DA73-093D-C585-6DE3-D32865CFA4A6}"/>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6" name="Google Shape;2130;p33">
              <a:extLst>
                <a:ext uri="{FF2B5EF4-FFF2-40B4-BE49-F238E27FC236}">
                  <a16:creationId xmlns:a16="http://schemas.microsoft.com/office/drawing/2014/main" id="{9F863D31-0754-8223-A828-83015B0E8731}"/>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7" name="Google Shape;2131;p33">
              <a:extLst>
                <a:ext uri="{FF2B5EF4-FFF2-40B4-BE49-F238E27FC236}">
                  <a16:creationId xmlns:a16="http://schemas.microsoft.com/office/drawing/2014/main" id="{34054E3D-114A-0532-C545-93B07EC380E9}"/>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8" name="Google Shape;2132;p33">
              <a:extLst>
                <a:ext uri="{FF2B5EF4-FFF2-40B4-BE49-F238E27FC236}">
                  <a16:creationId xmlns:a16="http://schemas.microsoft.com/office/drawing/2014/main" id="{D62B9E3A-F01C-8700-5FA0-0A04462E9A21}"/>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9" name="Google Shape;2133;p33">
              <a:extLst>
                <a:ext uri="{FF2B5EF4-FFF2-40B4-BE49-F238E27FC236}">
                  <a16:creationId xmlns:a16="http://schemas.microsoft.com/office/drawing/2014/main" id="{3EDD7F94-F526-B56E-4665-62B789E2BDD7}"/>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0" name="Google Shape;2134;p33">
              <a:extLst>
                <a:ext uri="{FF2B5EF4-FFF2-40B4-BE49-F238E27FC236}">
                  <a16:creationId xmlns:a16="http://schemas.microsoft.com/office/drawing/2014/main" id="{0E0E8242-94CD-FA12-CA27-3547A4F0DFCB}"/>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1" name="Google Shape;2135;p33">
              <a:extLst>
                <a:ext uri="{FF2B5EF4-FFF2-40B4-BE49-F238E27FC236}">
                  <a16:creationId xmlns:a16="http://schemas.microsoft.com/office/drawing/2014/main" id="{DCCC3E30-676A-DCA6-2E53-007721C1B486}"/>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2" name="Google Shape;2136;p33">
              <a:extLst>
                <a:ext uri="{FF2B5EF4-FFF2-40B4-BE49-F238E27FC236}">
                  <a16:creationId xmlns:a16="http://schemas.microsoft.com/office/drawing/2014/main" id="{E711719A-FFD9-1018-814E-8FF83D3B9545}"/>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3" name="Google Shape;2137;p33">
              <a:extLst>
                <a:ext uri="{FF2B5EF4-FFF2-40B4-BE49-F238E27FC236}">
                  <a16:creationId xmlns:a16="http://schemas.microsoft.com/office/drawing/2014/main" id="{FDC6DA67-0E9A-BCE5-5FE6-B7DD6DB9E4BA}"/>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4" name="Google Shape;2138;p33">
              <a:extLst>
                <a:ext uri="{FF2B5EF4-FFF2-40B4-BE49-F238E27FC236}">
                  <a16:creationId xmlns:a16="http://schemas.microsoft.com/office/drawing/2014/main" id="{CB3F39DA-C21D-8EFB-E694-F2B39F3874C3}"/>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5" name="Google Shape;2139;p33">
              <a:extLst>
                <a:ext uri="{FF2B5EF4-FFF2-40B4-BE49-F238E27FC236}">
                  <a16:creationId xmlns:a16="http://schemas.microsoft.com/office/drawing/2014/main" id="{2C44A964-A30F-F716-68AA-2453FD726F8B}"/>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6" name="Google Shape;2140;p33">
              <a:extLst>
                <a:ext uri="{FF2B5EF4-FFF2-40B4-BE49-F238E27FC236}">
                  <a16:creationId xmlns:a16="http://schemas.microsoft.com/office/drawing/2014/main" id="{DE93C8E2-C25B-3938-DC63-B18379074E18}"/>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7" name="Google Shape;2141;p33">
              <a:extLst>
                <a:ext uri="{FF2B5EF4-FFF2-40B4-BE49-F238E27FC236}">
                  <a16:creationId xmlns:a16="http://schemas.microsoft.com/office/drawing/2014/main" id="{ED8B924C-BF7B-315E-4E8D-772EC2C20DFA}"/>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8" name="Google Shape;2142;p33">
              <a:extLst>
                <a:ext uri="{FF2B5EF4-FFF2-40B4-BE49-F238E27FC236}">
                  <a16:creationId xmlns:a16="http://schemas.microsoft.com/office/drawing/2014/main" id="{96E3D129-7D0A-978A-82D3-7815961BAFF6}"/>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9" name="Google Shape;2143;p33">
              <a:extLst>
                <a:ext uri="{FF2B5EF4-FFF2-40B4-BE49-F238E27FC236}">
                  <a16:creationId xmlns:a16="http://schemas.microsoft.com/office/drawing/2014/main" id="{D700AA35-35B0-43B7-EFE7-3399C32CD9FA}"/>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0" name="Google Shape;2144;p33">
              <a:extLst>
                <a:ext uri="{FF2B5EF4-FFF2-40B4-BE49-F238E27FC236}">
                  <a16:creationId xmlns:a16="http://schemas.microsoft.com/office/drawing/2014/main" id="{C7A51123-E1F5-6E42-A90D-A50E16A2BFF3}"/>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1" name="Google Shape;2145;p33">
              <a:extLst>
                <a:ext uri="{FF2B5EF4-FFF2-40B4-BE49-F238E27FC236}">
                  <a16:creationId xmlns:a16="http://schemas.microsoft.com/office/drawing/2014/main" id="{D7274201-BE5B-AD77-46A4-91C243A35147}"/>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2" name="Google Shape;2146;p33">
              <a:extLst>
                <a:ext uri="{FF2B5EF4-FFF2-40B4-BE49-F238E27FC236}">
                  <a16:creationId xmlns:a16="http://schemas.microsoft.com/office/drawing/2014/main" id="{E5C25BE1-4B6D-356C-A85E-3C961FBE0742}"/>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3" name="Google Shape;2147;p33">
              <a:extLst>
                <a:ext uri="{FF2B5EF4-FFF2-40B4-BE49-F238E27FC236}">
                  <a16:creationId xmlns:a16="http://schemas.microsoft.com/office/drawing/2014/main" id="{9C1937A5-2C12-39D0-9224-AB044EA02EAC}"/>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4" name="Google Shape;2148;p33">
              <a:extLst>
                <a:ext uri="{FF2B5EF4-FFF2-40B4-BE49-F238E27FC236}">
                  <a16:creationId xmlns:a16="http://schemas.microsoft.com/office/drawing/2014/main" id="{628379DA-6AE6-0757-E91E-5EECF00003B9}"/>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5" name="Google Shape;2149;p33">
              <a:extLst>
                <a:ext uri="{FF2B5EF4-FFF2-40B4-BE49-F238E27FC236}">
                  <a16:creationId xmlns:a16="http://schemas.microsoft.com/office/drawing/2014/main" id="{B8853B52-54E5-408A-C25E-6EDA492704E5}"/>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6" name="Google Shape;2150;p33">
              <a:extLst>
                <a:ext uri="{FF2B5EF4-FFF2-40B4-BE49-F238E27FC236}">
                  <a16:creationId xmlns:a16="http://schemas.microsoft.com/office/drawing/2014/main" id="{3F4E4656-8791-B267-703B-A20EE1A01489}"/>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7" name="Google Shape;2151;p33">
              <a:extLst>
                <a:ext uri="{FF2B5EF4-FFF2-40B4-BE49-F238E27FC236}">
                  <a16:creationId xmlns:a16="http://schemas.microsoft.com/office/drawing/2014/main" id="{ECB70BC4-7D31-AF41-EF94-F1C8981F6FFF}"/>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8" name="Google Shape;2152;p33">
              <a:extLst>
                <a:ext uri="{FF2B5EF4-FFF2-40B4-BE49-F238E27FC236}">
                  <a16:creationId xmlns:a16="http://schemas.microsoft.com/office/drawing/2014/main" id="{74418430-0F48-06AC-A625-AA5EDF772F89}"/>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9" name="Google Shape;2153;p33">
              <a:extLst>
                <a:ext uri="{FF2B5EF4-FFF2-40B4-BE49-F238E27FC236}">
                  <a16:creationId xmlns:a16="http://schemas.microsoft.com/office/drawing/2014/main" id="{E6DFAAD5-5697-8F01-1699-7DCFD4E36188}"/>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0" name="Google Shape;2154;p33">
              <a:extLst>
                <a:ext uri="{FF2B5EF4-FFF2-40B4-BE49-F238E27FC236}">
                  <a16:creationId xmlns:a16="http://schemas.microsoft.com/office/drawing/2014/main" id="{31B96354-B51F-6320-EA9B-58C36760CA06}"/>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1" name="Google Shape;2155;p33">
              <a:extLst>
                <a:ext uri="{FF2B5EF4-FFF2-40B4-BE49-F238E27FC236}">
                  <a16:creationId xmlns:a16="http://schemas.microsoft.com/office/drawing/2014/main" id="{B6E988D1-3005-28BB-7C9A-E112FA202C83}"/>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2" name="Google Shape;2156;p33">
              <a:extLst>
                <a:ext uri="{FF2B5EF4-FFF2-40B4-BE49-F238E27FC236}">
                  <a16:creationId xmlns:a16="http://schemas.microsoft.com/office/drawing/2014/main" id="{298E494F-FD0E-C2B4-D88E-449B72565F96}"/>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3" name="Google Shape;2157;p33">
              <a:extLst>
                <a:ext uri="{FF2B5EF4-FFF2-40B4-BE49-F238E27FC236}">
                  <a16:creationId xmlns:a16="http://schemas.microsoft.com/office/drawing/2014/main" id="{728BAE68-2E15-AE1C-DB01-98B5067F9858}"/>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4" name="Google Shape;2158;p33">
              <a:extLst>
                <a:ext uri="{FF2B5EF4-FFF2-40B4-BE49-F238E27FC236}">
                  <a16:creationId xmlns:a16="http://schemas.microsoft.com/office/drawing/2014/main" id="{BCE39D89-6511-46BF-63FF-4E2A2651EC1B}"/>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5" name="Google Shape;2159;p33">
              <a:extLst>
                <a:ext uri="{FF2B5EF4-FFF2-40B4-BE49-F238E27FC236}">
                  <a16:creationId xmlns:a16="http://schemas.microsoft.com/office/drawing/2014/main" id="{15628059-3C53-7860-5285-C26F7B42275F}"/>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6" name="Google Shape;2160;p33">
              <a:extLst>
                <a:ext uri="{FF2B5EF4-FFF2-40B4-BE49-F238E27FC236}">
                  <a16:creationId xmlns:a16="http://schemas.microsoft.com/office/drawing/2014/main" id="{2EF4D856-8775-C9F5-F76F-BD7BF157FBCB}"/>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7" name="Google Shape;2161;p33">
              <a:extLst>
                <a:ext uri="{FF2B5EF4-FFF2-40B4-BE49-F238E27FC236}">
                  <a16:creationId xmlns:a16="http://schemas.microsoft.com/office/drawing/2014/main" id="{36F19DD0-9168-6679-670C-B95F228EEC0F}"/>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8" name="Google Shape;2162;p33">
              <a:extLst>
                <a:ext uri="{FF2B5EF4-FFF2-40B4-BE49-F238E27FC236}">
                  <a16:creationId xmlns:a16="http://schemas.microsoft.com/office/drawing/2014/main" id="{062018EB-5A99-F2A6-EF0F-E682768E1620}"/>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9" name="Google Shape;2163;p33">
              <a:extLst>
                <a:ext uri="{FF2B5EF4-FFF2-40B4-BE49-F238E27FC236}">
                  <a16:creationId xmlns:a16="http://schemas.microsoft.com/office/drawing/2014/main" id="{32A49731-C49F-333C-C600-7D3210163184}"/>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0" name="Google Shape;2164;p33">
              <a:extLst>
                <a:ext uri="{FF2B5EF4-FFF2-40B4-BE49-F238E27FC236}">
                  <a16:creationId xmlns:a16="http://schemas.microsoft.com/office/drawing/2014/main" id="{F8B39CD9-12C6-6CA4-5EDD-09BF0A18A0C8}"/>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1" name="Google Shape;2165;p33">
              <a:extLst>
                <a:ext uri="{FF2B5EF4-FFF2-40B4-BE49-F238E27FC236}">
                  <a16:creationId xmlns:a16="http://schemas.microsoft.com/office/drawing/2014/main" id="{4EEB44AC-2DF9-4747-470F-317C0A13AACF}"/>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2" name="Google Shape;2166;p33">
              <a:extLst>
                <a:ext uri="{FF2B5EF4-FFF2-40B4-BE49-F238E27FC236}">
                  <a16:creationId xmlns:a16="http://schemas.microsoft.com/office/drawing/2014/main" id="{C34E72B0-9E48-DCAF-5889-A186B853170B}"/>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3" name="Google Shape;2167;p33">
              <a:extLst>
                <a:ext uri="{FF2B5EF4-FFF2-40B4-BE49-F238E27FC236}">
                  <a16:creationId xmlns:a16="http://schemas.microsoft.com/office/drawing/2014/main" id="{2D031496-8FC7-BDA2-5DAB-A5BC574D88D6}"/>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4" name="Google Shape;2168;p33">
              <a:extLst>
                <a:ext uri="{FF2B5EF4-FFF2-40B4-BE49-F238E27FC236}">
                  <a16:creationId xmlns:a16="http://schemas.microsoft.com/office/drawing/2014/main" id="{DF7CDED7-0A33-7AE3-45A0-6DD407184556}"/>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5" name="Google Shape;2169;p33">
              <a:extLst>
                <a:ext uri="{FF2B5EF4-FFF2-40B4-BE49-F238E27FC236}">
                  <a16:creationId xmlns:a16="http://schemas.microsoft.com/office/drawing/2014/main" id="{99CF2DA6-F57A-5391-5768-7727F9E731FB}"/>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6" name="Google Shape;2170;p33">
              <a:extLst>
                <a:ext uri="{FF2B5EF4-FFF2-40B4-BE49-F238E27FC236}">
                  <a16:creationId xmlns:a16="http://schemas.microsoft.com/office/drawing/2014/main" id="{285B27C0-2E9A-2399-78CC-D167D68D60DE}"/>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7" name="Google Shape;2171;p33">
              <a:extLst>
                <a:ext uri="{FF2B5EF4-FFF2-40B4-BE49-F238E27FC236}">
                  <a16:creationId xmlns:a16="http://schemas.microsoft.com/office/drawing/2014/main" id="{6C5A5AC6-B106-2CCA-F00C-8C4AFAC65824}"/>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8" name="Google Shape;2172;p33">
              <a:extLst>
                <a:ext uri="{FF2B5EF4-FFF2-40B4-BE49-F238E27FC236}">
                  <a16:creationId xmlns:a16="http://schemas.microsoft.com/office/drawing/2014/main" id="{352BE3F3-F681-93D9-D3C2-0BD22D625791}"/>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9" name="Google Shape;2173;p33">
              <a:extLst>
                <a:ext uri="{FF2B5EF4-FFF2-40B4-BE49-F238E27FC236}">
                  <a16:creationId xmlns:a16="http://schemas.microsoft.com/office/drawing/2014/main" id="{836D8B65-10B7-92DA-E7C3-673FC2D1B4E6}"/>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0" name="Google Shape;2174;p33">
              <a:extLst>
                <a:ext uri="{FF2B5EF4-FFF2-40B4-BE49-F238E27FC236}">
                  <a16:creationId xmlns:a16="http://schemas.microsoft.com/office/drawing/2014/main" id="{00DA65C6-CD63-B1F3-53AD-80F321A3A7CF}"/>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1" name="Google Shape;2175;p33">
              <a:extLst>
                <a:ext uri="{FF2B5EF4-FFF2-40B4-BE49-F238E27FC236}">
                  <a16:creationId xmlns:a16="http://schemas.microsoft.com/office/drawing/2014/main" id="{24122F43-D625-CC5B-A8AF-4250BE94CF1A}"/>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2" name="Google Shape;2176;p33">
              <a:extLst>
                <a:ext uri="{FF2B5EF4-FFF2-40B4-BE49-F238E27FC236}">
                  <a16:creationId xmlns:a16="http://schemas.microsoft.com/office/drawing/2014/main" id="{4F7FE603-7A8C-423B-5569-90710C0F47B7}"/>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3" name="Google Shape;2177;p33">
              <a:extLst>
                <a:ext uri="{FF2B5EF4-FFF2-40B4-BE49-F238E27FC236}">
                  <a16:creationId xmlns:a16="http://schemas.microsoft.com/office/drawing/2014/main" id="{2E7DFE0D-DFC7-DFD9-5298-5EFE6913E0C5}"/>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4" name="Google Shape;2178;p33">
              <a:extLst>
                <a:ext uri="{FF2B5EF4-FFF2-40B4-BE49-F238E27FC236}">
                  <a16:creationId xmlns:a16="http://schemas.microsoft.com/office/drawing/2014/main" id="{7DA79BD7-03D2-D70D-2BC9-C0EA10E4CA8F}"/>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5" name="Google Shape;2179;p33">
              <a:extLst>
                <a:ext uri="{FF2B5EF4-FFF2-40B4-BE49-F238E27FC236}">
                  <a16:creationId xmlns:a16="http://schemas.microsoft.com/office/drawing/2014/main" id="{AD60927A-CCC7-CD77-7153-2520AAC3EBB8}"/>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6" name="Google Shape;2180;p33">
              <a:extLst>
                <a:ext uri="{FF2B5EF4-FFF2-40B4-BE49-F238E27FC236}">
                  <a16:creationId xmlns:a16="http://schemas.microsoft.com/office/drawing/2014/main" id="{E8EBFF42-7A46-471E-EE52-3257629D5F09}"/>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7" name="Google Shape;2181;p33">
              <a:extLst>
                <a:ext uri="{FF2B5EF4-FFF2-40B4-BE49-F238E27FC236}">
                  <a16:creationId xmlns:a16="http://schemas.microsoft.com/office/drawing/2014/main" id="{4E587878-3E18-335F-0553-95657FFB2560}"/>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58" name="Google Shape;2182;p33">
            <a:extLst>
              <a:ext uri="{FF2B5EF4-FFF2-40B4-BE49-F238E27FC236}">
                <a16:creationId xmlns:a16="http://schemas.microsoft.com/office/drawing/2014/main" id="{938514CD-742F-5D37-21A6-F9F289D5EA17}"/>
              </a:ext>
            </a:extLst>
          </p:cNvPr>
          <p:cNvGrpSpPr/>
          <p:nvPr/>
        </p:nvGrpSpPr>
        <p:grpSpPr>
          <a:xfrm>
            <a:off x="-4091982" y="7488561"/>
            <a:ext cx="4962601" cy="12537460"/>
            <a:chOff x="-7394687" y="-2183642"/>
            <a:chExt cx="3721951" cy="9403095"/>
          </a:xfrm>
        </p:grpSpPr>
        <p:sp>
          <p:nvSpPr>
            <p:cNvPr id="3659" name="Google Shape;2183;p33">
              <a:extLst>
                <a:ext uri="{FF2B5EF4-FFF2-40B4-BE49-F238E27FC236}">
                  <a16:creationId xmlns:a16="http://schemas.microsoft.com/office/drawing/2014/main" id="{4874C069-0938-9049-15B2-5B8E522EB073}"/>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0" name="Google Shape;2184;p33">
              <a:extLst>
                <a:ext uri="{FF2B5EF4-FFF2-40B4-BE49-F238E27FC236}">
                  <a16:creationId xmlns:a16="http://schemas.microsoft.com/office/drawing/2014/main" id="{8450DB2C-5E3C-493B-1D6B-1DD0DB24EDBB}"/>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1" name="Google Shape;2185;p33">
              <a:extLst>
                <a:ext uri="{FF2B5EF4-FFF2-40B4-BE49-F238E27FC236}">
                  <a16:creationId xmlns:a16="http://schemas.microsoft.com/office/drawing/2014/main" id="{6ABD9422-C687-7270-3041-1A481CD3E765}"/>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2" name="Google Shape;2186;p33">
              <a:extLst>
                <a:ext uri="{FF2B5EF4-FFF2-40B4-BE49-F238E27FC236}">
                  <a16:creationId xmlns:a16="http://schemas.microsoft.com/office/drawing/2014/main" id="{5BBB4BB1-C22A-C7FB-F068-02FF1F95513F}"/>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3" name="Google Shape;2187;p33">
              <a:extLst>
                <a:ext uri="{FF2B5EF4-FFF2-40B4-BE49-F238E27FC236}">
                  <a16:creationId xmlns:a16="http://schemas.microsoft.com/office/drawing/2014/main" id="{8E150215-82F2-D44B-27EA-4FE32B617FBE}"/>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4" name="Google Shape;2188;p33">
              <a:extLst>
                <a:ext uri="{FF2B5EF4-FFF2-40B4-BE49-F238E27FC236}">
                  <a16:creationId xmlns:a16="http://schemas.microsoft.com/office/drawing/2014/main" id="{3419D63F-0B0B-F7BD-FC7C-530033667DFA}"/>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5" name="Google Shape;2189;p33">
              <a:extLst>
                <a:ext uri="{FF2B5EF4-FFF2-40B4-BE49-F238E27FC236}">
                  <a16:creationId xmlns:a16="http://schemas.microsoft.com/office/drawing/2014/main" id="{F1D73948-55F4-F9AA-0F14-9A5A40E47E34}"/>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6" name="Google Shape;2190;p33">
              <a:extLst>
                <a:ext uri="{FF2B5EF4-FFF2-40B4-BE49-F238E27FC236}">
                  <a16:creationId xmlns:a16="http://schemas.microsoft.com/office/drawing/2014/main" id="{F61D971D-B187-67B9-DA8D-2AFA4EC7E7E6}"/>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7" name="Google Shape;2191;p33">
              <a:extLst>
                <a:ext uri="{FF2B5EF4-FFF2-40B4-BE49-F238E27FC236}">
                  <a16:creationId xmlns:a16="http://schemas.microsoft.com/office/drawing/2014/main" id="{E295CAEC-43C7-5911-60E2-047E79CCA7C8}"/>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8" name="Google Shape;2192;p33">
              <a:extLst>
                <a:ext uri="{FF2B5EF4-FFF2-40B4-BE49-F238E27FC236}">
                  <a16:creationId xmlns:a16="http://schemas.microsoft.com/office/drawing/2014/main" id="{758EAB81-8159-5FFA-055D-169236DB7746}"/>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9" name="Google Shape;2193;p33">
              <a:extLst>
                <a:ext uri="{FF2B5EF4-FFF2-40B4-BE49-F238E27FC236}">
                  <a16:creationId xmlns:a16="http://schemas.microsoft.com/office/drawing/2014/main" id="{D8F184AB-CD72-25C4-2645-D8CA9D89737E}"/>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0" name="Google Shape;2194;p33">
              <a:extLst>
                <a:ext uri="{FF2B5EF4-FFF2-40B4-BE49-F238E27FC236}">
                  <a16:creationId xmlns:a16="http://schemas.microsoft.com/office/drawing/2014/main" id="{BC016A1E-3112-E3F9-EA46-DEAC8F569D82}"/>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1" name="Google Shape;2195;p33">
              <a:extLst>
                <a:ext uri="{FF2B5EF4-FFF2-40B4-BE49-F238E27FC236}">
                  <a16:creationId xmlns:a16="http://schemas.microsoft.com/office/drawing/2014/main" id="{F3EC2CA2-99F4-AB93-D4AE-10942D9CF752}"/>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2" name="Google Shape;2196;p33">
              <a:extLst>
                <a:ext uri="{FF2B5EF4-FFF2-40B4-BE49-F238E27FC236}">
                  <a16:creationId xmlns:a16="http://schemas.microsoft.com/office/drawing/2014/main" id="{851AEA37-AA1E-5CF3-A0A8-A1DEC457ED60}"/>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3" name="Google Shape;2197;p33">
              <a:extLst>
                <a:ext uri="{FF2B5EF4-FFF2-40B4-BE49-F238E27FC236}">
                  <a16:creationId xmlns:a16="http://schemas.microsoft.com/office/drawing/2014/main" id="{7324A8D7-7D37-5917-11AC-63A2E43C1A5C}"/>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4" name="Google Shape;2198;p33">
              <a:extLst>
                <a:ext uri="{FF2B5EF4-FFF2-40B4-BE49-F238E27FC236}">
                  <a16:creationId xmlns:a16="http://schemas.microsoft.com/office/drawing/2014/main" id="{E0C61C7E-5C6C-AD80-14B6-2E1700093FB8}"/>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5" name="Google Shape;2199;p33">
              <a:extLst>
                <a:ext uri="{FF2B5EF4-FFF2-40B4-BE49-F238E27FC236}">
                  <a16:creationId xmlns:a16="http://schemas.microsoft.com/office/drawing/2014/main" id="{C35E7EE8-C979-C500-6B7F-9C5F2E22C51D}"/>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6" name="Google Shape;2200;p33">
              <a:extLst>
                <a:ext uri="{FF2B5EF4-FFF2-40B4-BE49-F238E27FC236}">
                  <a16:creationId xmlns:a16="http://schemas.microsoft.com/office/drawing/2014/main" id="{B04CA0BE-6545-C70D-252D-DA5DCD27B16E}"/>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7" name="Google Shape;2201;p33">
              <a:extLst>
                <a:ext uri="{FF2B5EF4-FFF2-40B4-BE49-F238E27FC236}">
                  <a16:creationId xmlns:a16="http://schemas.microsoft.com/office/drawing/2014/main" id="{F0F040AE-6626-3D00-51FE-F6C5C5379A94}"/>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8" name="Google Shape;2202;p33">
              <a:extLst>
                <a:ext uri="{FF2B5EF4-FFF2-40B4-BE49-F238E27FC236}">
                  <a16:creationId xmlns:a16="http://schemas.microsoft.com/office/drawing/2014/main" id="{CFB9BFAF-A11C-2AC7-9543-10040D13A66C}"/>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9" name="Google Shape;2203;p33">
              <a:extLst>
                <a:ext uri="{FF2B5EF4-FFF2-40B4-BE49-F238E27FC236}">
                  <a16:creationId xmlns:a16="http://schemas.microsoft.com/office/drawing/2014/main" id="{B0FB70E1-B6A1-F862-BFEC-C3060E26FC1E}"/>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0" name="Google Shape;2204;p33">
              <a:extLst>
                <a:ext uri="{FF2B5EF4-FFF2-40B4-BE49-F238E27FC236}">
                  <a16:creationId xmlns:a16="http://schemas.microsoft.com/office/drawing/2014/main" id="{699424E7-F716-8448-73A8-469A504891CA}"/>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1" name="Google Shape;2205;p33">
              <a:extLst>
                <a:ext uri="{FF2B5EF4-FFF2-40B4-BE49-F238E27FC236}">
                  <a16:creationId xmlns:a16="http://schemas.microsoft.com/office/drawing/2014/main" id="{BE97647D-2107-0672-A44D-707A1030C75B}"/>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2" name="Google Shape;2206;p33">
              <a:extLst>
                <a:ext uri="{FF2B5EF4-FFF2-40B4-BE49-F238E27FC236}">
                  <a16:creationId xmlns:a16="http://schemas.microsoft.com/office/drawing/2014/main" id="{E80791E0-58FB-8BE3-5552-2E76DA760CBB}"/>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3" name="Google Shape;2207;p33">
              <a:extLst>
                <a:ext uri="{FF2B5EF4-FFF2-40B4-BE49-F238E27FC236}">
                  <a16:creationId xmlns:a16="http://schemas.microsoft.com/office/drawing/2014/main" id="{BFA9F11B-AB30-008A-B105-14EB9A4CEDBA}"/>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4" name="Google Shape;2208;p33">
              <a:extLst>
                <a:ext uri="{FF2B5EF4-FFF2-40B4-BE49-F238E27FC236}">
                  <a16:creationId xmlns:a16="http://schemas.microsoft.com/office/drawing/2014/main" id="{A39C844D-5B59-684B-BDA2-78BCDD01A2C5}"/>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5" name="Google Shape;2209;p33">
              <a:extLst>
                <a:ext uri="{FF2B5EF4-FFF2-40B4-BE49-F238E27FC236}">
                  <a16:creationId xmlns:a16="http://schemas.microsoft.com/office/drawing/2014/main" id="{235ECCDB-DCFC-1ECC-0F63-65573076C265}"/>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6" name="Google Shape;2210;p33">
              <a:extLst>
                <a:ext uri="{FF2B5EF4-FFF2-40B4-BE49-F238E27FC236}">
                  <a16:creationId xmlns:a16="http://schemas.microsoft.com/office/drawing/2014/main" id="{F18A4EC8-25DD-C3B1-0E73-8168B813E457}"/>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7" name="Google Shape;2211;p33">
              <a:extLst>
                <a:ext uri="{FF2B5EF4-FFF2-40B4-BE49-F238E27FC236}">
                  <a16:creationId xmlns:a16="http://schemas.microsoft.com/office/drawing/2014/main" id="{A91477A4-9342-0C2E-56F2-7C3D936FA3E6}"/>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8" name="Google Shape;2212;p33">
              <a:extLst>
                <a:ext uri="{FF2B5EF4-FFF2-40B4-BE49-F238E27FC236}">
                  <a16:creationId xmlns:a16="http://schemas.microsoft.com/office/drawing/2014/main" id="{44871076-2D5C-C702-6A7F-55F02E745809}"/>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9" name="Google Shape;2213;p33">
              <a:extLst>
                <a:ext uri="{FF2B5EF4-FFF2-40B4-BE49-F238E27FC236}">
                  <a16:creationId xmlns:a16="http://schemas.microsoft.com/office/drawing/2014/main" id="{8DCA45DE-1024-C962-3E0A-9D9C00B59335}"/>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0" name="Google Shape;2214;p33">
              <a:extLst>
                <a:ext uri="{FF2B5EF4-FFF2-40B4-BE49-F238E27FC236}">
                  <a16:creationId xmlns:a16="http://schemas.microsoft.com/office/drawing/2014/main" id="{9FDBE5E5-CCCF-D480-1EF8-AC823E751CA8}"/>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1" name="Google Shape;2215;p33">
              <a:extLst>
                <a:ext uri="{FF2B5EF4-FFF2-40B4-BE49-F238E27FC236}">
                  <a16:creationId xmlns:a16="http://schemas.microsoft.com/office/drawing/2014/main" id="{45682C95-D998-8BEA-D16E-78852E5462B6}"/>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2" name="Google Shape;2216;p33">
              <a:extLst>
                <a:ext uri="{FF2B5EF4-FFF2-40B4-BE49-F238E27FC236}">
                  <a16:creationId xmlns:a16="http://schemas.microsoft.com/office/drawing/2014/main" id="{AE6287E2-C63B-5693-8E94-B1CCDFFA6E25}"/>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3" name="Google Shape;2217;p33">
              <a:extLst>
                <a:ext uri="{FF2B5EF4-FFF2-40B4-BE49-F238E27FC236}">
                  <a16:creationId xmlns:a16="http://schemas.microsoft.com/office/drawing/2014/main" id="{53636FB2-C6EB-64C2-9D00-21D6B6A77ED5}"/>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4" name="Google Shape;2218;p33">
              <a:extLst>
                <a:ext uri="{FF2B5EF4-FFF2-40B4-BE49-F238E27FC236}">
                  <a16:creationId xmlns:a16="http://schemas.microsoft.com/office/drawing/2014/main" id="{1158DD19-6B44-5FAB-EE37-3A40180D5ABE}"/>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5" name="Google Shape;2219;p33">
              <a:extLst>
                <a:ext uri="{FF2B5EF4-FFF2-40B4-BE49-F238E27FC236}">
                  <a16:creationId xmlns:a16="http://schemas.microsoft.com/office/drawing/2014/main" id="{F25756DF-F290-B629-0E30-B886C400634B}"/>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6" name="Google Shape;2220;p33">
              <a:extLst>
                <a:ext uri="{FF2B5EF4-FFF2-40B4-BE49-F238E27FC236}">
                  <a16:creationId xmlns:a16="http://schemas.microsoft.com/office/drawing/2014/main" id="{F5A7C757-32C7-DA00-4A61-57F1F5ACEE54}"/>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7" name="Google Shape;2221;p33">
              <a:extLst>
                <a:ext uri="{FF2B5EF4-FFF2-40B4-BE49-F238E27FC236}">
                  <a16:creationId xmlns:a16="http://schemas.microsoft.com/office/drawing/2014/main" id="{0BAD37CA-4C7C-B8FD-841F-B129BE57CBD3}"/>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8" name="Google Shape;2222;p33">
              <a:extLst>
                <a:ext uri="{FF2B5EF4-FFF2-40B4-BE49-F238E27FC236}">
                  <a16:creationId xmlns:a16="http://schemas.microsoft.com/office/drawing/2014/main" id="{79C88215-C55D-2FA0-14C4-452A51179111}"/>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9" name="Google Shape;2223;p33">
              <a:extLst>
                <a:ext uri="{FF2B5EF4-FFF2-40B4-BE49-F238E27FC236}">
                  <a16:creationId xmlns:a16="http://schemas.microsoft.com/office/drawing/2014/main" id="{B9AC77F7-D4E2-F0CF-08D9-C88EDB4D40A7}"/>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0" name="Google Shape;2224;p33">
              <a:extLst>
                <a:ext uri="{FF2B5EF4-FFF2-40B4-BE49-F238E27FC236}">
                  <a16:creationId xmlns:a16="http://schemas.microsoft.com/office/drawing/2014/main" id="{91410F02-2B5B-C1D8-8D95-D8028E874BE7}"/>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01" name="Google Shape;2120;p33">
            <a:extLst>
              <a:ext uri="{FF2B5EF4-FFF2-40B4-BE49-F238E27FC236}">
                <a16:creationId xmlns:a16="http://schemas.microsoft.com/office/drawing/2014/main" id="{3F56EF46-81FE-A21B-C255-D017D21C032B}"/>
              </a:ext>
            </a:extLst>
          </p:cNvPr>
          <p:cNvGrpSpPr/>
          <p:nvPr/>
        </p:nvGrpSpPr>
        <p:grpSpPr>
          <a:xfrm rot="5400000">
            <a:off x="-8946120" y="4109352"/>
            <a:ext cx="317252" cy="4297983"/>
            <a:chOff x="8202950" y="1983213"/>
            <a:chExt cx="237939" cy="3223487"/>
          </a:xfrm>
        </p:grpSpPr>
        <p:sp>
          <p:nvSpPr>
            <p:cNvPr id="3702" name="Google Shape;2121;p33">
              <a:extLst>
                <a:ext uri="{FF2B5EF4-FFF2-40B4-BE49-F238E27FC236}">
                  <a16:creationId xmlns:a16="http://schemas.microsoft.com/office/drawing/2014/main" id="{219C9232-DB4C-329D-37DF-73BC11C20371}"/>
                </a:ext>
              </a:extLst>
            </p:cNvPr>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3703" name="Google Shape;2122;p33">
              <a:extLst>
                <a:ext uri="{FF2B5EF4-FFF2-40B4-BE49-F238E27FC236}">
                  <a16:creationId xmlns:a16="http://schemas.microsoft.com/office/drawing/2014/main" id="{FDFF74A0-4A4F-8E76-2BA0-8B75146F0B2F}"/>
                </a:ext>
              </a:extLst>
            </p:cNvPr>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4" name="Google Shape;2123;p33">
              <a:extLst>
                <a:ext uri="{FF2B5EF4-FFF2-40B4-BE49-F238E27FC236}">
                  <a16:creationId xmlns:a16="http://schemas.microsoft.com/office/drawing/2014/main" id="{83C45D5D-C4D5-8D20-EBF1-3F35F5F44551}"/>
                </a:ext>
              </a:extLst>
            </p:cNvPr>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3705" name="Google Shape;2124;p33">
              <a:extLst>
                <a:ext uri="{FF2B5EF4-FFF2-40B4-BE49-F238E27FC236}">
                  <a16:creationId xmlns:a16="http://schemas.microsoft.com/office/drawing/2014/main" id="{BBB3D5E2-0C9F-79B8-A2FB-237B6CA034E1}"/>
                </a:ext>
              </a:extLst>
            </p:cNvPr>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06" name="Google Shape;2225;p33">
            <a:extLst>
              <a:ext uri="{FF2B5EF4-FFF2-40B4-BE49-F238E27FC236}">
                <a16:creationId xmlns:a16="http://schemas.microsoft.com/office/drawing/2014/main" id="{6EA15FD7-6755-FCC4-D49F-5133418A7CBE}"/>
              </a:ext>
            </a:extLst>
          </p:cNvPr>
          <p:cNvGrpSpPr/>
          <p:nvPr/>
        </p:nvGrpSpPr>
        <p:grpSpPr>
          <a:xfrm>
            <a:off x="-4622278" y="6132576"/>
            <a:ext cx="2853649" cy="357552"/>
            <a:chOff x="5768381" y="4599431"/>
            <a:chExt cx="2140237" cy="268164"/>
          </a:xfrm>
        </p:grpSpPr>
        <p:sp>
          <p:nvSpPr>
            <p:cNvPr id="3707" name="Google Shape;2226;p33">
              <a:extLst>
                <a:ext uri="{FF2B5EF4-FFF2-40B4-BE49-F238E27FC236}">
                  <a16:creationId xmlns:a16="http://schemas.microsoft.com/office/drawing/2014/main" id="{026C0B93-9591-9B2B-9CBC-519FB3C285CF}"/>
                </a:ext>
              </a:extLst>
            </p:cNvPr>
            <p:cNvSpPr/>
            <p:nvPr/>
          </p:nvSpPr>
          <p:spPr>
            <a:xfrm rot="-5400000">
              <a:off x="6838442" y="3663390"/>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8" name="Google Shape;2227;p33">
              <a:extLst>
                <a:ext uri="{FF2B5EF4-FFF2-40B4-BE49-F238E27FC236}">
                  <a16:creationId xmlns:a16="http://schemas.microsoft.com/office/drawing/2014/main" id="{C5B0295B-CD3E-1607-CD61-DB97E496CE00}"/>
                </a:ext>
              </a:extLst>
            </p:cNvPr>
            <p:cNvSpPr/>
            <p:nvPr/>
          </p:nvSpPr>
          <p:spPr>
            <a:xfrm rot="10800000" flipH="1">
              <a:off x="6482702" y="4599431"/>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9" name="Google Shape;2228;p33">
              <a:extLst>
                <a:ext uri="{FF2B5EF4-FFF2-40B4-BE49-F238E27FC236}">
                  <a16:creationId xmlns:a16="http://schemas.microsoft.com/office/drawing/2014/main" id="{6788BF92-38F4-B790-E1E0-343A6A9EF0D2}"/>
                </a:ext>
              </a:extLst>
            </p:cNvPr>
            <p:cNvSpPr/>
            <p:nvPr/>
          </p:nvSpPr>
          <p:spPr>
            <a:xfrm rot="-5400000">
              <a:off x="6838442" y="3663402"/>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0" name="Google Shape;2229;p33">
              <a:extLst>
                <a:ext uri="{FF2B5EF4-FFF2-40B4-BE49-F238E27FC236}">
                  <a16:creationId xmlns:a16="http://schemas.microsoft.com/office/drawing/2014/main" id="{62699356-765E-C858-68DB-DD73BEDD6D28}"/>
                </a:ext>
              </a:extLst>
            </p:cNvPr>
            <p:cNvSpPr/>
            <p:nvPr/>
          </p:nvSpPr>
          <p:spPr>
            <a:xfrm rot="10800000" flipH="1">
              <a:off x="6482702" y="4599444"/>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791940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179"/>
        <p:cNvGrpSpPr/>
        <p:nvPr/>
      </p:nvGrpSpPr>
      <p:grpSpPr>
        <a:xfrm>
          <a:off x="0" y="0"/>
          <a:ext cx="0" cy="0"/>
          <a:chOff x="0" y="0"/>
          <a:chExt cx="0" cy="0"/>
        </a:xfrm>
      </p:grpSpPr>
      <p:grpSp>
        <p:nvGrpSpPr>
          <p:cNvPr id="2" name="Google Shape;2120;p33">
            <a:extLst>
              <a:ext uri="{FF2B5EF4-FFF2-40B4-BE49-F238E27FC236}">
                <a16:creationId xmlns:a16="http://schemas.microsoft.com/office/drawing/2014/main" id="{B7EF6699-5782-44B1-B207-957A7A144C47}"/>
              </a:ext>
            </a:extLst>
          </p:cNvPr>
          <p:cNvGrpSpPr/>
          <p:nvPr/>
        </p:nvGrpSpPr>
        <p:grpSpPr>
          <a:xfrm rot="5400000">
            <a:off x="1554734" y="4109351"/>
            <a:ext cx="317252" cy="4297983"/>
            <a:chOff x="8202950" y="1983213"/>
            <a:chExt cx="237939" cy="3223487"/>
          </a:xfrm>
        </p:grpSpPr>
        <p:sp>
          <p:nvSpPr>
            <p:cNvPr id="3" name="Google Shape;2121;p33">
              <a:extLst>
                <a:ext uri="{FF2B5EF4-FFF2-40B4-BE49-F238E27FC236}">
                  <a16:creationId xmlns:a16="http://schemas.microsoft.com/office/drawing/2014/main" id="{9D3A528D-EE0B-68F6-7389-E180CE55273A}"/>
                </a:ext>
              </a:extLst>
            </p:cNvPr>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4" name="Google Shape;2122;p33">
              <a:extLst>
                <a:ext uri="{FF2B5EF4-FFF2-40B4-BE49-F238E27FC236}">
                  <a16:creationId xmlns:a16="http://schemas.microsoft.com/office/drawing/2014/main" id="{45E7CA49-4A33-BD02-E90E-D31B3D392C37}"/>
                </a:ext>
              </a:extLst>
            </p:cNvPr>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 name="Google Shape;2123;p33">
              <a:extLst>
                <a:ext uri="{FF2B5EF4-FFF2-40B4-BE49-F238E27FC236}">
                  <a16:creationId xmlns:a16="http://schemas.microsoft.com/office/drawing/2014/main" id="{7C2F8B18-BA55-73C2-2593-235395B4AE73}"/>
                </a:ext>
              </a:extLst>
            </p:cNvPr>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6" name="Google Shape;2124;p33">
              <a:extLst>
                <a:ext uri="{FF2B5EF4-FFF2-40B4-BE49-F238E27FC236}">
                  <a16:creationId xmlns:a16="http://schemas.microsoft.com/office/drawing/2014/main" id="{D4D10A05-C513-B538-D427-04E686DBDFC5}"/>
                </a:ext>
              </a:extLst>
            </p:cNvPr>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 name="Google Shape;2125;p33">
            <a:extLst>
              <a:ext uri="{FF2B5EF4-FFF2-40B4-BE49-F238E27FC236}">
                <a16:creationId xmlns:a16="http://schemas.microsoft.com/office/drawing/2014/main" id="{120147B1-7700-3028-F2F8-808CE5797D00}"/>
              </a:ext>
            </a:extLst>
          </p:cNvPr>
          <p:cNvGrpSpPr/>
          <p:nvPr/>
        </p:nvGrpSpPr>
        <p:grpSpPr>
          <a:xfrm flipH="1">
            <a:off x="11241018" y="-6532205"/>
            <a:ext cx="4962601" cy="16181231"/>
            <a:chOff x="-3170262" y="3452177"/>
            <a:chExt cx="3721951" cy="12135923"/>
          </a:xfrm>
        </p:grpSpPr>
        <p:sp>
          <p:nvSpPr>
            <p:cNvPr id="8" name="Google Shape;2126;p33">
              <a:extLst>
                <a:ext uri="{FF2B5EF4-FFF2-40B4-BE49-F238E27FC236}">
                  <a16:creationId xmlns:a16="http://schemas.microsoft.com/office/drawing/2014/main" id="{C71AA8D4-2FF7-B454-6150-0BD521BBF9BB}"/>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 name="Google Shape;2127;p33">
              <a:extLst>
                <a:ext uri="{FF2B5EF4-FFF2-40B4-BE49-F238E27FC236}">
                  <a16:creationId xmlns:a16="http://schemas.microsoft.com/office/drawing/2014/main" id="{F3F092EB-BA5B-3AC0-99B0-C936648D59A5}"/>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 name="Google Shape;2128;p33">
              <a:extLst>
                <a:ext uri="{FF2B5EF4-FFF2-40B4-BE49-F238E27FC236}">
                  <a16:creationId xmlns:a16="http://schemas.microsoft.com/office/drawing/2014/main" id="{7FE22B35-5E14-1B04-AE60-0A928EF9C2EB}"/>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2129;p33">
              <a:extLst>
                <a:ext uri="{FF2B5EF4-FFF2-40B4-BE49-F238E27FC236}">
                  <a16:creationId xmlns:a16="http://schemas.microsoft.com/office/drawing/2014/main" id="{5C54DFE4-2DED-F8F7-DF6E-95CB30C79902}"/>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2130;p33">
              <a:extLst>
                <a:ext uri="{FF2B5EF4-FFF2-40B4-BE49-F238E27FC236}">
                  <a16:creationId xmlns:a16="http://schemas.microsoft.com/office/drawing/2014/main" id="{D75A057E-5BEB-7B56-CBC8-BCD8C0A4A40E}"/>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2131;p33">
              <a:extLst>
                <a:ext uri="{FF2B5EF4-FFF2-40B4-BE49-F238E27FC236}">
                  <a16:creationId xmlns:a16="http://schemas.microsoft.com/office/drawing/2014/main" id="{E7124EBE-FF25-11D4-683D-2B2BB417EFFF}"/>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2132;p33">
              <a:extLst>
                <a:ext uri="{FF2B5EF4-FFF2-40B4-BE49-F238E27FC236}">
                  <a16:creationId xmlns:a16="http://schemas.microsoft.com/office/drawing/2014/main" id="{82B9F1D8-E735-1039-6530-2D29C7DB4BE4}"/>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2133;p33">
              <a:extLst>
                <a:ext uri="{FF2B5EF4-FFF2-40B4-BE49-F238E27FC236}">
                  <a16:creationId xmlns:a16="http://schemas.microsoft.com/office/drawing/2014/main" id="{B72C08C4-2198-1F30-5B61-185BF2C6DE59}"/>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2134;p33">
              <a:extLst>
                <a:ext uri="{FF2B5EF4-FFF2-40B4-BE49-F238E27FC236}">
                  <a16:creationId xmlns:a16="http://schemas.microsoft.com/office/drawing/2014/main" id="{60E31B10-B48A-1D43-314C-850C0C44F9D1}"/>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2135;p33">
              <a:extLst>
                <a:ext uri="{FF2B5EF4-FFF2-40B4-BE49-F238E27FC236}">
                  <a16:creationId xmlns:a16="http://schemas.microsoft.com/office/drawing/2014/main" id="{87126EF8-C9A8-9467-C21A-CAADFA32EA8D}"/>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2136;p33">
              <a:extLst>
                <a:ext uri="{FF2B5EF4-FFF2-40B4-BE49-F238E27FC236}">
                  <a16:creationId xmlns:a16="http://schemas.microsoft.com/office/drawing/2014/main" id="{4A23F777-795A-024C-722A-E35B334DFE52}"/>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2137;p33">
              <a:extLst>
                <a:ext uri="{FF2B5EF4-FFF2-40B4-BE49-F238E27FC236}">
                  <a16:creationId xmlns:a16="http://schemas.microsoft.com/office/drawing/2014/main" id="{1CE98C40-84D4-D285-A8CD-5E9000BB0053}"/>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138;p33">
              <a:extLst>
                <a:ext uri="{FF2B5EF4-FFF2-40B4-BE49-F238E27FC236}">
                  <a16:creationId xmlns:a16="http://schemas.microsoft.com/office/drawing/2014/main" id="{5F0E30D6-C614-BEB9-56EA-14984825E9E3}"/>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39;p33">
              <a:extLst>
                <a:ext uri="{FF2B5EF4-FFF2-40B4-BE49-F238E27FC236}">
                  <a16:creationId xmlns:a16="http://schemas.microsoft.com/office/drawing/2014/main" id="{5E6038F5-1FDB-2D96-49ED-1F8D98DFA2F3}"/>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140;p33">
              <a:extLst>
                <a:ext uri="{FF2B5EF4-FFF2-40B4-BE49-F238E27FC236}">
                  <a16:creationId xmlns:a16="http://schemas.microsoft.com/office/drawing/2014/main" id="{59EE8E17-86A0-30B5-F393-7027734CEBA6}"/>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141;p33">
              <a:extLst>
                <a:ext uri="{FF2B5EF4-FFF2-40B4-BE49-F238E27FC236}">
                  <a16:creationId xmlns:a16="http://schemas.microsoft.com/office/drawing/2014/main" id="{7F96198B-C2DC-6111-9664-6ED78DBD2092}"/>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142;p33">
              <a:extLst>
                <a:ext uri="{FF2B5EF4-FFF2-40B4-BE49-F238E27FC236}">
                  <a16:creationId xmlns:a16="http://schemas.microsoft.com/office/drawing/2014/main" id="{E319B918-6C6E-AE85-118E-7B7248558244}"/>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143;p33">
              <a:extLst>
                <a:ext uri="{FF2B5EF4-FFF2-40B4-BE49-F238E27FC236}">
                  <a16:creationId xmlns:a16="http://schemas.microsoft.com/office/drawing/2014/main" id="{6E7BD8E2-237D-B8D2-4E1E-EF1B9CDFE472}"/>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144;p33">
              <a:extLst>
                <a:ext uri="{FF2B5EF4-FFF2-40B4-BE49-F238E27FC236}">
                  <a16:creationId xmlns:a16="http://schemas.microsoft.com/office/drawing/2014/main" id="{B2AA612C-A0C2-80AF-C24E-421C401982D3}"/>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145;p33">
              <a:extLst>
                <a:ext uri="{FF2B5EF4-FFF2-40B4-BE49-F238E27FC236}">
                  <a16:creationId xmlns:a16="http://schemas.microsoft.com/office/drawing/2014/main" id="{4BB749BE-BDC5-D978-9964-1052425DB67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146;p33">
              <a:extLst>
                <a:ext uri="{FF2B5EF4-FFF2-40B4-BE49-F238E27FC236}">
                  <a16:creationId xmlns:a16="http://schemas.microsoft.com/office/drawing/2014/main" id="{68234A5B-442E-EC11-4B02-8061F9B75BDE}"/>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147;p33">
              <a:extLst>
                <a:ext uri="{FF2B5EF4-FFF2-40B4-BE49-F238E27FC236}">
                  <a16:creationId xmlns:a16="http://schemas.microsoft.com/office/drawing/2014/main" id="{27BF3602-908E-91E8-015A-D9DF8766F713}"/>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2148;p33">
              <a:extLst>
                <a:ext uri="{FF2B5EF4-FFF2-40B4-BE49-F238E27FC236}">
                  <a16:creationId xmlns:a16="http://schemas.microsoft.com/office/drawing/2014/main" id="{FBF224B1-87C1-FE51-36EB-39C2B052B5DE}"/>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2149;p33">
              <a:extLst>
                <a:ext uri="{FF2B5EF4-FFF2-40B4-BE49-F238E27FC236}">
                  <a16:creationId xmlns:a16="http://schemas.microsoft.com/office/drawing/2014/main" id="{0176A397-5193-2CAE-1855-22E66C55D01B}"/>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2150;p33">
              <a:extLst>
                <a:ext uri="{FF2B5EF4-FFF2-40B4-BE49-F238E27FC236}">
                  <a16:creationId xmlns:a16="http://schemas.microsoft.com/office/drawing/2014/main" id="{D699537E-A7C2-8E81-D4EA-B2245BE38F9B}"/>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2151;p33">
              <a:extLst>
                <a:ext uri="{FF2B5EF4-FFF2-40B4-BE49-F238E27FC236}">
                  <a16:creationId xmlns:a16="http://schemas.microsoft.com/office/drawing/2014/main" id="{0F8649DA-3168-2EE3-9728-08C7CACD4941}"/>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2152;p33">
              <a:extLst>
                <a:ext uri="{FF2B5EF4-FFF2-40B4-BE49-F238E27FC236}">
                  <a16:creationId xmlns:a16="http://schemas.microsoft.com/office/drawing/2014/main" id="{5210221E-1787-0504-D9D6-09F05AB93BDD}"/>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2153;p33">
              <a:extLst>
                <a:ext uri="{FF2B5EF4-FFF2-40B4-BE49-F238E27FC236}">
                  <a16:creationId xmlns:a16="http://schemas.microsoft.com/office/drawing/2014/main" id="{6BC646EC-89ED-3A57-F8E4-0BE658AB261F}"/>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2154;p33">
              <a:extLst>
                <a:ext uri="{FF2B5EF4-FFF2-40B4-BE49-F238E27FC236}">
                  <a16:creationId xmlns:a16="http://schemas.microsoft.com/office/drawing/2014/main" id="{23DDC7BD-265B-2A42-920F-4841BA5A99A7}"/>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2155;p33">
              <a:extLst>
                <a:ext uri="{FF2B5EF4-FFF2-40B4-BE49-F238E27FC236}">
                  <a16:creationId xmlns:a16="http://schemas.microsoft.com/office/drawing/2014/main" id="{F7644D52-98B2-342C-638A-832308362D7D}"/>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2156;p33">
              <a:extLst>
                <a:ext uri="{FF2B5EF4-FFF2-40B4-BE49-F238E27FC236}">
                  <a16:creationId xmlns:a16="http://schemas.microsoft.com/office/drawing/2014/main" id="{E00C22B1-1A7F-1E5D-82BA-E051F4C99D0B}"/>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2157;p33">
              <a:extLst>
                <a:ext uri="{FF2B5EF4-FFF2-40B4-BE49-F238E27FC236}">
                  <a16:creationId xmlns:a16="http://schemas.microsoft.com/office/drawing/2014/main" id="{74956412-A6B7-E01D-A3F7-84EFA8171A8E}"/>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2158;p33">
              <a:extLst>
                <a:ext uri="{FF2B5EF4-FFF2-40B4-BE49-F238E27FC236}">
                  <a16:creationId xmlns:a16="http://schemas.microsoft.com/office/drawing/2014/main" id="{1949A9DE-5066-62C8-8E66-79CD061AEC88}"/>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2159;p33">
              <a:extLst>
                <a:ext uri="{FF2B5EF4-FFF2-40B4-BE49-F238E27FC236}">
                  <a16:creationId xmlns:a16="http://schemas.microsoft.com/office/drawing/2014/main" id="{98F51246-8278-9FF2-3BA8-CF587F45701E}"/>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2160;p33">
              <a:extLst>
                <a:ext uri="{FF2B5EF4-FFF2-40B4-BE49-F238E27FC236}">
                  <a16:creationId xmlns:a16="http://schemas.microsoft.com/office/drawing/2014/main" id="{110C7168-D4F6-B319-5B93-4A457B26D6A6}"/>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2161;p33">
              <a:extLst>
                <a:ext uri="{FF2B5EF4-FFF2-40B4-BE49-F238E27FC236}">
                  <a16:creationId xmlns:a16="http://schemas.microsoft.com/office/drawing/2014/main" id="{A7DB9182-D2C5-B78D-2DE8-657A5E03B420}"/>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2162;p33">
              <a:extLst>
                <a:ext uri="{FF2B5EF4-FFF2-40B4-BE49-F238E27FC236}">
                  <a16:creationId xmlns:a16="http://schemas.microsoft.com/office/drawing/2014/main" id="{80E017FF-EE25-2BCB-664B-DDC671795F68}"/>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2163;p33">
              <a:extLst>
                <a:ext uri="{FF2B5EF4-FFF2-40B4-BE49-F238E27FC236}">
                  <a16:creationId xmlns:a16="http://schemas.microsoft.com/office/drawing/2014/main" id="{24ADF45B-8830-5742-86DB-1AD79476E070}"/>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2164;p33">
              <a:extLst>
                <a:ext uri="{FF2B5EF4-FFF2-40B4-BE49-F238E27FC236}">
                  <a16:creationId xmlns:a16="http://schemas.microsoft.com/office/drawing/2014/main" id="{3B18FE42-1DA4-E9AC-1A69-EEC56A0B867A}"/>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2165;p33">
              <a:extLst>
                <a:ext uri="{FF2B5EF4-FFF2-40B4-BE49-F238E27FC236}">
                  <a16:creationId xmlns:a16="http://schemas.microsoft.com/office/drawing/2014/main" id="{A805CB1C-9E64-9D2E-3E77-01DDC9F4427E}"/>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2166;p33">
              <a:extLst>
                <a:ext uri="{FF2B5EF4-FFF2-40B4-BE49-F238E27FC236}">
                  <a16:creationId xmlns:a16="http://schemas.microsoft.com/office/drawing/2014/main" id="{62764017-0637-FD29-3AD6-2CD0C0134A5C}"/>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2167;p33">
              <a:extLst>
                <a:ext uri="{FF2B5EF4-FFF2-40B4-BE49-F238E27FC236}">
                  <a16:creationId xmlns:a16="http://schemas.microsoft.com/office/drawing/2014/main" id="{0DF0882A-E4EF-0C05-6467-EE3A802694D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2168;p33">
              <a:extLst>
                <a:ext uri="{FF2B5EF4-FFF2-40B4-BE49-F238E27FC236}">
                  <a16:creationId xmlns:a16="http://schemas.microsoft.com/office/drawing/2014/main" id="{BEDA2EE0-96E8-80FE-38BE-8B42B0F837EA}"/>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2169;p33">
              <a:extLst>
                <a:ext uri="{FF2B5EF4-FFF2-40B4-BE49-F238E27FC236}">
                  <a16:creationId xmlns:a16="http://schemas.microsoft.com/office/drawing/2014/main" id="{AEE4DC0F-0F20-6132-F85E-252824542264}"/>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2170;p33">
              <a:extLst>
                <a:ext uri="{FF2B5EF4-FFF2-40B4-BE49-F238E27FC236}">
                  <a16:creationId xmlns:a16="http://schemas.microsoft.com/office/drawing/2014/main" id="{C28A06E3-8064-EBEC-4D43-854FDA94500F}"/>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2171;p33">
              <a:extLst>
                <a:ext uri="{FF2B5EF4-FFF2-40B4-BE49-F238E27FC236}">
                  <a16:creationId xmlns:a16="http://schemas.microsoft.com/office/drawing/2014/main" id="{46219DD2-0759-E16F-A882-B757A0EEE635}"/>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2172;p33">
              <a:extLst>
                <a:ext uri="{FF2B5EF4-FFF2-40B4-BE49-F238E27FC236}">
                  <a16:creationId xmlns:a16="http://schemas.microsoft.com/office/drawing/2014/main" id="{0AD031CB-B6AC-4CDC-4FE5-EAE3761DA17E}"/>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2173;p33">
              <a:extLst>
                <a:ext uri="{FF2B5EF4-FFF2-40B4-BE49-F238E27FC236}">
                  <a16:creationId xmlns:a16="http://schemas.microsoft.com/office/drawing/2014/main" id="{379C0846-543E-23A0-9C0A-D3B758B14DD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2174;p33">
              <a:extLst>
                <a:ext uri="{FF2B5EF4-FFF2-40B4-BE49-F238E27FC236}">
                  <a16:creationId xmlns:a16="http://schemas.microsoft.com/office/drawing/2014/main" id="{37EE595F-F3FF-2A27-412A-FD8E138EB81A}"/>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2175;p33">
              <a:extLst>
                <a:ext uri="{FF2B5EF4-FFF2-40B4-BE49-F238E27FC236}">
                  <a16:creationId xmlns:a16="http://schemas.microsoft.com/office/drawing/2014/main" id="{96B1296A-A2E4-7FF1-26A2-CB4DE2EFE1B6}"/>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2176;p33">
              <a:extLst>
                <a:ext uri="{FF2B5EF4-FFF2-40B4-BE49-F238E27FC236}">
                  <a16:creationId xmlns:a16="http://schemas.microsoft.com/office/drawing/2014/main" id="{EC9ABA45-3C32-93E3-03A7-BB6091C8F760}"/>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2177;p33">
              <a:extLst>
                <a:ext uri="{FF2B5EF4-FFF2-40B4-BE49-F238E27FC236}">
                  <a16:creationId xmlns:a16="http://schemas.microsoft.com/office/drawing/2014/main" id="{45909073-E1DD-49F5-62A4-9666AEA19A37}"/>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2178;p33">
              <a:extLst>
                <a:ext uri="{FF2B5EF4-FFF2-40B4-BE49-F238E27FC236}">
                  <a16:creationId xmlns:a16="http://schemas.microsoft.com/office/drawing/2014/main" id="{1E0CFEF3-77D3-01A0-0446-51C23869758F}"/>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2179;p33">
              <a:extLst>
                <a:ext uri="{FF2B5EF4-FFF2-40B4-BE49-F238E27FC236}">
                  <a16:creationId xmlns:a16="http://schemas.microsoft.com/office/drawing/2014/main" id="{C483CF18-3B68-0079-FC88-A9F28A2C56E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2180;p33">
              <a:extLst>
                <a:ext uri="{FF2B5EF4-FFF2-40B4-BE49-F238E27FC236}">
                  <a16:creationId xmlns:a16="http://schemas.microsoft.com/office/drawing/2014/main" id="{8C134DC8-BA15-97F5-90CC-52DD52DF8C65}"/>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2181;p33">
              <a:extLst>
                <a:ext uri="{FF2B5EF4-FFF2-40B4-BE49-F238E27FC236}">
                  <a16:creationId xmlns:a16="http://schemas.microsoft.com/office/drawing/2014/main" id="{2D65FC81-5A2E-130A-7A1A-BFAC072CBEA8}"/>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36" name="Google Shape;2182;p33">
            <a:extLst>
              <a:ext uri="{FF2B5EF4-FFF2-40B4-BE49-F238E27FC236}">
                <a16:creationId xmlns:a16="http://schemas.microsoft.com/office/drawing/2014/main" id="{21B0AE90-5A70-AA31-920D-6A86D85EB7B6}"/>
              </a:ext>
            </a:extLst>
          </p:cNvPr>
          <p:cNvGrpSpPr/>
          <p:nvPr/>
        </p:nvGrpSpPr>
        <p:grpSpPr>
          <a:xfrm>
            <a:off x="-4091982" y="-4110389"/>
            <a:ext cx="4962601" cy="12537460"/>
            <a:chOff x="-7394687" y="-2183642"/>
            <a:chExt cx="3721951" cy="9403095"/>
          </a:xfrm>
        </p:grpSpPr>
        <p:sp>
          <p:nvSpPr>
            <p:cNvPr id="3137" name="Google Shape;2183;p33">
              <a:extLst>
                <a:ext uri="{FF2B5EF4-FFF2-40B4-BE49-F238E27FC236}">
                  <a16:creationId xmlns:a16="http://schemas.microsoft.com/office/drawing/2014/main" id="{8E9640CB-4FB8-DDAB-F659-8A85A5E7962F}"/>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8" name="Google Shape;2184;p33">
              <a:extLst>
                <a:ext uri="{FF2B5EF4-FFF2-40B4-BE49-F238E27FC236}">
                  <a16:creationId xmlns:a16="http://schemas.microsoft.com/office/drawing/2014/main" id="{BD4B321F-A481-BF2E-615D-BD1740D23464}"/>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9" name="Google Shape;2185;p33">
              <a:extLst>
                <a:ext uri="{FF2B5EF4-FFF2-40B4-BE49-F238E27FC236}">
                  <a16:creationId xmlns:a16="http://schemas.microsoft.com/office/drawing/2014/main" id="{F9FB6335-BA16-CC73-1846-1C5D52F381A6}"/>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0" name="Google Shape;2186;p33">
              <a:extLst>
                <a:ext uri="{FF2B5EF4-FFF2-40B4-BE49-F238E27FC236}">
                  <a16:creationId xmlns:a16="http://schemas.microsoft.com/office/drawing/2014/main" id="{C470006B-CF03-B18B-5FCE-599CFACD9BFA}"/>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1" name="Google Shape;2187;p33">
              <a:extLst>
                <a:ext uri="{FF2B5EF4-FFF2-40B4-BE49-F238E27FC236}">
                  <a16:creationId xmlns:a16="http://schemas.microsoft.com/office/drawing/2014/main" id="{8F9D099A-1374-5AF3-E99B-914AAA0D929A}"/>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2" name="Google Shape;2188;p33">
              <a:extLst>
                <a:ext uri="{FF2B5EF4-FFF2-40B4-BE49-F238E27FC236}">
                  <a16:creationId xmlns:a16="http://schemas.microsoft.com/office/drawing/2014/main" id="{1FACEBAB-7F4E-4662-6BDE-37C1A978F1CE}"/>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3" name="Google Shape;2189;p33">
              <a:extLst>
                <a:ext uri="{FF2B5EF4-FFF2-40B4-BE49-F238E27FC236}">
                  <a16:creationId xmlns:a16="http://schemas.microsoft.com/office/drawing/2014/main" id="{1C7EBBC5-693C-41A9-A383-86B85AD1D374}"/>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4" name="Google Shape;2190;p33">
              <a:extLst>
                <a:ext uri="{FF2B5EF4-FFF2-40B4-BE49-F238E27FC236}">
                  <a16:creationId xmlns:a16="http://schemas.microsoft.com/office/drawing/2014/main" id="{28757D12-38AF-EA21-062B-1871148BB3EF}"/>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5" name="Google Shape;2191;p33">
              <a:extLst>
                <a:ext uri="{FF2B5EF4-FFF2-40B4-BE49-F238E27FC236}">
                  <a16:creationId xmlns:a16="http://schemas.microsoft.com/office/drawing/2014/main" id="{34555475-DEF8-32B0-901D-CE5EE254B859}"/>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6" name="Google Shape;2192;p33">
              <a:extLst>
                <a:ext uri="{FF2B5EF4-FFF2-40B4-BE49-F238E27FC236}">
                  <a16:creationId xmlns:a16="http://schemas.microsoft.com/office/drawing/2014/main" id="{1AA5244C-F2DE-A650-51A4-481413540C51}"/>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7" name="Google Shape;2193;p33">
              <a:extLst>
                <a:ext uri="{FF2B5EF4-FFF2-40B4-BE49-F238E27FC236}">
                  <a16:creationId xmlns:a16="http://schemas.microsoft.com/office/drawing/2014/main" id="{6F8ABE84-AA48-EE29-D57F-25BF5278AE46}"/>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8" name="Google Shape;2194;p33">
              <a:extLst>
                <a:ext uri="{FF2B5EF4-FFF2-40B4-BE49-F238E27FC236}">
                  <a16:creationId xmlns:a16="http://schemas.microsoft.com/office/drawing/2014/main" id="{8D3306F7-8426-1AB0-7AE0-4937CC24773F}"/>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9" name="Google Shape;2195;p33">
              <a:extLst>
                <a:ext uri="{FF2B5EF4-FFF2-40B4-BE49-F238E27FC236}">
                  <a16:creationId xmlns:a16="http://schemas.microsoft.com/office/drawing/2014/main" id="{8C15E224-4FDB-0DB9-6187-CEFA5FE6560B}"/>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0" name="Google Shape;2196;p33">
              <a:extLst>
                <a:ext uri="{FF2B5EF4-FFF2-40B4-BE49-F238E27FC236}">
                  <a16:creationId xmlns:a16="http://schemas.microsoft.com/office/drawing/2014/main" id="{66749FC3-4EF9-D4F9-1755-642C1888EFCA}"/>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1" name="Google Shape;2197;p33">
              <a:extLst>
                <a:ext uri="{FF2B5EF4-FFF2-40B4-BE49-F238E27FC236}">
                  <a16:creationId xmlns:a16="http://schemas.microsoft.com/office/drawing/2014/main" id="{5B4894D7-2EAF-EA0A-939E-2E74F35C79BF}"/>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2" name="Google Shape;2198;p33">
              <a:extLst>
                <a:ext uri="{FF2B5EF4-FFF2-40B4-BE49-F238E27FC236}">
                  <a16:creationId xmlns:a16="http://schemas.microsoft.com/office/drawing/2014/main" id="{43AB5443-9664-61C2-6BA6-307C88FA7DDF}"/>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3" name="Google Shape;2199;p33">
              <a:extLst>
                <a:ext uri="{FF2B5EF4-FFF2-40B4-BE49-F238E27FC236}">
                  <a16:creationId xmlns:a16="http://schemas.microsoft.com/office/drawing/2014/main" id="{38AD4AB7-212A-4FCF-8C6F-1EB759091269}"/>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4" name="Google Shape;2200;p33">
              <a:extLst>
                <a:ext uri="{FF2B5EF4-FFF2-40B4-BE49-F238E27FC236}">
                  <a16:creationId xmlns:a16="http://schemas.microsoft.com/office/drawing/2014/main" id="{43380C3C-83A8-051A-A750-635A57A14AEA}"/>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5" name="Google Shape;2201;p33">
              <a:extLst>
                <a:ext uri="{FF2B5EF4-FFF2-40B4-BE49-F238E27FC236}">
                  <a16:creationId xmlns:a16="http://schemas.microsoft.com/office/drawing/2014/main" id="{437D257E-41FB-71F2-AFBC-1C31071B636A}"/>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6" name="Google Shape;2202;p33">
              <a:extLst>
                <a:ext uri="{FF2B5EF4-FFF2-40B4-BE49-F238E27FC236}">
                  <a16:creationId xmlns:a16="http://schemas.microsoft.com/office/drawing/2014/main" id="{A24C3794-0F8B-D592-7D7E-B97E8AF8DC10}"/>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7" name="Google Shape;2203;p33">
              <a:extLst>
                <a:ext uri="{FF2B5EF4-FFF2-40B4-BE49-F238E27FC236}">
                  <a16:creationId xmlns:a16="http://schemas.microsoft.com/office/drawing/2014/main" id="{D8E172AC-3800-2BBD-44D3-27714D4AC73F}"/>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8" name="Google Shape;2204;p33">
              <a:extLst>
                <a:ext uri="{FF2B5EF4-FFF2-40B4-BE49-F238E27FC236}">
                  <a16:creationId xmlns:a16="http://schemas.microsoft.com/office/drawing/2014/main" id="{44283A2A-839D-2E23-184A-468F40F8F3BB}"/>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9" name="Google Shape;2205;p33">
              <a:extLst>
                <a:ext uri="{FF2B5EF4-FFF2-40B4-BE49-F238E27FC236}">
                  <a16:creationId xmlns:a16="http://schemas.microsoft.com/office/drawing/2014/main" id="{5398B67D-8442-D1AE-B28B-BBAE225C8E36}"/>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0" name="Google Shape;2206;p33">
              <a:extLst>
                <a:ext uri="{FF2B5EF4-FFF2-40B4-BE49-F238E27FC236}">
                  <a16:creationId xmlns:a16="http://schemas.microsoft.com/office/drawing/2014/main" id="{164783F4-B16A-4FF6-A829-9F880BE263B2}"/>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1" name="Google Shape;2207;p33">
              <a:extLst>
                <a:ext uri="{FF2B5EF4-FFF2-40B4-BE49-F238E27FC236}">
                  <a16:creationId xmlns:a16="http://schemas.microsoft.com/office/drawing/2014/main" id="{7FDB7B78-FA6A-261C-6B2F-033B0FC65EB6}"/>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2" name="Google Shape;2208;p33">
              <a:extLst>
                <a:ext uri="{FF2B5EF4-FFF2-40B4-BE49-F238E27FC236}">
                  <a16:creationId xmlns:a16="http://schemas.microsoft.com/office/drawing/2014/main" id="{94EC8227-BF82-C270-A7DF-51C6806FA021}"/>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3" name="Google Shape;2209;p33">
              <a:extLst>
                <a:ext uri="{FF2B5EF4-FFF2-40B4-BE49-F238E27FC236}">
                  <a16:creationId xmlns:a16="http://schemas.microsoft.com/office/drawing/2014/main" id="{B0448E91-5958-CE1C-C1A2-78B615396663}"/>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4" name="Google Shape;2210;p33">
              <a:extLst>
                <a:ext uri="{FF2B5EF4-FFF2-40B4-BE49-F238E27FC236}">
                  <a16:creationId xmlns:a16="http://schemas.microsoft.com/office/drawing/2014/main" id="{0A0559A7-E925-2329-5073-C76BE02270A4}"/>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5" name="Google Shape;2211;p33">
              <a:extLst>
                <a:ext uri="{FF2B5EF4-FFF2-40B4-BE49-F238E27FC236}">
                  <a16:creationId xmlns:a16="http://schemas.microsoft.com/office/drawing/2014/main" id="{300C2A03-148D-5FEE-E798-2A552A71F66D}"/>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6" name="Google Shape;2212;p33">
              <a:extLst>
                <a:ext uri="{FF2B5EF4-FFF2-40B4-BE49-F238E27FC236}">
                  <a16:creationId xmlns:a16="http://schemas.microsoft.com/office/drawing/2014/main" id="{E6CE2EE2-EADD-F4EB-EFEF-F45DF9BC8A48}"/>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7" name="Google Shape;2213;p33">
              <a:extLst>
                <a:ext uri="{FF2B5EF4-FFF2-40B4-BE49-F238E27FC236}">
                  <a16:creationId xmlns:a16="http://schemas.microsoft.com/office/drawing/2014/main" id="{714C1F68-5A83-0BE6-A454-15CED8B7E68A}"/>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8" name="Google Shape;2214;p33">
              <a:extLst>
                <a:ext uri="{FF2B5EF4-FFF2-40B4-BE49-F238E27FC236}">
                  <a16:creationId xmlns:a16="http://schemas.microsoft.com/office/drawing/2014/main" id="{5CD45142-803E-3AA0-4FFC-CD0D5C35FCBF}"/>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9" name="Google Shape;2215;p33">
              <a:extLst>
                <a:ext uri="{FF2B5EF4-FFF2-40B4-BE49-F238E27FC236}">
                  <a16:creationId xmlns:a16="http://schemas.microsoft.com/office/drawing/2014/main" id="{3E5EE4D1-C644-11FE-DD64-8B0243B3682F}"/>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0" name="Google Shape;2216;p33">
              <a:extLst>
                <a:ext uri="{FF2B5EF4-FFF2-40B4-BE49-F238E27FC236}">
                  <a16:creationId xmlns:a16="http://schemas.microsoft.com/office/drawing/2014/main" id="{183639E0-E15F-CE28-A93B-10E08DD1799F}"/>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1" name="Google Shape;2217;p33">
              <a:extLst>
                <a:ext uri="{FF2B5EF4-FFF2-40B4-BE49-F238E27FC236}">
                  <a16:creationId xmlns:a16="http://schemas.microsoft.com/office/drawing/2014/main" id="{A863A942-A017-034D-2CF8-FC5E829A50B6}"/>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2" name="Google Shape;2218;p33">
              <a:extLst>
                <a:ext uri="{FF2B5EF4-FFF2-40B4-BE49-F238E27FC236}">
                  <a16:creationId xmlns:a16="http://schemas.microsoft.com/office/drawing/2014/main" id="{2427DCA9-3510-3160-13C5-FD401D902625}"/>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3" name="Google Shape;2219;p33">
              <a:extLst>
                <a:ext uri="{FF2B5EF4-FFF2-40B4-BE49-F238E27FC236}">
                  <a16:creationId xmlns:a16="http://schemas.microsoft.com/office/drawing/2014/main" id="{C55680F1-5BE8-6F4F-2FCA-C2F2E0CCBCEF}"/>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4" name="Google Shape;2220;p33">
              <a:extLst>
                <a:ext uri="{FF2B5EF4-FFF2-40B4-BE49-F238E27FC236}">
                  <a16:creationId xmlns:a16="http://schemas.microsoft.com/office/drawing/2014/main" id="{C8389C69-87FE-1680-22D3-ABFBABFF8480}"/>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5" name="Google Shape;2221;p33">
              <a:extLst>
                <a:ext uri="{FF2B5EF4-FFF2-40B4-BE49-F238E27FC236}">
                  <a16:creationId xmlns:a16="http://schemas.microsoft.com/office/drawing/2014/main" id="{F051EB09-08EB-D73A-7F3C-FFEA17523AA8}"/>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6" name="Google Shape;2222;p33">
              <a:extLst>
                <a:ext uri="{FF2B5EF4-FFF2-40B4-BE49-F238E27FC236}">
                  <a16:creationId xmlns:a16="http://schemas.microsoft.com/office/drawing/2014/main" id="{360203AB-CF86-1B9E-9EF3-DAFD9C59D69B}"/>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7" name="Google Shape;2223;p33">
              <a:extLst>
                <a:ext uri="{FF2B5EF4-FFF2-40B4-BE49-F238E27FC236}">
                  <a16:creationId xmlns:a16="http://schemas.microsoft.com/office/drawing/2014/main" id="{824CBD99-4793-1D1C-5143-942D914394BA}"/>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8" name="Google Shape;2224;p33">
              <a:extLst>
                <a:ext uri="{FF2B5EF4-FFF2-40B4-BE49-F238E27FC236}">
                  <a16:creationId xmlns:a16="http://schemas.microsoft.com/office/drawing/2014/main" id="{010DF680-1CF9-DCCD-AA60-B174E2F9C1FA}"/>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79" name="Google Shape;2225;p33">
            <a:extLst>
              <a:ext uri="{FF2B5EF4-FFF2-40B4-BE49-F238E27FC236}">
                <a16:creationId xmlns:a16="http://schemas.microsoft.com/office/drawing/2014/main" id="{665A7C2B-C550-47FB-5CFB-31D6432C226E}"/>
              </a:ext>
            </a:extLst>
          </p:cNvPr>
          <p:cNvGrpSpPr/>
          <p:nvPr/>
        </p:nvGrpSpPr>
        <p:grpSpPr>
          <a:xfrm>
            <a:off x="5878576" y="6132575"/>
            <a:ext cx="2853649" cy="357552"/>
            <a:chOff x="5768381" y="4599431"/>
            <a:chExt cx="2140237" cy="268164"/>
          </a:xfrm>
        </p:grpSpPr>
        <p:sp>
          <p:nvSpPr>
            <p:cNvPr id="3193" name="Google Shape;2226;p33">
              <a:extLst>
                <a:ext uri="{FF2B5EF4-FFF2-40B4-BE49-F238E27FC236}">
                  <a16:creationId xmlns:a16="http://schemas.microsoft.com/office/drawing/2014/main" id="{8CD23FED-AC7E-204C-9277-5FD264FD9C17}"/>
                </a:ext>
              </a:extLst>
            </p:cNvPr>
            <p:cNvSpPr/>
            <p:nvPr/>
          </p:nvSpPr>
          <p:spPr>
            <a:xfrm rot="-5400000">
              <a:off x="6838442" y="3663390"/>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4" name="Google Shape;2227;p33">
              <a:extLst>
                <a:ext uri="{FF2B5EF4-FFF2-40B4-BE49-F238E27FC236}">
                  <a16:creationId xmlns:a16="http://schemas.microsoft.com/office/drawing/2014/main" id="{58CA6AEE-DC56-AB97-735E-B51E61B97206}"/>
                </a:ext>
              </a:extLst>
            </p:cNvPr>
            <p:cNvSpPr/>
            <p:nvPr/>
          </p:nvSpPr>
          <p:spPr>
            <a:xfrm rot="10800000" flipH="1">
              <a:off x="6482702" y="4599431"/>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5" name="Google Shape;2228;p33">
              <a:extLst>
                <a:ext uri="{FF2B5EF4-FFF2-40B4-BE49-F238E27FC236}">
                  <a16:creationId xmlns:a16="http://schemas.microsoft.com/office/drawing/2014/main" id="{18BCC0A8-8A3D-38DA-FE1C-0D04CA5AED6B}"/>
                </a:ext>
              </a:extLst>
            </p:cNvPr>
            <p:cNvSpPr/>
            <p:nvPr/>
          </p:nvSpPr>
          <p:spPr>
            <a:xfrm rot="-5400000">
              <a:off x="6838442" y="3663402"/>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6" name="Google Shape;2229;p33">
              <a:extLst>
                <a:ext uri="{FF2B5EF4-FFF2-40B4-BE49-F238E27FC236}">
                  <a16:creationId xmlns:a16="http://schemas.microsoft.com/office/drawing/2014/main" id="{B6A2D881-91C2-7D7E-7EF0-537BBAD1FD05}"/>
                </a:ext>
              </a:extLst>
            </p:cNvPr>
            <p:cNvSpPr/>
            <p:nvPr/>
          </p:nvSpPr>
          <p:spPr>
            <a:xfrm rot="10800000" flipH="1">
              <a:off x="6482702" y="4599444"/>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197" name="Title 1">
            <a:extLst>
              <a:ext uri="{FF2B5EF4-FFF2-40B4-BE49-F238E27FC236}">
                <a16:creationId xmlns:a16="http://schemas.microsoft.com/office/drawing/2014/main" id="{00AD102C-0115-F86D-6457-26F2AB3EBAAD}"/>
              </a:ext>
            </a:extLst>
          </p:cNvPr>
          <p:cNvSpPr txBox="1">
            <a:spLocks/>
          </p:cNvSpPr>
          <p:nvPr/>
        </p:nvSpPr>
        <p:spPr>
          <a:xfrm>
            <a:off x="1524000" y="991898"/>
            <a:ext cx="9144000" cy="104046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9pPr>
          </a:lstStyle>
          <a:p>
            <a:r>
              <a:rPr lang="en" sz="4400" kern="0" dirty="0">
                <a:solidFill>
                  <a:schemeClr val="bg1"/>
                </a:solidFill>
                <a:latin typeface="Aptos Black" panose="020F0502020204030204" pitchFamily="34" charset="0"/>
              </a:rPr>
              <a:t>WHAT IF WE HAVE</a:t>
            </a:r>
          </a:p>
          <a:p>
            <a:r>
              <a:rPr lang="en" sz="4400" kern="0" dirty="0">
                <a:solidFill>
                  <a:srgbClr val="E63B00"/>
                </a:solidFill>
                <a:latin typeface="Aptos Black" panose="020F0502020204030204" pitchFamily="34" charset="0"/>
              </a:rPr>
              <a:t>1000 CARS?</a:t>
            </a:r>
            <a:endParaRPr lang="en-US" sz="3200" kern="0" dirty="0">
              <a:solidFill>
                <a:srgbClr val="E63B00"/>
              </a:solidFill>
            </a:endParaRPr>
          </a:p>
        </p:txBody>
      </p:sp>
      <p:grpSp>
        <p:nvGrpSpPr>
          <p:cNvPr id="3198" name="Google Shape;2641;p40">
            <a:extLst>
              <a:ext uri="{FF2B5EF4-FFF2-40B4-BE49-F238E27FC236}">
                <a16:creationId xmlns:a16="http://schemas.microsoft.com/office/drawing/2014/main" id="{9030655B-5CA2-04E0-3F52-4980336E00E1}"/>
              </a:ext>
            </a:extLst>
          </p:cNvPr>
          <p:cNvGrpSpPr>
            <a:grpSpLocks/>
          </p:cNvGrpSpPr>
          <p:nvPr/>
        </p:nvGrpSpPr>
        <p:grpSpPr>
          <a:xfrm>
            <a:off x="3872175" y="2324461"/>
            <a:ext cx="4447650" cy="135300"/>
            <a:chOff x="2365175" y="3596070"/>
            <a:chExt cx="4447650" cy="135300"/>
          </a:xfrm>
        </p:grpSpPr>
        <p:sp>
          <p:nvSpPr>
            <p:cNvPr id="3199" name="Google Shape;2642;p40">
              <a:extLst>
                <a:ext uri="{FF2B5EF4-FFF2-40B4-BE49-F238E27FC236}">
                  <a16:creationId xmlns:a16="http://schemas.microsoft.com/office/drawing/2014/main" id="{38F6541A-5EB9-B97D-2FAE-060A96F556F6}"/>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0" name="Google Shape;2643;p40">
              <a:extLst>
                <a:ext uri="{FF2B5EF4-FFF2-40B4-BE49-F238E27FC236}">
                  <a16:creationId xmlns:a16="http://schemas.microsoft.com/office/drawing/2014/main" id="{44BD4430-2AD0-8FD1-BF2A-352B135F75D7}"/>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201" name="Google Shape;2644;p40">
              <a:extLst>
                <a:ext uri="{FF2B5EF4-FFF2-40B4-BE49-F238E27FC236}">
                  <a16:creationId xmlns:a16="http://schemas.microsoft.com/office/drawing/2014/main" id="{8FCF6CA1-6B43-4C60-5C6D-17DD54063288}"/>
                </a:ext>
              </a:extLst>
            </p:cNvPr>
            <p:cNvCxnSpPr>
              <a:cxnSpLocks/>
              <a:stCxn id="3199" idx="6"/>
              <a:endCxn id="3200"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sp>
        <p:nvSpPr>
          <p:cNvPr id="3228" name="Google Shape;3420;p72">
            <a:extLst>
              <a:ext uri="{FF2B5EF4-FFF2-40B4-BE49-F238E27FC236}">
                <a16:creationId xmlns:a16="http://schemas.microsoft.com/office/drawing/2014/main" id="{03B25AC9-97EE-B682-D339-8BD9F39BB2C4}"/>
              </a:ext>
            </a:extLst>
          </p:cNvPr>
          <p:cNvSpPr/>
          <p:nvPr/>
        </p:nvSpPr>
        <p:spPr>
          <a:xfrm>
            <a:off x="3463365" y="2807831"/>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CAR2</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TESLA</a:t>
            </a:r>
          </a:p>
          <a:p>
            <a:pPr defTabSz="1219170">
              <a:buClr>
                <a:srgbClr val="000000"/>
              </a:buClr>
            </a:pPr>
            <a:r>
              <a:rPr lang="en-US" sz="1200" kern="0" dirty="0">
                <a:solidFill>
                  <a:schemeClr val="bg1"/>
                </a:solidFill>
                <a:latin typeface="Arial"/>
                <a:cs typeface="Arial"/>
                <a:sym typeface="Arial"/>
              </a:rPr>
              <a:t>MODEL Y</a:t>
            </a:r>
          </a:p>
          <a:p>
            <a:pPr defTabSz="1219170">
              <a:buClr>
                <a:srgbClr val="000000"/>
              </a:buClr>
            </a:pPr>
            <a:r>
              <a:rPr lang="en-US" sz="1200" kern="0" dirty="0">
                <a:solidFill>
                  <a:schemeClr val="bg1"/>
                </a:solidFill>
                <a:latin typeface="Arial"/>
                <a:cs typeface="Arial"/>
                <a:sym typeface="Arial"/>
              </a:rPr>
              <a:t>250 KM/H</a:t>
            </a:r>
          </a:p>
        </p:txBody>
      </p:sp>
      <p:sp>
        <p:nvSpPr>
          <p:cNvPr id="3229" name="Google Shape;3420;p72">
            <a:extLst>
              <a:ext uri="{FF2B5EF4-FFF2-40B4-BE49-F238E27FC236}">
                <a16:creationId xmlns:a16="http://schemas.microsoft.com/office/drawing/2014/main" id="{14DEE976-151F-4CA8-0BAB-672CE43BCF70}"/>
              </a:ext>
            </a:extLst>
          </p:cNvPr>
          <p:cNvSpPr/>
          <p:nvPr/>
        </p:nvSpPr>
        <p:spPr>
          <a:xfrm>
            <a:off x="1614395" y="2807831"/>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CAR1</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VOLVO</a:t>
            </a:r>
          </a:p>
          <a:p>
            <a:pPr defTabSz="1219170">
              <a:buClr>
                <a:srgbClr val="000000"/>
              </a:buClr>
            </a:pPr>
            <a:r>
              <a:rPr lang="en-US" sz="1200" kern="0" dirty="0">
                <a:solidFill>
                  <a:schemeClr val="bg1"/>
                </a:solidFill>
                <a:latin typeface="Arial"/>
                <a:cs typeface="Arial"/>
                <a:sym typeface="Arial"/>
              </a:rPr>
              <a:t>XC90</a:t>
            </a:r>
          </a:p>
          <a:p>
            <a:pPr defTabSz="1219170">
              <a:buClr>
                <a:srgbClr val="000000"/>
              </a:buClr>
            </a:pPr>
            <a:r>
              <a:rPr lang="en-US" sz="1200" kern="0" dirty="0">
                <a:solidFill>
                  <a:schemeClr val="bg1"/>
                </a:solidFill>
                <a:latin typeface="Arial"/>
                <a:cs typeface="Arial"/>
                <a:sym typeface="Arial"/>
              </a:rPr>
              <a:t>180 KM/H</a:t>
            </a:r>
          </a:p>
        </p:txBody>
      </p:sp>
      <p:sp>
        <p:nvSpPr>
          <p:cNvPr id="3230" name="Google Shape;3420;p72">
            <a:extLst>
              <a:ext uri="{FF2B5EF4-FFF2-40B4-BE49-F238E27FC236}">
                <a16:creationId xmlns:a16="http://schemas.microsoft.com/office/drawing/2014/main" id="{8F15B40A-C0AC-3525-0356-F6FB129F77F9}"/>
              </a:ext>
            </a:extLst>
          </p:cNvPr>
          <p:cNvSpPr/>
          <p:nvPr/>
        </p:nvSpPr>
        <p:spPr>
          <a:xfrm>
            <a:off x="7161305" y="2807829"/>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CAR4</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FORD</a:t>
            </a:r>
          </a:p>
          <a:p>
            <a:pPr defTabSz="1219170">
              <a:buClr>
                <a:srgbClr val="000000"/>
              </a:buClr>
            </a:pPr>
            <a:r>
              <a:rPr lang="en-US" sz="1200" kern="0" dirty="0">
                <a:solidFill>
                  <a:schemeClr val="bg1"/>
                </a:solidFill>
                <a:latin typeface="Arial"/>
                <a:cs typeface="Arial"/>
                <a:sym typeface="Arial"/>
              </a:rPr>
              <a:t>RAPTOR</a:t>
            </a:r>
          </a:p>
          <a:p>
            <a:pPr defTabSz="1219170">
              <a:buClr>
                <a:srgbClr val="000000"/>
              </a:buClr>
            </a:pPr>
            <a:r>
              <a:rPr lang="en-US" sz="1200" kern="0" dirty="0">
                <a:solidFill>
                  <a:schemeClr val="bg1"/>
                </a:solidFill>
                <a:latin typeface="Arial"/>
                <a:cs typeface="Arial"/>
                <a:sym typeface="Arial"/>
              </a:rPr>
              <a:t>180 KM/H</a:t>
            </a:r>
          </a:p>
        </p:txBody>
      </p:sp>
      <p:sp>
        <p:nvSpPr>
          <p:cNvPr id="3231" name="Google Shape;3420;p72">
            <a:extLst>
              <a:ext uri="{FF2B5EF4-FFF2-40B4-BE49-F238E27FC236}">
                <a16:creationId xmlns:a16="http://schemas.microsoft.com/office/drawing/2014/main" id="{513C055B-4A95-EEEB-30F3-660524FFD987}"/>
              </a:ext>
            </a:extLst>
          </p:cNvPr>
          <p:cNvSpPr/>
          <p:nvPr/>
        </p:nvSpPr>
        <p:spPr>
          <a:xfrm>
            <a:off x="5312335" y="2807830"/>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CAR3</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LEXUS</a:t>
            </a:r>
          </a:p>
          <a:p>
            <a:pPr defTabSz="1219170">
              <a:buClr>
                <a:srgbClr val="000000"/>
              </a:buClr>
            </a:pPr>
            <a:r>
              <a:rPr lang="en-US" sz="1200" kern="0" dirty="0">
                <a:solidFill>
                  <a:schemeClr val="bg1"/>
                </a:solidFill>
                <a:latin typeface="Arial"/>
                <a:cs typeface="Arial"/>
                <a:sym typeface="Arial"/>
              </a:rPr>
              <a:t>RX</a:t>
            </a:r>
          </a:p>
          <a:p>
            <a:pPr defTabSz="1219170">
              <a:buClr>
                <a:srgbClr val="000000"/>
              </a:buClr>
            </a:pPr>
            <a:r>
              <a:rPr lang="en-US" sz="1200" kern="0" dirty="0">
                <a:solidFill>
                  <a:schemeClr val="bg1"/>
                </a:solidFill>
                <a:latin typeface="Arial"/>
                <a:cs typeface="Arial"/>
                <a:sym typeface="Arial"/>
              </a:rPr>
              <a:t>210 KM/H</a:t>
            </a:r>
          </a:p>
        </p:txBody>
      </p:sp>
      <p:sp>
        <p:nvSpPr>
          <p:cNvPr id="3232" name="Google Shape;3420;p72">
            <a:extLst>
              <a:ext uri="{FF2B5EF4-FFF2-40B4-BE49-F238E27FC236}">
                <a16:creationId xmlns:a16="http://schemas.microsoft.com/office/drawing/2014/main" id="{ABFB24A7-00A5-C7C5-63DB-BC0B767A676C}"/>
              </a:ext>
            </a:extLst>
          </p:cNvPr>
          <p:cNvSpPr/>
          <p:nvPr/>
        </p:nvSpPr>
        <p:spPr>
          <a:xfrm>
            <a:off x="9010275" y="2807828"/>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CAR5</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MAZDA</a:t>
            </a:r>
            <a:endParaRPr lang="ar-EG" sz="1200" kern="0" dirty="0">
              <a:solidFill>
                <a:schemeClr val="bg1"/>
              </a:solidFill>
              <a:latin typeface="Arial"/>
              <a:cs typeface="Arial"/>
              <a:sym typeface="Arial"/>
            </a:endParaRPr>
          </a:p>
          <a:p>
            <a:pPr defTabSz="1219170">
              <a:buClr>
                <a:srgbClr val="000000"/>
              </a:buClr>
            </a:pPr>
            <a:r>
              <a:rPr lang="ar-EG" sz="1200" kern="0" dirty="0">
                <a:solidFill>
                  <a:schemeClr val="bg1"/>
                </a:solidFill>
                <a:latin typeface="Arial"/>
                <a:cs typeface="Arial"/>
                <a:sym typeface="Arial"/>
              </a:rPr>
              <a:t>3</a:t>
            </a:r>
            <a:endParaRPr lang="en-US" sz="1200"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1</a:t>
            </a:r>
            <a:r>
              <a:rPr lang="ar-EG" sz="1200" kern="0" dirty="0">
                <a:solidFill>
                  <a:schemeClr val="bg1"/>
                </a:solidFill>
                <a:latin typeface="Arial"/>
                <a:cs typeface="Arial"/>
                <a:sym typeface="Arial"/>
              </a:rPr>
              <a:t>9</a:t>
            </a:r>
            <a:r>
              <a:rPr lang="en-US" sz="1200" kern="0" dirty="0">
                <a:solidFill>
                  <a:schemeClr val="bg1"/>
                </a:solidFill>
                <a:latin typeface="Arial"/>
                <a:cs typeface="Arial"/>
                <a:sym typeface="Arial"/>
              </a:rPr>
              <a:t>0 KM/H</a:t>
            </a:r>
          </a:p>
        </p:txBody>
      </p:sp>
      <p:sp>
        <p:nvSpPr>
          <p:cNvPr id="3233" name="Google Shape;3420;p72">
            <a:extLst>
              <a:ext uri="{FF2B5EF4-FFF2-40B4-BE49-F238E27FC236}">
                <a16:creationId xmlns:a16="http://schemas.microsoft.com/office/drawing/2014/main" id="{FB60C574-58E8-9521-04C0-C01CDE945208}"/>
              </a:ext>
            </a:extLst>
          </p:cNvPr>
          <p:cNvSpPr/>
          <p:nvPr/>
        </p:nvSpPr>
        <p:spPr>
          <a:xfrm>
            <a:off x="3463365" y="4262764"/>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CAR7</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SUBARU</a:t>
            </a:r>
          </a:p>
          <a:p>
            <a:pPr defTabSz="1219170">
              <a:buClr>
                <a:srgbClr val="000000"/>
              </a:buClr>
            </a:pPr>
            <a:r>
              <a:rPr lang="en-US" sz="1200" kern="0" dirty="0">
                <a:solidFill>
                  <a:schemeClr val="bg1"/>
                </a:solidFill>
                <a:latin typeface="Arial"/>
                <a:cs typeface="Arial"/>
                <a:sym typeface="Arial"/>
              </a:rPr>
              <a:t>OUTBACK</a:t>
            </a:r>
          </a:p>
          <a:p>
            <a:pPr defTabSz="1219170">
              <a:buClr>
                <a:srgbClr val="000000"/>
              </a:buClr>
            </a:pPr>
            <a:r>
              <a:rPr lang="en-US" sz="1200" kern="0" dirty="0">
                <a:solidFill>
                  <a:schemeClr val="bg1"/>
                </a:solidFill>
                <a:latin typeface="Arial"/>
                <a:cs typeface="Arial"/>
                <a:sym typeface="Arial"/>
              </a:rPr>
              <a:t>200 KM/H</a:t>
            </a:r>
          </a:p>
        </p:txBody>
      </p:sp>
      <p:sp>
        <p:nvSpPr>
          <p:cNvPr id="3234" name="Google Shape;3420;p72">
            <a:extLst>
              <a:ext uri="{FF2B5EF4-FFF2-40B4-BE49-F238E27FC236}">
                <a16:creationId xmlns:a16="http://schemas.microsoft.com/office/drawing/2014/main" id="{6823F5DF-9B25-F0FD-14DC-EFC604400D4D}"/>
              </a:ext>
            </a:extLst>
          </p:cNvPr>
          <p:cNvSpPr/>
          <p:nvPr/>
        </p:nvSpPr>
        <p:spPr>
          <a:xfrm>
            <a:off x="1614395" y="4262764"/>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CAR6</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AUDI</a:t>
            </a:r>
          </a:p>
          <a:p>
            <a:pPr defTabSz="1219170">
              <a:buClr>
                <a:srgbClr val="000000"/>
              </a:buClr>
            </a:pPr>
            <a:r>
              <a:rPr lang="en-US" sz="1200" kern="0" dirty="0">
                <a:solidFill>
                  <a:schemeClr val="bg1"/>
                </a:solidFill>
                <a:latin typeface="Arial"/>
                <a:cs typeface="Arial"/>
                <a:sym typeface="Arial"/>
              </a:rPr>
              <a:t>A4</a:t>
            </a:r>
          </a:p>
          <a:p>
            <a:pPr defTabSz="1219170">
              <a:buClr>
                <a:srgbClr val="000000"/>
              </a:buClr>
            </a:pPr>
            <a:r>
              <a:rPr lang="en-US" sz="1200" kern="0" dirty="0">
                <a:solidFill>
                  <a:schemeClr val="bg1"/>
                </a:solidFill>
                <a:latin typeface="Arial"/>
                <a:cs typeface="Arial"/>
                <a:sym typeface="Arial"/>
              </a:rPr>
              <a:t>240 KM/H</a:t>
            </a:r>
          </a:p>
        </p:txBody>
      </p:sp>
      <p:sp>
        <p:nvSpPr>
          <p:cNvPr id="3235" name="Google Shape;3420;p72">
            <a:extLst>
              <a:ext uri="{FF2B5EF4-FFF2-40B4-BE49-F238E27FC236}">
                <a16:creationId xmlns:a16="http://schemas.microsoft.com/office/drawing/2014/main" id="{52018349-EE0E-58A7-7EF2-149485DAC34F}"/>
              </a:ext>
            </a:extLst>
          </p:cNvPr>
          <p:cNvSpPr/>
          <p:nvPr/>
        </p:nvSpPr>
        <p:spPr>
          <a:xfrm>
            <a:off x="7161305" y="4262762"/>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CAR9</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PORSCHE</a:t>
            </a:r>
          </a:p>
          <a:p>
            <a:pPr defTabSz="1219170">
              <a:buClr>
                <a:srgbClr val="000000"/>
              </a:buClr>
            </a:pPr>
            <a:r>
              <a:rPr lang="en-US" sz="1200" kern="0" dirty="0">
                <a:solidFill>
                  <a:schemeClr val="bg1"/>
                </a:solidFill>
                <a:latin typeface="Arial"/>
                <a:cs typeface="Arial"/>
                <a:sym typeface="Arial"/>
              </a:rPr>
              <a:t>911</a:t>
            </a:r>
          </a:p>
          <a:p>
            <a:pPr defTabSz="1219170">
              <a:buClr>
                <a:srgbClr val="000000"/>
              </a:buClr>
            </a:pPr>
            <a:r>
              <a:rPr lang="en-US" sz="1200" kern="0" dirty="0">
                <a:solidFill>
                  <a:schemeClr val="bg1"/>
                </a:solidFill>
                <a:latin typeface="Arial"/>
                <a:cs typeface="Arial"/>
                <a:sym typeface="Arial"/>
              </a:rPr>
              <a:t>320 KM/H</a:t>
            </a:r>
          </a:p>
        </p:txBody>
      </p:sp>
      <p:sp>
        <p:nvSpPr>
          <p:cNvPr id="3236" name="Google Shape;3420;p72">
            <a:extLst>
              <a:ext uri="{FF2B5EF4-FFF2-40B4-BE49-F238E27FC236}">
                <a16:creationId xmlns:a16="http://schemas.microsoft.com/office/drawing/2014/main" id="{5375439E-6E84-595C-9882-5CCB96A3C57B}"/>
              </a:ext>
            </a:extLst>
          </p:cNvPr>
          <p:cNvSpPr/>
          <p:nvPr/>
        </p:nvSpPr>
        <p:spPr>
          <a:xfrm>
            <a:off x="5312335" y="4262763"/>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CAR8</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HYUNDAI</a:t>
            </a:r>
          </a:p>
          <a:p>
            <a:pPr defTabSz="1219170">
              <a:buClr>
                <a:srgbClr val="000000"/>
              </a:buClr>
            </a:pPr>
            <a:r>
              <a:rPr lang="en-US" sz="1200" kern="0" dirty="0">
                <a:solidFill>
                  <a:schemeClr val="bg1"/>
                </a:solidFill>
                <a:latin typeface="Arial"/>
                <a:cs typeface="Arial"/>
                <a:sym typeface="Arial"/>
              </a:rPr>
              <a:t>ELANTRA</a:t>
            </a:r>
          </a:p>
          <a:p>
            <a:pPr defTabSz="1219170">
              <a:buClr>
                <a:srgbClr val="000000"/>
              </a:buClr>
            </a:pPr>
            <a:r>
              <a:rPr lang="en-US" sz="1200" kern="0" dirty="0">
                <a:solidFill>
                  <a:schemeClr val="bg1"/>
                </a:solidFill>
                <a:latin typeface="Arial"/>
                <a:cs typeface="Arial"/>
                <a:sym typeface="Arial"/>
              </a:rPr>
              <a:t>185 KM/H</a:t>
            </a:r>
          </a:p>
        </p:txBody>
      </p:sp>
      <p:sp>
        <p:nvSpPr>
          <p:cNvPr id="3237" name="Google Shape;3420;p72">
            <a:extLst>
              <a:ext uri="{FF2B5EF4-FFF2-40B4-BE49-F238E27FC236}">
                <a16:creationId xmlns:a16="http://schemas.microsoft.com/office/drawing/2014/main" id="{653DC2D1-E9D5-EC62-20A7-DBE989514492}"/>
              </a:ext>
            </a:extLst>
          </p:cNvPr>
          <p:cNvSpPr/>
          <p:nvPr/>
        </p:nvSpPr>
        <p:spPr>
          <a:xfrm>
            <a:off x="9010275" y="4262761"/>
            <a:ext cx="1567330" cy="1125751"/>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600" b="1" u="sng" kern="0" dirty="0">
                <a:solidFill>
                  <a:schemeClr val="bg1"/>
                </a:solidFill>
                <a:latin typeface="Arial"/>
                <a:cs typeface="Arial"/>
                <a:sym typeface="Arial"/>
              </a:rPr>
              <a:t>CAR….</a:t>
            </a:r>
          </a:p>
          <a:p>
            <a:pPr algn="ctr" defTabSz="1219170">
              <a:buClr>
                <a:srgbClr val="000000"/>
              </a:buClr>
            </a:pPr>
            <a:endParaRPr lang="en-US" sz="600" b="1" u="sng" kern="0" dirty="0">
              <a:solidFill>
                <a:schemeClr val="bg1"/>
              </a:solidFill>
              <a:latin typeface="Arial"/>
              <a:cs typeface="Arial"/>
              <a:sym typeface="Arial"/>
            </a:endParaRPr>
          </a:p>
          <a:p>
            <a:pPr defTabSz="1219170">
              <a:buClr>
                <a:srgbClr val="000000"/>
              </a:buClr>
            </a:pPr>
            <a:r>
              <a:rPr lang="en-US" sz="1200" kern="0" dirty="0">
                <a:solidFill>
                  <a:schemeClr val="bg1"/>
                </a:solidFill>
                <a:latin typeface="Arial"/>
                <a:cs typeface="Arial"/>
                <a:sym typeface="Arial"/>
              </a:rPr>
              <a:t>…</a:t>
            </a:r>
          </a:p>
          <a:p>
            <a:pPr defTabSz="1219170">
              <a:buClr>
                <a:srgbClr val="000000"/>
              </a:buClr>
            </a:pPr>
            <a:r>
              <a:rPr lang="en-US" sz="1200" kern="0" dirty="0">
                <a:solidFill>
                  <a:schemeClr val="bg1"/>
                </a:solidFill>
                <a:latin typeface="Arial"/>
                <a:cs typeface="Arial"/>
                <a:sym typeface="Arial"/>
              </a:rPr>
              <a:t>…</a:t>
            </a:r>
          </a:p>
          <a:p>
            <a:pPr defTabSz="1219170">
              <a:buClr>
                <a:srgbClr val="000000"/>
              </a:buClr>
            </a:pPr>
            <a:r>
              <a:rPr lang="en-US" sz="1200" kern="0" dirty="0">
                <a:solidFill>
                  <a:schemeClr val="bg1"/>
                </a:solidFill>
                <a:latin typeface="Arial"/>
                <a:cs typeface="Arial"/>
                <a:sym typeface="Arial"/>
              </a:rPr>
              <a:t>…</a:t>
            </a:r>
          </a:p>
        </p:txBody>
      </p:sp>
      <p:grpSp>
        <p:nvGrpSpPr>
          <p:cNvPr id="3238" name="Google Shape;1578;p25">
            <a:extLst>
              <a:ext uri="{FF2B5EF4-FFF2-40B4-BE49-F238E27FC236}">
                <a16:creationId xmlns:a16="http://schemas.microsoft.com/office/drawing/2014/main" id="{4A840B9E-7792-E24D-06F2-446BD4DA4BAC}"/>
              </a:ext>
            </a:extLst>
          </p:cNvPr>
          <p:cNvGrpSpPr/>
          <p:nvPr/>
        </p:nvGrpSpPr>
        <p:grpSpPr>
          <a:xfrm rot="5400000">
            <a:off x="12356655" y="6083505"/>
            <a:ext cx="5630517" cy="5451748"/>
            <a:chOff x="8129425" y="2555026"/>
            <a:chExt cx="4222888" cy="4088811"/>
          </a:xfrm>
        </p:grpSpPr>
        <p:sp>
          <p:nvSpPr>
            <p:cNvPr id="3239" name="Google Shape;1579;p25">
              <a:extLst>
                <a:ext uri="{FF2B5EF4-FFF2-40B4-BE49-F238E27FC236}">
                  <a16:creationId xmlns:a16="http://schemas.microsoft.com/office/drawing/2014/main" id="{1121EFAF-1C9A-09C7-7A87-3687B11500F3}"/>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0" name="Google Shape;1580;p25">
              <a:extLst>
                <a:ext uri="{FF2B5EF4-FFF2-40B4-BE49-F238E27FC236}">
                  <a16:creationId xmlns:a16="http://schemas.microsoft.com/office/drawing/2014/main" id="{712A9188-8D62-D5A5-774F-4E7B433FB005}"/>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1" name="Google Shape;1581;p25">
              <a:extLst>
                <a:ext uri="{FF2B5EF4-FFF2-40B4-BE49-F238E27FC236}">
                  <a16:creationId xmlns:a16="http://schemas.microsoft.com/office/drawing/2014/main" id="{922DC8A2-B43C-30B5-33C7-766805CDDDA6}"/>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2" name="Google Shape;1582;p25">
              <a:extLst>
                <a:ext uri="{FF2B5EF4-FFF2-40B4-BE49-F238E27FC236}">
                  <a16:creationId xmlns:a16="http://schemas.microsoft.com/office/drawing/2014/main" id="{B2E73581-9076-913C-5332-AE7D8FE1782F}"/>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3" name="Google Shape;1583;p25">
              <a:extLst>
                <a:ext uri="{FF2B5EF4-FFF2-40B4-BE49-F238E27FC236}">
                  <a16:creationId xmlns:a16="http://schemas.microsoft.com/office/drawing/2014/main" id="{846B9F17-D297-251B-AE84-6ACF71D6FC40}"/>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4" name="Google Shape;1584;p25">
              <a:extLst>
                <a:ext uri="{FF2B5EF4-FFF2-40B4-BE49-F238E27FC236}">
                  <a16:creationId xmlns:a16="http://schemas.microsoft.com/office/drawing/2014/main" id="{39A8B9FB-E6B3-83AD-5753-B25B033FEF59}"/>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5" name="Google Shape;1585;p25">
              <a:extLst>
                <a:ext uri="{FF2B5EF4-FFF2-40B4-BE49-F238E27FC236}">
                  <a16:creationId xmlns:a16="http://schemas.microsoft.com/office/drawing/2014/main" id="{C6EE7001-B816-8E99-8313-CDBD48CFC865}"/>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6" name="Google Shape;1586;p25">
              <a:extLst>
                <a:ext uri="{FF2B5EF4-FFF2-40B4-BE49-F238E27FC236}">
                  <a16:creationId xmlns:a16="http://schemas.microsoft.com/office/drawing/2014/main" id="{CB0D2832-6506-CE8D-1232-45198B6CEB43}"/>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247" name="Google Shape;1587;p25">
            <a:extLst>
              <a:ext uri="{FF2B5EF4-FFF2-40B4-BE49-F238E27FC236}">
                <a16:creationId xmlns:a16="http://schemas.microsoft.com/office/drawing/2014/main" id="{927D6643-AEA8-AEBD-4171-19851FE29596}"/>
              </a:ext>
            </a:extLst>
          </p:cNvPr>
          <p:cNvGrpSpPr/>
          <p:nvPr/>
        </p:nvGrpSpPr>
        <p:grpSpPr>
          <a:xfrm flipH="1">
            <a:off x="11298952" y="-16928987"/>
            <a:ext cx="4962601" cy="16181231"/>
            <a:chOff x="-3170262" y="3452177"/>
            <a:chExt cx="3721951" cy="12135923"/>
          </a:xfrm>
        </p:grpSpPr>
        <p:sp>
          <p:nvSpPr>
            <p:cNvPr id="3248" name="Google Shape;1588;p25">
              <a:extLst>
                <a:ext uri="{FF2B5EF4-FFF2-40B4-BE49-F238E27FC236}">
                  <a16:creationId xmlns:a16="http://schemas.microsoft.com/office/drawing/2014/main" id="{B3719BD3-18E8-5AAD-2899-15E971D4686D}"/>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9" name="Google Shape;1589;p25">
              <a:extLst>
                <a:ext uri="{FF2B5EF4-FFF2-40B4-BE49-F238E27FC236}">
                  <a16:creationId xmlns:a16="http://schemas.microsoft.com/office/drawing/2014/main" id="{DCE5813B-F038-F3BE-F14F-E68CEA68CABF}"/>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0" name="Google Shape;1590;p25">
              <a:extLst>
                <a:ext uri="{FF2B5EF4-FFF2-40B4-BE49-F238E27FC236}">
                  <a16:creationId xmlns:a16="http://schemas.microsoft.com/office/drawing/2014/main" id="{C2579210-C23E-2AD7-4179-DB576A83DBA1}"/>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1" name="Google Shape;1591;p25">
              <a:extLst>
                <a:ext uri="{FF2B5EF4-FFF2-40B4-BE49-F238E27FC236}">
                  <a16:creationId xmlns:a16="http://schemas.microsoft.com/office/drawing/2014/main" id="{F4A1D272-A4A1-0088-E140-8AF3368F413D}"/>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2" name="Google Shape;1592;p25">
              <a:extLst>
                <a:ext uri="{FF2B5EF4-FFF2-40B4-BE49-F238E27FC236}">
                  <a16:creationId xmlns:a16="http://schemas.microsoft.com/office/drawing/2014/main" id="{F7C00D81-8319-6A47-C7AB-BD903DC95397}"/>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3" name="Google Shape;1593;p25">
              <a:extLst>
                <a:ext uri="{FF2B5EF4-FFF2-40B4-BE49-F238E27FC236}">
                  <a16:creationId xmlns:a16="http://schemas.microsoft.com/office/drawing/2014/main" id="{63EEA848-5CB5-8EF2-3117-4D6212F578B0}"/>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4" name="Google Shape;1594;p25">
              <a:extLst>
                <a:ext uri="{FF2B5EF4-FFF2-40B4-BE49-F238E27FC236}">
                  <a16:creationId xmlns:a16="http://schemas.microsoft.com/office/drawing/2014/main" id="{287D670C-F86B-EE3D-F5C6-F74EA7AB3B4B}"/>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5" name="Google Shape;1595;p25">
              <a:extLst>
                <a:ext uri="{FF2B5EF4-FFF2-40B4-BE49-F238E27FC236}">
                  <a16:creationId xmlns:a16="http://schemas.microsoft.com/office/drawing/2014/main" id="{D19B2D1E-C95A-A927-BEA6-930EE57FC77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6" name="Google Shape;1596;p25">
              <a:extLst>
                <a:ext uri="{FF2B5EF4-FFF2-40B4-BE49-F238E27FC236}">
                  <a16:creationId xmlns:a16="http://schemas.microsoft.com/office/drawing/2014/main" id="{FD98239B-E15A-4327-1DD9-8B1DA55C7D45}"/>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7" name="Google Shape;1597;p25">
              <a:extLst>
                <a:ext uri="{FF2B5EF4-FFF2-40B4-BE49-F238E27FC236}">
                  <a16:creationId xmlns:a16="http://schemas.microsoft.com/office/drawing/2014/main" id="{723CD491-FFDF-F4E7-B5E6-58970C905FD1}"/>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8" name="Google Shape;1598;p25">
              <a:extLst>
                <a:ext uri="{FF2B5EF4-FFF2-40B4-BE49-F238E27FC236}">
                  <a16:creationId xmlns:a16="http://schemas.microsoft.com/office/drawing/2014/main" id="{4018B7C9-E8BE-C71F-0B61-2CF6D87747CB}"/>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9" name="Google Shape;1599;p25">
              <a:extLst>
                <a:ext uri="{FF2B5EF4-FFF2-40B4-BE49-F238E27FC236}">
                  <a16:creationId xmlns:a16="http://schemas.microsoft.com/office/drawing/2014/main" id="{E2F80D13-D9CA-7825-A6B2-D5F9005A5B8F}"/>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0" name="Google Shape;1600;p25">
              <a:extLst>
                <a:ext uri="{FF2B5EF4-FFF2-40B4-BE49-F238E27FC236}">
                  <a16:creationId xmlns:a16="http://schemas.microsoft.com/office/drawing/2014/main" id="{23291306-882A-F2C4-6149-385DF8082FD6}"/>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1" name="Google Shape;1601;p25">
              <a:extLst>
                <a:ext uri="{FF2B5EF4-FFF2-40B4-BE49-F238E27FC236}">
                  <a16:creationId xmlns:a16="http://schemas.microsoft.com/office/drawing/2014/main" id="{847A4A50-A48C-0D6D-4D97-ACB84A10A1DC}"/>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2" name="Google Shape;1602;p25">
              <a:extLst>
                <a:ext uri="{FF2B5EF4-FFF2-40B4-BE49-F238E27FC236}">
                  <a16:creationId xmlns:a16="http://schemas.microsoft.com/office/drawing/2014/main" id="{972235CD-EA75-1146-FC95-1B1C7A6A862F}"/>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3" name="Google Shape;1603;p25">
              <a:extLst>
                <a:ext uri="{FF2B5EF4-FFF2-40B4-BE49-F238E27FC236}">
                  <a16:creationId xmlns:a16="http://schemas.microsoft.com/office/drawing/2014/main" id="{81972E43-6517-7012-AAA3-968AC96E50EB}"/>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4" name="Google Shape;1604;p25">
              <a:extLst>
                <a:ext uri="{FF2B5EF4-FFF2-40B4-BE49-F238E27FC236}">
                  <a16:creationId xmlns:a16="http://schemas.microsoft.com/office/drawing/2014/main" id="{7A3B9FAB-45E6-CC07-7EDF-D9187A5D3D4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5" name="Google Shape;1605;p25">
              <a:extLst>
                <a:ext uri="{FF2B5EF4-FFF2-40B4-BE49-F238E27FC236}">
                  <a16:creationId xmlns:a16="http://schemas.microsoft.com/office/drawing/2014/main" id="{7E875446-DEDE-A2B5-2766-E0D4F15EAE24}"/>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6" name="Google Shape;1606;p25">
              <a:extLst>
                <a:ext uri="{FF2B5EF4-FFF2-40B4-BE49-F238E27FC236}">
                  <a16:creationId xmlns:a16="http://schemas.microsoft.com/office/drawing/2014/main" id="{423927C4-6531-D31E-35BD-F4E41EB47724}"/>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7" name="Google Shape;1607;p25">
              <a:extLst>
                <a:ext uri="{FF2B5EF4-FFF2-40B4-BE49-F238E27FC236}">
                  <a16:creationId xmlns:a16="http://schemas.microsoft.com/office/drawing/2014/main" id="{163E25E3-033D-B42D-00EB-3358CE7D77FE}"/>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8" name="Google Shape;1608;p25">
              <a:extLst>
                <a:ext uri="{FF2B5EF4-FFF2-40B4-BE49-F238E27FC236}">
                  <a16:creationId xmlns:a16="http://schemas.microsoft.com/office/drawing/2014/main" id="{EBDB75C9-F67A-AFDE-3E48-3FD0D3D10B33}"/>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9" name="Google Shape;1609;p25">
              <a:extLst>
                <a:ext uri="{FF2B5EF4-FFF2-40B4-BE49-F238E27FC236}">
                  <a16:creationId xmlns:a16="http://schemas.microsoft.com/office/drawing/2014/main" id="{6D968C68-A421-0A8E-15DC-422D138B98FE}"/>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0" name="Google Shape;1610;p25">
              <a:extLst>
                <a:ext uri="{FF2B5EF4-FFF2-40B4-BE49-F238E27FC236}">
                  <a16:creationId xmlns:a16="http://schemas.microsoft.com/office/drawing/2014/main" id="{02153A54-9D50-3FA7-0885-0E43290B4497}"/>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1" name="Google Shape;1611;p25">
              <a:extLst>
                <a:ext uri="{FF2B5EF4-FFF2-40B4-BE49-F238E27FC236}">
                  <a16:creationId xmlns:a16="http://schemas.microsoft.com/office/drawing/2014/main" id="{1AA39FC6-F8FC-F4A6-0FE9-F3910D550D8D}"/>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2" name="Google Shape;1612;p25">
              <a:extLst>
                <a:ext uri="{FF2B5EF4-FFF2-40B4-BE49-F238E27FC236}">
                  <a16:creationId xmlns:a16="http://schemas.microsoft.com/office/drawing/2014/main" id="{0CD7A8AE-BBE1-DFA2-348D-4F2A28EA0F11}"/>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3" name="Google Shape;1613;p25">
              <a:extLst>
                <a:ext uri="{FF2B5EF4-FFF2-40B4-BE49-F238E27FC236}">
                  <a16:creationId xmlns:a16="http://schemas.microsoft.com/office/drawing/2014/main" id="{4642C184-292F-0BEC-23E9-6B16409958C7}"/>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4" name="Google Shape;1614;p25">
              <a:extLst>
                <a:ext uri="{FF2B5EF4-FFF2-40B4-BE49-F238E27FC236}">
                  <a16:creationId xmlns:a16="http://schemas.microsoft.com/office/drawing/2014/main" id="{55F27E89-7EFE-A47C-1494-0240893E4D1A}"/>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5" name="Google Shape;1615;p25">
              <a:extLst>
                <a:ext uri="{FF2B5EF4-FFF2-40B4-BE49-F238E27FC236}">
                  <a16:creationId xmlns:a16="http://schemas.microsoft.com/office/drawing/2014/main" id="{B4F89DE2-CE91-B352-A71E-D4C961984E7E}"/>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6" name="Google Shape;1616;p25">
              <a:extLst>
                <a:ext uri="{FF2B5EF4-FFF2-40B4-BE49-F238E27FC236}">
                  <a16:creationId xmlns:a16="http://schemas.microsoft.com/office/drawing/2014/main" id="{E119208C-CC0F-BDDD-E7DB-731F781BE2AD}"/>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7" name="Google Shape;1617;p25">
              <a:extLst>
                <a:ext uri="{FF2B5EF4-FFF2-40B4-BE49-F238E27FC236}">
                  <a16:creationId xmlns:a16="http://schemas.microsoft.com/office/drawing/2014/main" id="{292AD5A1-1553-44F9-102B-B7781206E246}"/>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8" name="Google Shape;1618;p25">
              <a:extLst>
                <a:ext uri="{FF2B5EF4-FFF2-40B4-BE49-F238E27FC236}">
                  <a16:creationId xmlns:a16="http://schemas.microsoft.com/office/drawing/2014/main" id="{4E7FAA24-520B-E27B-8D23-F4C9627AD365}"/>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9" name="Google Shape;1619;p25">
              <a:extLst>
                <a:ext uri="{FF2B5EF4-FFF2-40B4-BE49-F238E27FC236}">
                  <a16:creationId xmlns:a16="http://schemas.microsoft.com/office/drawing/2014/main" id="{25FF75E7-BD1B-C6F3-4361-59C6CE4C3431}"/>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0" name="Google Shape;1620;p25">
              <a:extLst>
                <a:ext uri="{FF2B5EF4-FFF2-40B4-BE49-F238E27FC236}">
                  <a16:creationId xmlns:a16="http://schemas.microsoft.com/office/drawing/2014/main" id="{7CEAD93E-6881-5671-E37A-C5DD602F3286}"/>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1" name="Google Shape;1621;p25">
              <a:extLst>
                <a:ext uri="{FF2B5EF4-FFF2-40B4-BE49-F238E27FC236}">
                  <a16:creationId xmlns:a16="http://schemas.microsoft.com/office/drawing/2014/main" id="{5F276478-D22C-DC45-85F3-895BA8D98101}"/>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2" name="Google Shape;1622;p25">
              <a:extLst>
                <a:ext uri="{FF2B5EF4-FFF2-40B4-BE49-F238E27FC236}">
                  <a16:creationId xmlns:a16="http://schemas.microsoft.com/office/drawing/2014/main" id="{C166DA1E-6450-C1D2-3F04-22CA9DA62298}"/>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3" name="Google Shape;1623;p25">
              <a:extLst>
                <a:ext uri="{FF2B5EF4-FFF2-40B4-BE49-F238E27FC236}">
                  <a16:creationId xmlns:a16="http://schemas.microsoft.com/office/drawing/2014/main" id="{63245643-B8A6-4E3A-1DE0-B60FCC584966}"/>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4" name="Google Shape;1624;p25">
              <a:extLst>
                <a:ext uri="{FF2B5EF4-FFF2-40B4-BE49-F238E27FC236}">
                  <a16:creationId xmlns:a16="http://schemas.microsoft.com/office/drawing/2014/main" id="{14BD7797-BD52-83DD-0BFB-774438E265A4}"/>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5" name="Google Shape;1625;p25">
              <a:extLst>
                <a:ext uri="{FF2B5EF4-FFF2-40B4-BE49-F238E27FC236}">
                  <a16:creationId xmlns:a16="http://schemas.microsoft.com/office/drawing/2014/main" id="{573F193F-28DD-D8BB-06CF-264C9FF466FF}"/>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6" name="Google Shape;1626;p25">
              <a:extLst>
                <a:ext uri="{FF2B5EF4-FFF2-40B4-BE49-F238E27FC236}">
                  <a16:creationId xmlns:a16="http://schemas.microsoft.com/office/drawing/2014/main" id="{9C542405-017A-0D62-FCC0-A53FAB51E8AB}"/>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7" name="Google Shape;1627;p25">
              <a:extLst>
                <a:ext uri="{FF2B5EF4-FFF2-40B4-BE49-F238E27FC236}">
                  <a16:creationId xmlns:a16="http://schemas.microsoft.com/office/drawing/2014/main" id="{E0A31186-170E-F64A-B3FF-5C6FEB3742F8}"/>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8" name="Google Shape;1628;p25">
              <a:extLst>
                <a:ext uri="{FF2B5EF4-FFF2-40B4-BE49-F238E27FC236}">
                  <a16:creationId xmlns:a16="http://schemas.microsoft.com/office/drawing/2014/main" id="{C6AAB884-E672-0917-992F-549DE96F1126}"/>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9" name="Google Shape;1629;p25">
              <a:extLst>
                <a:ext uri="{FF2B5EF4-FFF2-40B4-BE49-F238E27FC236}">
                  <a16:creationId xmlns:a16="http://schemas.microsoft.com/office/drawing/2014/main" id="{3266334A-86B5-0A33-9DF2-80159A39FF38}"/>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0" name="Google Shape;1630;p25">
              <a:extLst>
                <a:ext uri="{FF2B5EF4-FFF2-40B4-BE49-F238E27FC236}">
                  <a16:creationId xmlns:a16="http://schemas.microsoft.com/office/drawing/2014/main" id="{DC5C34BF-0D2B-6A9B-094A-D01EAEDDA7DF}"/>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1" name="Google Shape;1631;p25">
              <a:extLst>
                <a:ext uri="{FF2B5EF4-FFF2-40B4-BE49-F238E27FC236}">
                  <a16:creationId xmlns:a16="http://schemas.microsoft.com/office/drawing/2014/main" id="{E1B36648-81D8-DCB3-7F0B-BC0F3AF7D9DE}"/>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2" name="Google Shape;1632;p25">
              <a:extLst>
                <a:ext uri="{FF2B5EF4-FFF2-40B4-BE49-F238E27FC236}">
                  <a16:creationId xmlns:a16="http://schemas.microsoft.com/office/drawing/2014/main" id="{1C6EA9ED-2B0A-95F4-E222-82773F61AE83}"/>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3" name="Google Shape;1633;p25">
              <a:extLst>
                <a:ext uri="{FF2B5EF4-FFF2-40B4-BE49-F238E27FC236}">
                  <a16:creationId xmlns:a16="http://schemas.microsoft.com/office/drawing/2014/main" id="{6DE0B82F-CBD2-A7D4-2058-E1621DB4F674}"/>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4" name="Google Shape;1634;p25">
              <a:extLst>
                <a:ext uri="{FF2B5EF4-FFF2-40B4-BE49-F238E27FC236}">
                  <a16:creationId xmlns:a16="http://schemas.microsoft.com/office/drawing/2014/main" id="{3EED398B-8209-B4EA-0402-70A7C9642F29}"/>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5" name="Google Shape;1635;p25">
              <a:extLst>
                <a:ext uri="{FF2B5EF4-FFF2-40B4-BE49-F238E27FC236}">
                  <a16:creationId xmlns:a16="http://schemas.microsoft.com/office/drawing/2014/main" id="{DC9281AD-837D-7C82-E037-1C3F2A01EE51}"/>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6" name="Google Shape;1636;p25">
              <a:extLst>
                <a:ext uri="{FF2B5EF4-FFF2-40B4-BE49-F238E27FC236}">
                  <a16:creationId xmlns:a16="http://schemas.microsoft.com/office/drawing/2014/main" id="{D3B69374-A601-B35D-35FF-094D53CAC2FE}"/>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7" name="Google Shape;1637;p25">
              <a:extLst>
                <a:ext uri="{FF2B5EF4-FFF2-40B4-BE49-F238E27FC236}">
                  <a16:creationId xmlns:a16="http://schemas.microsoft.com/office/drawing/2014/main" id="{689CDB9C-4D6A-1736-E75E-5BA6B243C418}"/>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8" name="Google Shape;1638;p25">
              <a:extLst>
                <a:ext uri="{FF2B5EF4-FFF2-40B4-BE49-F238E27FC236}">
                  <a16:creationId xmlns:a16="http://schemas.microsoft.com/office/drawing/2014/main" id="{4F9F1AD3-C88A-3EA4-7A63-1FEE0F47B3C8}"/>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9" name="Google Shape;1639;p25">
              <a:extLst>
                <a:ext uri="{FF2B5EF4-FFF2-40B4-BE49-F238E27FC236}">
                  <a16:creationId xmlns:a16="http://schemas.microsoft.com/office/drawing/2014/main" id="{D6C511DC-0A67-1EE2-5F61-A1577ACAC930}"/>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0" name="Google Shape;1640;p25">
              <a:extLst>
                <a:ext uri="{FF2B5EF4-FFF2-40B4-BE49-F238E27FC236}">
                  <a16:creationId xmlns:a16="http://schemas.microsoft.com/office/drawing/2014/main" id="{C74E4042-A9A5-BB06-26B2-B40A75492903}"/>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1" name="Google Shape;1641;p25">
              <a:extLst>
                <a:ext uri="{FF2B5EF4-FFF2-40B4-BE49-F238E27FC236}">
                  <a16:creationId xmlns:a16="http://schemas.microsoft.com/office/drawing/2014/main" id="{C102575A-F66D-B14A-674B-D910F25824EE}"/>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2" name="Google Shape;1642;p25">
              <a:extLst>
                <a:ext uri="{FF2B5EF4-FFF2-40B4-BE49-F238E27FC236}">
                  <a16:creationId xmlns:a16="http://schemas.microsoft.com/office/drawing/2014/main" id="{3689E25D-ECA4-5265-94AF-4A265B3C0BB6}"/>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3" name="Google Shape;1643;p25">
              <a:extLst>
                <a:ext uri="{FF2B5EF4-FFF2-40B4-BE49-F238E27FC236}">
                  <a16:creationId xmlns:a16="http://schemas.microsoft.com/office/drawing/2014/main" id="{51610CB9-B582-7DBB-F57C-4CD7A8952B6E}"/>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04" name="Google Shape;1644;p25">
            <a:extLst>
              <a:ext uri="{FF2B5EF4-FFF2-40B4-BE49-F238E27FC236}">
                <a16:creationId xmlns:a16="http://schemas.microsoft.com/office/drawing/2014/main" id="{AA3D05EF-D18A-E30C-58F7-D5586AE7EA20}"/>
              </a:ext>
            </a:extLst>
          </p:cNvPr>
          <p:cNvGrpSpPr/>
          <p:nvPr/>
        </p:nvGrpSpPr>
        <p:grpSpPr>
          <a:xfrm flipH="1">
            <a:off x="-4075109" y="-20272557"/>
            <a:ext cx="5026084" cy="15144076"/>
            <a:chOff x="-2722250" y="-1079764"/>
            <a:chExt cx="3769563" cy="11358057"/>
          </a:xfrm>
        </p:grpSpPr>
        <p:sp>
          <p:nvSpPr>
            <p:cNvPr id="3305" name="Google Shape;1645;p25">
              <a:extLst>
                <a:ext uri="{FF2B5EF4-FFF2-40B4-BE49-F238E27FC236}">
                  <a16:creationId xmlns:a16="http://schemas.microsoft.com/office/drawing/2014/main" id="{897899C1-D1C7-98C3-BF15-662DF09EC2B3}"/>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6" name="Google Shape;1646;p25">
              <a:extLst>
                <a:ext uri="{FF2B5EF4-FFF2-40B4-BE49-F238E27FC236}">
                  <a16:creationId xmlns:a16="http://schemas.microsoft.com/office/drawing/2014/main" id="{CA5ACE76-B0CC-093C-AE69-C257DABE8F59}"/>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7" name="Google Shape;1647;p25">
              <a:extLst>
                <a:ext uri="{FF2B5EF4-FFF2-40B4-BE49-F238E27FC236}">
                  <a16:creationId xmlns:a16="http://schemas.microsoft.com/office/drawing/2014/main" id="{40F96560-942C-0FD0-00CE-EDCC081E937C}"/>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8" name="Google Shape;1648;p25">
              <a:extLst>
                <a:ext uri="{FF2B5EF4-FFF2-40B4-BE49-F238E27FC236}">
                  <a16:creationId xmlns:a16="http://schemas.microsoft.com/office/drawing/2014/main" id="{3DC861FB-48C7-251A-4D4C-0306C9131C82}"/>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309" name="Google Shape;1649;p25">
              <a:extLst>
                <a:ext uri="{FF2B5EF4-FFF2-40B4-BE49-F238E27FC236}">
                  <a16:creationId xmlns:a16="http://schemas.microsoft.com/office/drawing/2014/main" id="{1AE6FC16-779F-4086-CFE4-BF17ADD20D54}"/>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0" name="Google Shape;1650;p25">
              <a:extLst>
                <a:ext uri="{FF2B5EF4-FFF2-40B4-BE49-F238E27FC236}">
                  <a16:creationId xmlns:a16="http://schemas.microsoft.com/office/drawing/2014/main" id="{1D320230-6415-2A05-55B1-DA8B52B873C2}"/>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1" name="Google Shape;1651;p25">
              <a:extLst>
                <a:ext uri="{FF2B5EF4-FFF2-40B4-BE49-F238E27FC236}">
                  <a16:creationId xmlns:a16="http://schemas.microsoft.com/office/drawing/2014/main" id="{8F8864C9-C9A1-FC1C-177C-E430CBF7AEDE}"/>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2" name="Google Shape;1652;p25">
              <a:extLst>
                <a:ext uri="{FF2B5EF4-FFF2-40B4-BE49-F238E27FC236}">
                  <a16:creationId xmlns:a16="http://schemas.microsoft.com/office/drawing/2014/main" id="{17D070F7-05F2-D165-CD85-89C5A25EFA19}"/>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3" name="Google Shape;1653;p25">
              <a:extLst>
                <a:ext uri="{FF2B5EF4-FFF2-40B4-BE49-F238E27FC236}">
                  <a16:creationId xmlns:a16="http://schemas.microsoft.com/office/drawing/2014/main" id="{B7D2C72C-AD21-5071-B22F-CEE8BB49BC9C}"/>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4" name="Google Shape;1654;p25">
              <a:extLst>
                <a:ext uri="{FF2B5EF4-FFF2-40B4-BE49-F238E27FC236}">
                  <a16:creationId xmlns:a16="http://schemas.microsoft.com/office/drawing/2014/main" id="{FE91F8C8-5819-799B-8EF9-E10432D17FE5}"/>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5" name="Google Shape;1655;p25">
              <a:extLst>
                <a:ext uri="{FF2B5EF4-FFF2-40B4-BE49-F238E27FC236}">
                  <a16:creationId xmlns:a16="http://schemas.microsoft.com/office/drawing/2014/main" id="{FFCA396D-BAEE-0E6A-1834-73D743A7DA7A}"/>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6" name="Google Shape;1656;p25">
              <a:extLst>
                <a:ext uri="{FF2B5EF4-FFF2-40B4-BE49-F238E27FC236}">
                  <a16:creationId xmlns:a16="http://schemas.microsoft.com/office/drawing/2014/main" id="{B464548F-19EC-AEDE-293A-1E8AE4201449}"/>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7" name="Google Shape;1657;p25">
              <a:extLst>
                <a:ext uri="{FF2B5EF4-FFF2-40B4-BE49-F238E27FC236}">
                  <a16:creationId xmlns:a16="http://schemas.microsoft.com/office/drawing/2014/main" id="{3496E83B-5558-282F-E57B-923CADB4455F}"/>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8" name="Google Shape;1658;p25">
              <a:extLst>
                <a:ext uri="{FF2B5EF4-FFF2-40B4-BE49-F238E27FC236}">
                  <a16:creationId xmlns:a16="http://schemas.microsoft.com/office/drawing/2014/main" id="{D6CE74B5-DA65-1D64-536C-D0D829D39A8A}"/>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75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179">
          <a:extLst>
            <a:ext uri="{FF2B5EF4-FFF2-40B4-BE49-F238E27FC236}">
              <a16:creationId xmlns:a16="http://schemas.microsoft.com/office/drawing/2014/main" id="{2EDB77E3-AD2D-17A6-A2FC-C389A612292A}"/>
            </a:ext>
          </a:extLst>
        </p:cNvPr>
        <p:cNvGrpSpPr/>
        <p:nvPr/>
      </p:nvGrpSpPr>
      <p:grpSpPr>
        <a:xfrm>
          <a:off x="0" y="0"/>
          <a:ext cx="0" cy="0"/>
          <a:chOff x="0" y="0"/>
          <a:chExt cx="0" cy="0"/>
        </a:xfrm>
      </p:grpSpPr>
      <p:grpSp>
        <p:nvGrpSpPr>
          <p:cNvPr id="2" name="Google Shape;2120;p33">
            <a:extLst>
              <a:ext uri="{FF2B5EF4-FFF2-40B4-BE49-F238E27FC236}">
                <a16:creationId xmlns:a16="http://schemas.microsoft.com/office/drawing/2014/main" id="{8E9171E3-C1C6-9A99-6951-0FFFD434E805}"/>
              </a:ext>
            </a:extLst>
          </p:cNvPr>
          <p:cNvGrpSpPr/>
          <p:nvPr/>
        </p:nvGrpSpPr>
        <p:grpSpPr>
          <a:xfrm rot="5400000">
            <a:off x="3199274" y="4109352"/>
            <a:ext cx="317252" cy="4297983"/>
            <a:chOff x="8202950" y="1983213"/>
            <a:chExt cx="237939" cy="3223487"/>
          </a:xfrm>
        </p:grpSpPr>
        <p:sp>
          <p:nvSpPr>
            <p:cNvPr id="3" name="Google Shape;2121;p33">
              <a:extLst>
                <a:ext uri="{FF2B5EF4-FFF2-40B4-BE49-F238E27FC236}">
                  <a16:creationId xmlns:a16="http://schemas.microsoft.com/office/drawing/2014/main" id="{F22A7A5B-4137-94DD-01F4-4548D1F7C2BC}"/>
                </a:ext>
              </a:extLst>
            </p:cNvPr>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4" name="Google Shape;2122;p33">
              <a:extLst>
                <a:ext uri="{FF2B5EF4-FFF2-40B4-BE49-F238E27FC236}">
                  <a16:creationId xmlns:a16="http://schemas.microsoft.com/office/drawing/2014/main" id="{E6E2C48C-178C-5D50-5BAF-9C46A7677AAB}"/>
                </a:ext>
              </a:extLst>
            </p:cNvPr>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 name="Google Shape;2123;p33">
              <a:extLst>
                <a:ext uri="{FF2B5EF4-FFF2-40B4-BE49-F238E27FC236}">
                  <a16:creationId xmlns:a16="http://schemas.microsoft.com/office/drawing/2014/main" id="{457B44A1-516B-873D-D74F-E8423F6B03A0}"/>
                </a:ext>
              </a:extLst>
            </p:cNvPr>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6" name="Google Shape;2124;p33">
              <a:extLst>
                <a:ext uri="{FF2B5EF4-FFF2-40B4-BE49-F238E27FC236}">
                  <a16:creationId xmlns:a16="http://schemas.microsoft.com/office/drawing/2014/main" id="{77EDB296-B5A6-DFD7-A970-39465CD2A3B4}"/>
                </a:ext>
              </a:extLst>
            </p:cNvPr>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 name="Google Shape;2125;p33">
            <a:extLst>
              <a:ext uri="{FF2B5EF4-FFF2-40B4-BE49-F238E27FC236}">
                <a16:creationId xmlns:a16="http://schemas.microsoft.com/office/drawing/2014/main" id="{FCBD80D0-5808-8CA7-CFE4-A0AE74CF638F}"/>
              </a:ext>
            </a:extLst>
          </p:cNvPr>
          <p:cNvGrpSpPr/>
          <p:nvPr/>
        </p:nvGrpSpPr>
        <p:grpSpPr>
          <a:xfrm flipH="1">
            <a:off x="11241018" y="-7548205"/>
            <a:ext cx="4962601" cy="16181231"/>
            <a:chOff x="-3170262" y="3452177"/>
            <a:chExt cx="3721951" cy="12135923"/>
          </a:xfrm>
        </p:grpSpPr>
        <p:sp>
          <p:nvSpPr>
            <p:cNvPr id="8" name="Google Shape;2126;p33">
              <a:extLst>
                <a:ext uri="{FF2B5EF4-FFF2-40B4-BE49-F238E27FC236}">
                  <a16:creationId xmlns:a16="http://schemas.microsoft.com/office/drawing/2014/main" id="{C7721A82-267D-8E49-437C-61699C70ACDB}"/>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 name="Google Shape;2127;p33">
              <a:extLst>
                <a:ext uri="{FF2B5EF4-FFF2-40B4-BE49-F238E27FC236}">
                  <a16:creationId xmlns:a16="http://schemas.microsoft.com/office/drawing/2014/main" id="{636CFF22-31BD-6CB1-808B-587C252EB359}"/>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 name="Google Shape;2128;p33">
              <a:extLst>
                <a:ext uri="{FF2B5EF4-FFF2-40B4-BE49-F238E27FC236}">
                  <a16:creationId xmlns:a16="http://schemas.microsoft.com/office/drawing/2014/main" id="{3B050F69-CF56-77B1-687D-75D43CAFB2FE}"/>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2129;p33">
              <a:extLst>
                <a:ext uri="{FF2B5EF4-FFF2-40B4-BE49-F238E27FC236}">
                  <a16:creationId xmlns:a16="http://schemas.microsoft.com/office/drawing/2014/main" id="{6F558365-B2BB-1281-D84B-2A324A653575}"/>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2130;p33">
              <a:extLst>
                <a:ext uri="{FF2B5EF4-FFF2-40B4-BE49-F238E27FC236}">
                  <a16:creationId xmlns:a16="http://schemas.microsoft.com/office/drawing/2014/main" id="{C2CC8B82-18B8-1881-9DB9-28CB88569E30}"/>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2131;p33">
              <a:extLst>
                <a:ext uri="{FF2B5EF4-FFF2-40B4-BE49-F238E27FC236}">
                  <a16:creationId xmlns:a16="http://schemas.microsoft.com/office/drawing/2014/main" id="{E8D57C6A-E64F-3AA5-5D0B-DF0D60FFE99D}"/>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2132;p33">
              <a:extLst>
                <a:ext uri="{FF2B5EF4-FFF2-40B4-BE49-F238E27FC236}">
                  <a16:creationId xmlns:a16="http://schemas.microsoft.com/office/drawing/2014/main" id="{E68387E1-D776-0D2D-6B88-463A8728D663}"/>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2133;p33">
              <a:extLst>
                <a:ext uri="{FF2B5EF4-FFF2-40B4-BE49-F238E27FC236}">
                  <a16:creationId xmlns:a16="http://schemas.microsoft.com/office/drawing/2014/main" id="{ADEDA959-B641-AB6E-BA02-2D68F4891804}"/>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2134;p33">
              <a:extLst>
                <a:ext uri="{FF2B5EF4-FFF2-40B4-BE49-F238E27FC236}">
                  <a16:creationId xmlns:a16="http://schemas.microsoft.com/office/drawing/2014/main" id="{C3FC66D8-0023-99EF-5A1E-D490CCB03451}"/>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2135;p33">
              <a:extLst>
                <a:ext uri="{FF2B5EF4-FFF2-40B4-BE49-F238E27FC236}">
                  <a16:creationId xmlns:a16="http://schemas.microsoft.com/office/drawing/2014/main" id="{F393BD75-5508-1872-F3BD-4BFF61E599EA}"/>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2136;p33">
              <a:extLst>
                <a:ext uri="{FF2B5EF4-FFF2-40B4-BE49-F238E27FC236}">
                  <a16:creationId xmlns:a16="http://schemas.microsoft.com/office/drawing/2014/main" id="{FE7478D0-F65A-9112-42A2-206841254828}"/>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2137;p33">
              <a:extLst>
                <a:ext uri="{FF2B5EF4-FFF2-40B4-BE49-F238E27FC236}">
                  <a16:creationId xmlns:a16="http://schemas.microsoft.com/office/drawing/2014/main" id="{B8AC5D9F-9445-6619-CD9E-75F3A5668D37}"/>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138;p33">
              <a:extLst>
                <a:ext uri="{FF2B5EF4-FFF2-40B4-BE49-F238E27FC236}">
                  <a16:creationId xmlns:a16="http://schemas.microsoft.com/office/drawing/2014/main" id="{DBA3DC25-1227-8E80-015B-10CFFE39CE75}"/>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39;p33">
              <a:extLst>
                <a:ext uri="{FF2B5EF4-FFF2-40B4-BE49-F238E27FC236}">
                  <a16:creationId xmlns:a16="http://schemas.microsoft.com/office/drawing/2014/main" id="{72484CB5-FF4E-F3A2-B33F-8256CB1C5F1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140;p33">
              <a:extLst>
                <a:ext uri="{FF2B5EF4-FFF2-40B4-BE49-F238E27FC236}">
                  <a16:creationId xmlns:a16="http://schemas.microsoft.com/office/drawing/2014/main" id="{4E428888-1B06-1949-8738-461336307E5B}"/>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141;p33">
              <a:extLst>
                <a:ext uri="{FF2B5EF4-FFF2-40B4-BE49-F238E27FC236}">
                  <a16:creationId xmlns:a16="http://schemas.microsoft.com/office/drawing/2014/main" id="{3026D3EF-9CE8-731D-4BE7-022C4D946765}"/>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142;p33">
              <a:extLst>
                <a:ext uri="{FF2B5EF4-FFF2-40B4-BE49-F238E27FC236}">
                  <a16:creationId xmlns:a16="http://schemas.microsoft.com/office/drawing/2014/main" id="{1EE22B96-1D4B-F58D-045E-FAD2B4F56AD3}"/>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143;p33">
              <a:extLst>
                <a:ext uri="{FF2B5EF4-FFF2-40B4-BE49-F238E27FC236}">
                  <a16:creationId xmlns:a16="http://schemas.microsoft.com/office/drawing/2014/main" id="{DAFF62B6-33BF-1ACE-EAA7-68235CDF09BF}"/>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144;p33">
              <a:extLst>
                <a:ext uri="{FF2B5EF4-FFF2-40B4-BE49-F238E27FC236}">
                  <a16:creationId xmlns:a16="http://schemas.microsoft.com/office/drawing/2014/main" id="{EB7ACE97-3F68-42A9-BE1C-A333A244FE09}"/>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145;p33">
              <a:extLst>
                <a:ext uri="{FF2B5EF4-FFF2-40B4-BE49-F238E27FC236}">
                  <a16:creationId xmlns:a16="http://schemas.microsoft.com/office/drawing/2014/main" id="{1FC34C85-E6DE-F890-E7BB-7F95408DA447}"/>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146;p33">
              <a:extLst>
                <a:ext uri="{FF2B5EF4-FFF2-40B4-BE49-F238E27FC236}">
                  <a16:creationId xmlns:a16="http://schemas.microsoft.com/office/drawing/2014/main" id="{3100C589-997C-0906-3011-D02B336EB33A}"/>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147;p33">
              <a:extLst>
                <a:ext uri="{FF2B5EF4-FFF2-40B4-BE49-F238E27FC236}">
                  <a16:creationId xmlns:a16="http://schemas.microsoft.com/office/drawing/2014/main" id="{88D51B9E-8D2F-1C63-C432-104A2DDA933A}"/>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2148;p33">
              <a:extLst>
                <a:ext uri="{FF2B5EF4-FFF2-40B4-BE49-F238E27FC236}">
                  <a16:creationId xmlns:a16="http://schemas.microsoft.com/office/drawing/2014/main" id="{2CB1E861-BD72-EF0E-019A-C889929CA947}"/>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2149;p33">
              <a:extLst>
                <a:ext uri="{FF2B5EF4-FFF2-40B4-BE49-F238E27FC236}">
                  <a16:creationId xmlns:a16="http://schemas.microsoft.com/office/drawing/2014/main" id="{0D44BFAF-682E-5A21-CBB6-45561DCEBDE3}"/>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2150;p33">
              <a:extLst>
                <a:ext uri="{FF2B5EF4-FFF2-40B4-BE49-F238E27FC236}">
                  <a16:creationId xmlns:a16="http://schemas.microsoft.com/office/drawing/2014/main" id="{3492742A-E256-AF91-9D86-1123FB9C6DAA}"/>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2151;p33">
              <a:extLst>
                <a:ext uri="{FF2B5EF4-FFF2-40B4-BE49-F238E27FC236}">
                  <a16:creationId xmlns:a16="http://schemas.microsoft.com/office/drawing/2014/main" id="{AD63B90A-60C8-5C8A-C2D5-FC2C69411BBC}"/>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2152;p33">
              <a:extLst>
                <a:ext uri="{FF2B5EF4-FFF2-40B4-BE49-F238E27FC236}">
                  <a16:creationId xmlns:a16="http://schemas.microsoft.com/office/drawing/2014/main" id="{8C182E3A-7A44-51C2-52A8-BCAACD3F3393}"/>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2153;p33">
              <a:extLst>
                <a:ext uri="{FF2B5EF4-FFF2-40B4-BE49-F238E27FC236}">
                  <a16:creationId xmlns:a16="http://schemas.microsoft.com/office/drawing/2014/main" id="{DEE62CC1-6300-7565-C3D9-FA91DAECB8D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2154;p33">
              <a:extLst>
                <a:ext uri="{FF2B5EF4-FFF2-40B4-BE49-F238E27FC236}">
                  <a16:creationId xmlns:a16="http://schemas.microsoft.com/office/drawing/2014/main" id="{D743A15F-B4B8-2B1A-8418-A2779ED9AEE5}"/>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2155;p33">
              <a:extLst>
                <a:ext uri="{FF2B5EF4-FFF2-40B4-BE49-F238E27FC236}">
                  <a16:creationId xmlns:a16="http://schemas.microsoft.com/office/drawing/2014/main" id="{4B38B43A-2F4A-D877-7F80-B94DD639C1C7}"/>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2156;p33">
              <a:extLst>
                <a:ext uri="{FF2B5EF4-FFF2-40B4-BE49-F238E27FC236}">
                  <a16:creationId xmlns:a16="http://schemas.microsoft.com/office/drawing/2014/main" id="{4F6185B0-B519-72EB-B369-3134357E19BD}"/>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2157;p33">
              <a:extLst>
                <a:ext uri="{FF2B5EF4-FFF2-40B4-BE49-F238E27FC236}">
                  <a16:creationId xmlns:a16="http://schemas.microsoft.com/office/drawing/2014/main" id="{01B55BB2-A22A-8C93-DDE2-9906AA3CC71B}"/>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2158;p33">
              <a:extLst>
                <a:ext uri="{FF2B5EF4-FFF2-40B4-BE49-F238E27FC236}">
                  <a16:creationId xmlns:a16="http://schemas.microsoft.com/office/drawing/2014/main" id="{6F23ADC5-EBF5-1E5E-1A26-1CB82D983B7C}"/>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2159;p33">
              <a:extLst>
                <a:ext uri="{FF2B5EF4-FFF2-40B4-BE49-F238E27FC236}">
                  <a16:creationId xmlns:a16="http://schemas.microsoft.com/office/drawing/2014/main" id="{D1305522-0AB0-859C-0E30-1C86B2C90371}"/>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2160;p33">
              <a:extLst>
                <a:ext uri="{FF2B5EF4-FFF2-40B4-BE49-F238E27FC236}">
                  <a16:creationId xmlns:a16="http://schemas.microsoft.com/office/drawing/2014/main" id="{460F9434-F536-60E1-890E-FF7819CE76CE}"/>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2161;p33">
              <a:extLst>
                <a:ext uri="{FF2B5EF4-FFF2-40B4-BE49-F238E27FC236}">
                  <a16:creationId xmlns:a16="http://schemas.microsoft.com/office/drawing/2014/main" id="{FCF8BCEF-846A-EA3E-50C4-12FE81E8A74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2162;p33">
              <a:extLst>
                <a:ext uri="{FF2B5EF4-FFF2-40B4-BE49-F238E27FC236}">
                  <a16:creationId xmlns:a16="http://schemas.microsoft.com/office/drawing/2014/main" id="{856DA673-92E2-F512-EA59-6BE99C45BB7F}"/>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2163;p33">
              <a:extLst>
                <a:ext uri="{FF2B5EF4-FFF2-40B4-BE49-F238E27FC236}">
                  <a16:creationId xmlns:a16="http://schemas.microsoft.com/office/drawing/2014/main" id="{8DE86934-F560-53D3-583F-02E690330F1C}"/>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2164;p33">
              <a:extLst>
                <a:ext uri="{FF2B5EF4-FFF2-40B4-BE49-F238E27FC236}">
                  <a16:creationId xmlns:a16="http://schemas.microsoft.com/office/drawing/2014/main" id="{6EAFAE72-A08F-423C-F010-2907FEFB6E6C}"/>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2165;p33">
              <a:extLst>
                <a:ext uri="{FF2B5EF4-FFF2-40B4-BE49-F238E27FC236}">
                  <a16:creationId xmlns:a16="http://schemas.microsoft.com/office/drawing/2014/main" id="{3604FABA-72EC-B82E-52A6-D69D493DDFC6}"/>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2166;p33">
              <a:extLst>
                <a:ext uri="{FF2B5EF4-FFF2-40B4-BE49-F238E27FC236}">
                  <a16:creationId xmlns:a16="http://schemas.microsoft.com/office/drawing/2014/main" id="{0D7ABD24-384D-E0F7-A157-9A150607FC04}"/>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2167;p33">
              <a:extLst>
                <a:ext uri="{FF2B5EF4-FFF2-40B4-BE49-F238E27FC236}">
                  <a16:creationId xmlns:a16="http://schemas.microsoft.com/office/drawing/2014/main" id="{FCFB3848-EFFB-E4C0-4644-4F23300D0A15}"/>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2168;p33">
              <a:extLst>
                <a:ext uri="{FF2B5EF4-FFF2-40B4-BE49-F238E27FC236}">
                  <a16:creationId xmlns:a16="http://schemas.microsoft.com/office/drawing/2014/main" id="{5F7062AC-7595-4E07-8C68-24490683662D}"/>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2169;p33">
              <a:extLst>
                <a:ext uri="{FF2B5EF4-FFF2-40B4-BE49-F238E27FC236}">
                  <a16:creationId xmlns:a16="http://schemas.microsoft.com/office/drawing/2014/main" id="{11602A00-0B16-099F-6DEA-722FE86AFA62}"/>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2170;p33">
              <a:extLst>
                <a:ext uri="{FF2B5EF4-FFF2-40B4-BE49-F238E27FC236}">
                  <a16:creationId xmlns:a16="http://schemas.microsoft.com/office/drawing/2014/main" id="{E117030C-08B8-267D-70A4-2CBB419A1D4D}"/>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2171;p33">
              <a:extLst>
                <a:ext uri="{FF2B5EF4-FFF2-40B4-BE49-F238E27FC236}">
                  <a16:creationId xmlns:a16="http://schemas.microsoft.com/office/drawing/2014/main" id="{57EBC09E-DB38-919E-9A38-188DF072393B}"/>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2172;p33">
              <a:extLst>
                <a:ext uri="{FF2B5EF4-FFF2-40B4-BE49-F238E27FC236}">
                  <a16:creationId xmlns:a16="http://schemas.microsoft.com/office/drawing/2014/main" id="{9A5872AB-2FA3-D212-674C-5D690AE8F570}"/>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2173;p33">
              <a:extLst>
                <a:ext uri="{FF2B5EF4-FFF2-40B4-BE49-F238E27FC236}">
                  <a16:creationId xmlns:a16="http://schemas.microsoft.com/office/drawing/2014/main" id="{D2255E80-F86F-4697-CB19-874F9AECF988}"/>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2174;p33">
              <a:extLst>
                <a:ext uri="{FF2B5EF4-FFF2-40B4-BE49-F238E27FC236}">
                  <a16:creationId xmlns:a16="http://schemas.microsoft.com/office/drawing/2014/main" id="{515B69A5-3FBB-8B24-1361-1C21936B94F9}"/>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2175;p33">
              <a:extLst>
                <a:ext uri="{FF2B5EF4-FFF2-40B4-BE49-F238E27FC236}">
                  <a16:creationId xmlns:a16="http://schemas.microsoft.com/office/drawing/2014/main" id="{7B8A113A-73E0-B84E-7E7C-BB29DEE1F5B9}"/>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2176;p33">
              <a:extLst>
                <a:ext uri="{FF2B5EF4-FFF2-40B4-BE49-F238E27FC236}">
                  <a16:creationId xmlns:a16="http://schemas.microsoft.com/office/drawing/2014/main" id="{AAAA9945-27FA-62A5-251D-3F22092B033B}"/>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2177;p33">
              <a:extLst>
                <a:ext uri="{FF2B5EF4-FFF2-40B4-BE49-F238E27FC236}">
                  <a16:creationId xmlns:a16="http://schemas.microsoft.com/office/drawing/2014/main" id="{7A38C111-2729-4FD2-BFBE-DEB365681A7C}"/>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2178;p33">
              <a:extLst>
                <a:ext uri="{FF2B5EF4-FFF2-40B4-BE49-F238E27FC236}">
                  <a16:creationId xmlns:a16="http://schemas.microsoft.com/office/drawing/2014/main" id="{7B6BBA71-761C-3A29-6AFA-617394D4773E}"/>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2179;p33">
              <a:extLst>
                <a:ext uri="{FF2B5EF4-FFF2-40B4-BE49-F238E27FC236}">
                  <a16:creationId xmlns:a16="http://schemas.microsoft.com/office/drawing/2014/main" id="{5F8050D7-1400-6386-1DCB-37FAC980F8E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2180;p33">
              <a:extLst>
                <a:ext uri="{FF2B5EF4-FFF2-40B4-BE49-F238E27FC236}">
                  <a16:creationId xmlns:a16="http://schemas.microsoft.com/office/drawing/2014/main" id="{B9CA1A63-F195-AB1F-73EA-B078E3BDDDE6}"/>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2181;p33">
              <a:extLst>
                <a:ext uri="{FF2B5EF4-FFF2-40B4-BE49-F238E27FC236}">
                  <a16:creationId xmlns:a16="http://schemas.microsoft.com/office/drawing/2014/main" id="{D532D291-FF46-2D23-3646-C4D983E7E8C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36" name="Google Shape;2182;p33">
            <a:extLst>
              <a:ext uri="{FF2B5EF4-FFF2-40B4-BE49-F238E27FC236}">
                <a16:creationId xmlns:a16="http://schemas.microsoft.com/office/drawing/2014/main" id="{0BB2531C-1C83-82F4-D147-01308B7C52E2}"/>
              </a:ext>
            </a:extLst>
          </p:cNvPr>
          <p:cNvGrpSpPr/>
          <p:nvPr/>
        </p:nvGrpSpPr>
        <p:grpSpPr>
          <a:xfrm>
            <a:off x="-4091982" y="-5276832"/>
            <a:ext cx="4962601" cy="12537460"/>
            <a:chOff x="-7394687" y="-2183642"/>
            <a:chExt cx="3721951" cy="9403095"/>
          </a:xfrm>
        </p:grpSpPr>
        <p:sp>
          <p:nvSpPr>
            <p:cNvPr id="3137" name="Google Shape;2183;p33">
              <a:extLst>
                <a:ext uri="{FF2B5EF4-FFF2-40B4-BE49-F238E27FC236}">
                  <a16:creationId xmlns:a16="http://schemas.microsoft.com/office/drawing/2014/main" id="{4DFD2FF5-967E-479B-C32D-8F4DD2137823}"/>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8" name="Google Shape;2184;p33">
              <a:extLst>
                <a:ext uri="{FF2B5EF4-FFF2-40B4-BE49-F238E27FC236}">
                  <a16:creationId xmlns:a16="http://schemas.microsoft.com/office/drawing/2014/main" id="{259ABE19-263D-47DB-8479-AE64546629A2}"/>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9" name="Google Shape;2185;p33">
              <a:extLst>
                <a:ext uri="{FF2B5EF4-FFF2-40B4-BE49-F238E27FC236}">
                  <a16:creationId xmlns:a16="http://schemas.microsoft.com/office/drawing/2014/main" id="{B90CFA4F-2CA9-4DB1-3226-5B51EFDA6498}"/>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0" name="Google Shape;2186;p33">
              <a:extLst>
                <a:ext uri="{FF2B5EF4-FFF2-40B4-BE49-F238E27FC236}">
                  <a16:creationId xmlns:a16="http://schemas.microsoft.com/office/drawing/2014/main" id="{61C14F33-12C9-968A-9E21-D1D6B9B412DE}"/>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1" name="Google Shape;2187;p33">
              <a:extLst>
                <a:ext uri="{FF2B5EF4-FFF2-40B4-BE49-F238E27FC236}">
                  <a16:creationId xmlns:a16="http://schemas.microsoft.com/office/drawing/2014/main" id="{D6BEE41D-CA73-D970-A871-8F74FE26BBB9}"/>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2" name="Google Shape;2188;p33">
              <a:extLst>
                <a:ext uri="{FF2B5EF4-FFF2-40B4-BE49-F238E27FC236}">
                  <a16:creationId xmlns:a16="http://schemas.microsoft.com/office/drawing/2014/main" id="{2B422699-BC60-6645-F133-45609A9BC003}"/>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3" name="Google Shape;2189;p33">
              <a:extLst>
                <a:ext uri="{FF2B5EF4-FFF2-40B4-BE49-F238E27FC236}">
                  <a16:creationId xmlns:a16="http://schemas.microsoft.com/office/drawing/2014/main" id="{9DB62813-3591-4891-70D3-C2EFC2224BF1}"/>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4" name="Google Shape;2190;p33">
              <a:extLst>
                <a:ext uri="{FF2B5EF4-FFF2-40B4-BE49-F238E27FC236}">
                  <a16:creationId xmlns:a16="http://schemas.microsoft.com/office/drawing/2014/main" id="{0001877B-BCCE-FF83-9317-B6A583C6A5E4}"/>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5" name="Google Shape;2191;p33">
              <a:extLst>
                <a:ext uri="{FF2B5EF4-FFF2-40B4-BE49-F238E27FC236}">
                  <a16:creationId xmlns:a16="http://schemas.microsoft.com/office/drawing/2014/main" id="{43235878-D4E9-E376-4773-08043C1A9607}"/>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6" name="Google Shape;2192;p33">
              <a:extLst>
                <a:ext uri="{FF2B5EF4-FFF2-40B4-BE49-F238E27FC236}">
                  <a16:creationId xmlns:a16="http://schemas.microsoft.com/office/drawing/2014/main" id="{97549559-FB09-E15C-ED6C-13FC832759A1}"/>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7" name="Google Shape;2193;p33">
              <a:extLst>
                <a:ext uri="{FF2B5EF4-FFF2-40B4-BE49-F238E27FC236}">
                  <a16:creationId xmlns:a16="http://schemas.microsoft.com/office/drawing/2014/main" id="{256EE250-B394-CD1B-13E8-39900C084A7B}"/>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8" name="Google Shape;2194;p33">
              <a:extLst>
                <a:ext uri="{FF2B5EF4-FFF2-40B4-BE49-F238E27FC236}">
                  <a16:creationId xmlns:a16="http://schemas.microsoft.com/office/drawing/2014/main" id="{8ED5A97B-7C24-32C1-E24E-ED5C9023E290}"/>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9" name="Google Shape;2195;p33">
              <a:extLst>
                <a:ext uri="{FF2B5EF4-FFF2-40B4-BE49-F238E27FC236}">
                  <a16:creationId xmlns:a16="http://schemas.microsoft.com/office/drawing/2014/main" id="{9E9A99BD-6FB1-89B3-7BAB-C6FE46E296CE}"/>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0" name="Google Shape;2196;p33">
              <a:extLst>
                <a:ext uri="{FF2B5EF4-FFF2-40B4-BE49-F238E27FC236}">
                  <a16:creationId xmlns:a16="http://schemas.microsoft.com/office/drawing/2014/main" id="{77373322-B608-2251-740C-F83E74C22734}"/>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1" name="Google Shape;2197;p33">
              <a:extLst>
                <a:ext uri="{FF2B5EF4-FFF2-40B4-BE49-F238E27FC236}">
                  <a16:creationId xmlns:a16="http://schemas.microsoft.com/office/drawing/2014/main" id="{B53B2CF2-044B-DCB6-1616-C77C8E3EFB45}"/>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2" name="Google Shape;2198;p33">
              <a:extLst>
                <a:ext uri="{FF2B5EF4-FFF2-40B4-BE49-F238E27FC236}">
                  <a16:creationId xmlns:a16="http://schemas.microsoft.com/office/drawing/2014/main" id="{84B0B164-2AFE-CBD6-99AE-2E280E1AF23E}"/>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3" name="Google Shape;2199;p33">
              <a:extLst>
                <a:ext uri="{FF2B5EF4-FFF2-40B4-BE49-F238E27FC236}">
                  <a16:creationId xmlns:a16="http://schemas.microsoft.com/office/drawing/2014/main" id="{4440022E-0EA1-38F7-2501-6B0926A6D445}"/>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4" name="Google Shape;2200;p33">
              <a:extLst>
                <a:ext uri="{FF2B5EF4-FFF2-40B4-BE49-F238E27FC236}">
                  <a16:creationId xmlns:a16="http://schemas.microsoft.com/office/drawing/2014/main" id="{1D10D74D-B865-83C9-D20D-E4CFC35E59BF}"/>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5" name="Google Shape;2201;p33">
              <a:extLst>
                <a:ext uri="{FF2B5EF4-FFF2-40B4-BE49-F238E27FC236}">
                  <a16:creationId xmlns:a16="http://schemas.microsoft.com/office/drawing/2014/main" id="{E54D3F83-630E-98B7-9460-6CEF52BFCC07}"/>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6" name="Google Shape;2202;p33">
              <a:extLst>
                <a:ext uri="{FF2B5EF4-FFF2-40B4-BE49-F238E27FC236}">
                  <a16:creationId xmlns:a16="http://schemas.microsoft.com/office/drawing/2014/main" id="{C434AEFA-D036-F15D-1A77-9DC0B212B833}"/>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7" name="Google Shape;2203;p33">
              <a:extLst>
                <a:ext uri="{FF2B5EF4-FFF2-40B4-BE49-F238E27FC236}">
                  <a16:creationId xmlns:a16="http://schemas.microsoft.com/office/drawing/2014/main" id="{526F9D5B-B191-C1D8-5B63-D3F48B8E9EEE}"/>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8" name="Google Shape;2204;p33">
              <a:extLst>
                <a:ext uri="{FF2B5EF4-FFF2-40B4-BE49-F238E27FC236}">
                  <a16:creationId xmlns:a16="http://schemas.microsoft.com/office/drawing/2014/main" id="{A99F437B-A3EB-E9C3-70F4-29561E96C112}"/>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9" name="Google Shape;2205;p33">
              <a:extLst>
                <a:ext uri="{FF2B5EF4-FFF2-40B4-BE49-F238E27FC236}">
                  <a16:creationId xmlns:a16="http://schemas.microsoft.com/office/drawing/2014/main" id="{93E958CD-A521-9E09-5A10-9E4D8425AA99}"/>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0" name="Google Shape;2206;p33">
              <a:extLst>
                <a:ext uri="{FF2B5EF4-FFF2-40B4-BE49-F238E27FC236}">
                  <a16:creationId xmlns:a16="http://schemas.microsoft.com/office/drawing/2014/main" id="{F8681EE7-9A49-EFE7-40ED-FC3EA2AF4900}"/>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1" name="Google Shape;2207;p33">
              <a:extLst>
                <a:ext uri="{FF2B5EF4-FFF2-40B4-BE49-F238E27FC236}">
                  <a16:creationId xmlns:a16="http://schemas.microsoft.com/office/drawing/2014/main" id="{0F487DD2-6E56-9695-A9FD-6FEA1BAE8CC3}"/>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2" name="Google Shape;2208;p33">
              <a:extLst>
                <a:ext uri="{FF2B5EF4-FFF2-40B4-BE49-F238E27FC236}">
                  <a16:creationId xmlns:a16="http://schemas.microsoft.com/office/drawing/2014/main" id="{2DFFF5AF-2E1F-83C3-DB6E-CDA66FA41E93}"/>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3" name="Google Shape;2209;p33">
              <a:extLst>
                <a:ext uri="{FF2B5EF4-FFF2-40B4-BE49-F238E27FC236}">
                  <a16:creationId xmlns:a16="http://schemas.microsoft.com/office/drawing/2014/main" id="{17EC0042-35C7-E299-4ED7-712175489E52}"/>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4" name="Google Shape;2210;p33">
              <a:extLst>
                <a:ext uri="{FF2B5EF4-FFF2-40B4-BE49-F238E27FC236}">
                  <a16:creationId xmlns:a16="http://schemas.microsoft.com/office/drawing/2014/main" id="{4BBDD4E4-94AD-56F0-C5A8-C3B1A84FD2AD}"/>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5" name="Google Shape;2211;p33">
              <a:extLst>
                <a:ext uri="{FF2B5EF4-FFF2-40B4-BE49-F238E27FC236}">
                  <a16:creationId xmlns:a16="http://schemas.microsoft.com/office/drawing/2014/main" id="{E6E3F0F9-ED01-7A93-E89B-A21BEEAB31B5}"/>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6" name="Google Shape;2212;p33">
              <a:extLst>
                <a:ext uri="{FF2B5EF4-FFF2-40B4-BE49-F238E27FC236}">
                  <a16:creationId xmlns:a16="http://schemas.microsoft.com/office/drawing/2014/main" id="{2549F50A-5248-20EF-00E8-6FED3B618773}"/>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7" name="Google Shape;2213;p33">
              <a:extLst>
                <a:ext uri="{FF2B5EF4-FFF2-40B4-BE49-F238E27FC236}">
                  <a16:creationId xmlns:a16="http://schemas.microsoft.com/office/drawing/2014/main" id="{D0427C1E-8A99-CF9F-8E65-329B5E18358A}"/>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8" name="Google Shape;2214;p33">
              <a:extLst>
                <a:ext uri="{FF2B5EF4-FFF2-40B4-BE49-F238E27FC236}">
                  <a16:creationId xmlns:a16="http://schemas.microsoft.com/office/drawing/2014/main" id="{D87C72D3-DEEF-C7E4-43FD-1665203D98C7}"/>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9" name="Google Shape;2215;p33">
              <a:extLst>
                <a:ext uri="{FF2B5EF4-FFF2-40B4-BE49-F238E27FC236}">
                  <a16:creationId xmlns:a16="http://schemas.microsoft.com/office/drawing/2014/main" id="{9578C331-851E-C125-87F2-F12361B765AF}"/>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0" name="Google Shape;2216;p33">
              <a:extLst>
                <a:ext uri="{FF2B5EF4-FFF2-40B4-BE49-F238E27FC236}">
                  <a16:creationId xmlns:a16="http://schemas.microsoft.com/office/drawing/2014/main" id="{2AA163BA-78D0-27B9-3747-530B5EBF9C7B}"/>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1" name="Google Shape;2217;p33">
              <a:extLst>
                <a:ext uri="{FF2B5EF4-FFF2-40B4-BE49-F238E27FC236}">
                  <a16:creationId xmlns:a16="http://schemas.microsoft.com/office/drawing/2014/main" id="{35BA33EB-F841-9001-31BC-492CDCCB25E5}"/>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2" name="Google Shape;2218;p33">
              <a:extLst>
                <a:ext uri="{FF2B5EF4-FFF2-40B4-BE49-F238E27FC236}">
                  <a16:creationId xmlns:a16="http://schemas.microsoft.com/office/drawing/2014/main" id="{40664CD7-1CDF-10E6-3341-16E327F6A7D1}"/>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3" name="Google Shape;2219;p33">
              <a:extLst>
                <a:ext uri="{FF2B5EF4-FFF2-40B4-BE49-F238E27FC236}">
                  <a16:creationId xmlns:a16="http://schemas.microsoft.com/office/drawing/2014/main" id="{A4D19BBD-A07F-2958-588F-B82806BA6D22}"/>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4" name="Google Shape;2220;p33">
              <a:extLst>
                <a:ext uri="{FF2B5EF4-FFF2-40B4-BE49-F238E27FC236}">
                  <a16:creationId xmlns:a16="http://schemas.microsoft.com/office/drawing/2014/main" id="{8C8F60F4-3011-A709-2F87-E5FC1BB498BF}"/>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5" name="Google Shape;2221;p33">
              <a:extLst>
                <a:ext uri="{FF2B5EF4-FFF2-40B4-BE49-F238E27FC236}">
                  <a16:creationId xmlns:a16="http://schemas.microsoft.com/office/drawing/2014/main" id="{D7AAE05D-6C75-7508-B590-61C9CC91040C}"/>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6" name="Google Shape;2222;p33">
              <a:extLst>
                <a:ext uri="{FF2B5EF4-FFF2-40B4-BE49-F238E27FC236}">
                  <a16:creationId xmlns:a16="http://schemas.microsoft.com/office/drawing/2014/main" id="{DD565816-7258-6626-D1E6-51F590BF564D}"/>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7" name="Google Shape;2223;p33">
              <a:extLst>
                <a:ext uri="{FF2B5EF4-FFF2-40B4-BE49-F238E27FC236}">
                  <a16:creationId xmlns:a16="http://schemas.microsoft.com/office/drawing/2014/main" id="{36FA08B9-7E91-7D4D-9DE3-C789C62C7442}"/>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8" name="Google Shape;2224;p33">
              <a:extLst>
                <a:ext uri="{FF2B5EF4-FFF2-40B4-BE49-F238E27FC236}">
                  <a16:creationId xmlns:a16="http://schemas.microsoft.com/office/drawing/2014/main" id="{5FBA7235-3B16-3588-4C83-DF5B81A6423B}"/>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79" name="Google Shape;2225;p33">
            <a:extLst>
              <a:ext uri="{FF2B5EF4-FFF2-40B4-BE49-F238E27FC236}">
                <a16:creationId xmlns:a16="http://schemas.microsoft.com/office/drawing/2014/main" id="{173DAFCF-4E88-C358-2D67-48FFDB6CA542}"/>
              </a:ext>
            </a:extLst>
          </p:cNvPr>
          <p:cNvGrpSpPr/>
          <p:nvPr/>
        </p:nvGrpSpPr>
        <p:grpSpPr>
          <a:xfrm>
            <a:off x="7523116" y="6132576"/>
            <a:ext cx="2853649" cy="357552"/>
            <a:chOff x="5768381" y="4599431"/>
            <a:chExt cx="2140237" cy="268164"/>
          </a:xfrm>
        </p:grpSpPr>
        <p:sp>
          <p:nvSpPr>
            <p:cNvPr id="3193" name="Google Shape;2226;p33">
              <a:extLst>
                <a:ext uri="{FF2B5EF4-FFF2-40B4-BE49-F238E27FC236}">
                  <a16:creationId xmlns:a16="http://schemas.microsoft.com/office/drawing/2014/main" id="{706B1ECE-4DAA-F39C-0F07-CD04DDC768DD}"/>
                </a:ext>
              </a:extLst>
            </p:cNvPr>
            <p:cNvSpPr/>
            <p:nvPr/>
          </p:nvSpPr>
          <p:spPr>
            <a:xfrm rot="-5400000">
              <a:off x="6838442" y="3663390"/>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4" name="Google Shape;2227;p33">
              <a:extLst>
                <a:ext uri="{FF2B5EF4-FFF2-40B4-BE49-F238E27FC236}">
                  <a16:creationId xmlns:a16="http://schemas.microsoft.com/office/drawing/2014/main" id="{5F40EA3A-76CE-F0EE-8C30-ED3639CCEDDF}"/>
                </a:ext>
              </a:extLst>
            </p:cNvPr>
            <p:cNvSpPr/>
            <p:nvPr/>
          </p:nvSpPr>
          <p:spPr>
            <a:xfrm rot="10800000" flipH="1">
              <a:off x="6482702" y="4599431"/>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5" name="Google Shape;2228;p33">
              <a:extLst>
                <a:ext uri="{FF2B5EF4-FFF2-40B4-BE49-F238E27FC236}">
                  <a16:creationId xmlns:a16="http://schemas.microsoft.com/office/drawing/2014/main" id="{0A9B961B-2D78-22EE-5497-A07B13338D34}"/>
                </a:ext>
              </a:extLst>
            </p:cNvPr>
            <p:cNvSpPr/>
            <p:nvPr/>
          </p:nvSpPr>
          <p:spPr>
            <a:xfrm rot="-5400000">
              <a:off x="6838442" y="3663402"/>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6" name="Google Shape;2229;p33">
              <a:extLst>
                <a:ext uri="{FF2B5EF4-FFF2-40B4-BE49-F238E27FC236}">
                  <a16:creationId xmlns:a16="http://schemas.microsoft.com/office/drawing/2014/main" id="{2B35333C-4FDB-1D68-02D4-1B3EB7CD22EB}"/>
                </a:ext>
              </a:extLst>
            </p:cNvPr>
            <p:cNvSpPr/>
            <p:nvPr/>
          </p:nvSpPr>
          <p:spPr>
            <a:xfrm rot="10800000" flipH="1">
              <a:off x="6482702" y="4599444"/>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197" name="Title 1">
            <a:extLst>
              <a:ext uri="{FF2B5EF4-FFF2-40B4-BE49-F238E27FC236}">
                <a16:creationId xmlns:a16="http://schemas.microsoft.com/office/drawing/2014/main" id="{FED5BD7E-2C62-D9B4-0D04-5FF73449742A}"/>
              </a:ext>
            </a:extLst>
          </p:cNvPr>
          <p:cNvSpPr txBox="1">
            <a:spLocks/>
          </p:cNvSpPr>
          <p:nvPr/>
        </p:nvSpPr>
        <p:spPr>
          <a:xfrm>
            <a:off x="1524000" y="991898"/>
            <a:ext cx="9144000" cy="104046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9pPr>
          </a:lstStyle>
          <a:p>
            <a:r>
              <a:rPr lang="en" sz="4400" kern="0" dirty="0">
                <a:solidFill>
                  <a:schemeClr val="bg1"/>
                </a:solidFill>
                <a:latin typeface="Aptos Black" panose="020F0502020204030204" pitchFamily="34" charset="0"/>
              </a:rPr>
              <a:t>WHAT IF WE HAVE</a:t>
            </a:r>
          </a:p>
          <a:p>
            <a:r>
              <a:rPr lang="en" sz="4400" kern="0" dirty="0">
                <a:solidFill>
                  <a:srgbClr val="E63B00"/>
                </a:solidFill>
                <a:latin typeface="Aptos Black" panose="020F0502020204030204" pitchFamily="34" charset="0"/>
              </a:rPr>
              <a:t>1000 CARS?</a:t>
            </a:r>
            <a:endParaRPr lang="en-US" sz="3200" kern="0" dirty="0">
              <a:solidFill>
                <a:srgbClr val="E63B00"/>
              </a:solidFill>
            </a:endParaRPr>
          </a:p>
        </p:txBody>
      </p:sp>
      <p:grpSp>
        <p:nvGrpSpPr>
          <p:cNvPr id="3198" name="Google Shape;2641;p40">
            <a:extLst>
              <a:ext uri="{FF2B5EF4-FFF2-40B4-BE49-F238E27FC236}">
                <a16:creationId xmlns:a16="http://schemas.microsoft.com/office/drawing/2014/main" id="{2C4124F5-45FF-BD38-9FC8-9DCCBDA06A65}"/>
              </a:ext>
            </a:extLst>
          </p:cNvPr>
          <p:cNvGrpSpPr>
            <a:grpSpLocks/>
          </p:cNvGrpSpPr>
          <p:nvPr/>
        </p:nvGrpSpPr>
        <p:grpSpPr>
          <a:xfrm>
            <a:off x="3872175" y="2324461"/>
            <a:ext cx="4447650" cy="135300"/>
            <a:chOff x="2365175" y="3596070"/>
            <a:chExt cx="4447650" cy="135300"/>
          </a:xfrm>
        </p:grpSpPr>
        <p:sp>
          <p:nvSpPr>
            <p:cNvPr id="3199" name="Google Shape;2642;p40">
              <a:extLst>
                <a:ext uri="{FF2B5EF4-FFF2-40B4-BE49-F238E27FC236}">
                  <a16:creationId xmlns:a16="http://schemas.microsoft.com/office/drawing/2014/main" id="{30C97E9A-CE35-DDCB-3539-AEF3C53D3FE3}"/>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0" name="Google Shape;2643;p40">
              <a:extLst>
                <a:ext uri="{FF2B5EF4-FFF2-40B4-BE49-F238E27FC236}">
                  <a16:creationId xmlns:a16="http://schemas.microsoft.com/office/drawing/2014/main" id="{219D04E1-3DC9-76E7-4C6B-049B792F63CF}"/>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201" name="Google Shape;2644;p40">
              <a:extLst>
                <a:ext uri="{FF2B5EF4-FFF2-40B4-BE49-F238E27FC236}">
                  <a16:creationId xmlns:a16="http://schemas.microsoft.com/office/drawing/2014/main" id="{6ABFB070-4482-E03A-09BC-5AF7B8ACFFBB}"/>
                </a:ext>
              </a:extLst>
            </p:cNvPr>
            <p:cNvCxnSpPr>
              <a:cxnSpLocks/>
              <a:stCxn id="3199" idx="6"/>
              <a:endCxn id="3200"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sp>
        <p:nvSpPr>
          <p:cNvPr id="3228" name="Google Shape;3420;p72">
            <a:extLst>
              <a:ext uri="{FF2B5EF4-FFF2-40B4-BE49-F238E27FC236}">
                <a16:creationId xmlns:a16="http://schemas.microsoft.com/office/drawing/2014/main" id="{B090CAA6-B113-B4E7-E4CC-0B7F72395D26}"/>
              </a:ext>
            </a:extLst>
          </p:cNvPr>
          <p:cNvSpPr/>
          <p:nvPr/>
        </p:nvSpPr>
        <p:spPr>
          <a:xfrm>
            <a:off x="3657920" y="2744332"/>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CAR2</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TESLA</a:t>
            </a:r>
          </a:p>
          <a:p>
            <a:pPr defTabSz="1219170">
              <a:buClr>
                <a:srgbClr val="000000"/>
              </a:buClr>
            </a:pPr>
            <a:r>
              <a:rPr lang="en-US" sz="1050" kern="0" dirty="0">
                <a:solidFill>
                  <a:schemeClr val="bg1"/>
                </a:solidFill>
                <a:latin typeface="Arial"/>
                <a:cs typeface="Arial"/>
                <a:sym typeface="Arial"/>
              </a:rPr>
              <a:t>MODEL Y</a:t>
            </a:r>
          </a:p>
          <a:p>
            <a:pPr defTabSz="1219170">
              <a:buClr>
                <a:srgbClr val="000000"/>
              </a:buClr>
            </a:pPr>
            <a:r>
              <a:rPr lang="en-US" sz="1050" kern="0" dirty="0">
                <a:solidFill>
                  <a:schemeClr val="bg1"/>
                </a:solidFill>
                <a:latin typeface="Arial"/>
                <a:cs typeface="Arial"/>
                <a:sym typeface="Arial"/>
              </a:rPr>
              <a:t>250 KM/H</a:t>
            </a:r>
          </a:p>
        </p:txBody>
      </p:sp>
      <p:sp>
        <p:nvSpPr>
          <p:cNvPr id="3229" name="Google Shape;3420;p72">
            <a:extLst>
              <a:ext uri="{FF2B5EF4-FFF2-40B4-BE49-F238E27FC236}">
                <a16:creationId xmlns:a16="http://schemas.microsoft.com/office/drawing/2014/main" id="{2CAF4674-5785-9FE0-BC00-A056CFB27F1F}"/>
              </a:ext>
            </a:extLst>
          </p:cNvPr>
          <p:cNvSpPr/>
          <p:nvPr/>
        </p:nvSpPr>
        <p:spPr>
          <a:xfrm>
            <a:off x="1808950" y="2744332"/>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CAR1</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VOLVO</a:t>
            </a:r>
          </a:p>
          <a:p>
            <a:pPr defTabSz="1219170">
              <a:buClr>
                <a:srgbClr val="000000"/>
              </a:buClr>
            </a:pPr>
            <a:r>
              <a:rPr lang="en-US" sz="1050" kern="0" dirty="0">
                <a:solidFill>
                  <a:schemeClr val="bg1"/>
                </a:solidFill>
                <a:latin typeface="Arial"/>
                <a:cs typeface="Arial"/>
                <a:sym typeface="Arial"/>
              </a:rPr>
              <a:t>XC90</a:t>
            </a:r>
          </a:p>
          <a:p>
            <a:pPr defTabSz="1219170">
              <a:buClr>
                <a:srgbClr val="000000"/>
              </a:buClr>
            </a:pPr>
            <a:r>
              <a:rPr lang="en-US" sz="1050" kern="0" dirty="0">
                <a:solidFill>
                  <a:schemeClr val="bg1"/>
                </a:solidFill>
                <a:latin typeface="Arial"/>
                <a:cs typeface="Arial"/>
                <a:sym typeface="Arial"/>
              </a:rPr>
              <a:t>180 KM/H</a:t>
            </a:r>
          </a:p>
        </p:txBody>
      </p:sp>
      <p:sp>
        <p:nvSpPr>
          <p:cNvPr id="3230" name="Google Shape;3420;p72">
            <a:extLst>
              <a:ext uri="{FF2B5EF4-FFF2-40B4-BE49-F238E27FC236}">
                <a16:creationId xmlns:a16="http://schemas.microsoft.com/office/drawing/2014/main" id="{2BD35A77-89A5-41BE-5839-AAFA3B2AAAC3}"/>
              </a:ext>
            </a:extLst>
          </p:cNvPr>
          <p:cNvSpPr/>
          <p:nvPr/>
        </p:nvSpPr>
        <p:spPr>
          <a:xfrm>
            <a:off x="7355860" y="2744330"/>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CAR4</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FORD</a:t>
            </a:r>
          </a:p>
          <a:p>
            <a:pPr defTabSz="1219170">
              <a:buClr>
                <a:srgbClr val="000000"/>
              </a:buClr>
            </a:pPr>
            <a:r>
              <a:rPr lang="en-US" sz="1050" kern="0" dirty="0">
                <a:solidFill>
                  <a:schemeClr val="bg1"/>
                </a:solidFill>
                <a:latin typeface="Arial"/>
                <a:cs typeface="Arial"/>
                <a:sym typeface="Arial"/>
              </a:rPr>
              <a:t>RAPTOR</a:t>
            </a:r>
          </a:p>
          <a:p>
            <a:pPr defTabSz="1219170">
              <a:buClr>
                <a:srgbClr val="000000"/>
              </a:buClr>
            </a:pPr>
            <a:r>
              <a:rPr lang="en-US" sz="1050" kern="0" dirty="0">
                <a:solidFill>
                  <a:schemeClr val="bg1"/>
                </a:solidFill>
                <a:latin typeface="Arial"/>
                <a:cs typeface="Arial"/>
                <a:sym typeface="Arial"/>
              </a:rPr>
              <a:t>180 KM/H</a:t>
            </a:r>
          </a:p>
        </p:txBody>
      </p:sp>
      <p:sp>
        <p:nvSpPr>
          <p:cNvPr id="3231" name="Google Shape;3420;p72">
            <a:extLst>
              <a:ext uri="{FF2B5EF4-FFF2-40B4-BE49-F238E27FC236}">
                <a16:creationId xmlns:a16="http://schemas.microsoft.com/office/drawing/2014/main" id="{A2B39695-1B61-3B5F-F728-C02496435F57}"/>
              </a:ext>
            </a:extLst>
          </p:cNvPr>
          <p:cNvSpPr/>
          <p:nvPr/>
        </p:nvSpPr>
        <p:spPr>
          <a:xfrm>
            <a:off x="5506890" y="2744331"/>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CAR3</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LEXUS</a:t>
            </a:r>
          </a:p>
          <a:p>
            <a:pPr defTabSz="1219170">
              <a:buClr>
                <a:srgbClr val="000000"/>
              </a:buClr>
            </a:pPr>
            <a:r>
              <a:rPr lang="en-US" sz="1050" kern="0" dirty="0">
                <a:solidFill>
                  <a:schemeClr val="bg1"/>
                </a:solidFill>
                <a:latin typeface="Arial"/>
                <a:cs typeface="Arial"/>
                <a:sym typeface="Arial"/>
              </a:rPr>
              <a:t>RX</a:t>
            </a:r>
          </a:p>
          <a:p>
            <a:pPr defTabSz="1219170">
              <a:buClr>
                <a:srgbClr val="000000"/>
              </a:buClr>
            </a:pPr>
            <a:r>
              <a:rPr lang="en-US" sz="1050" kern="0" dirty="0">
                <a:solidFill>
                  <a:schemeClr val="bg1"/>
                </a:solidFill>
                <a:latin typeface="Arial"/>
                <a:cs typeface="Arial"/>
                <a:sym typeface="Arial"/>
              </a:rPr>
              <a:t>210 KM/H</a:t>
            </a:r>
          </a:p>
        </p:txBody>
      </p:sp>
      <p:sp>
        <p:nvSpPr>
          <p:cNvPr id="3232" name="Google Shape;3420;p72">
            <a:extLst>
              <a:ext uri="{FF2B5EF4-FFF2-40B4-BE49-F238E27FC236}">
                <a16:creationId xmlns:a16="http://schemas.microsoft.com/office/drawing/2014/main" id="{25559A85-CE13-26B8-9D2A-1BB0CD6CB599}"/>
              </a:ext>
            </a:extLst>
          </p:cNvPr>
          <p:cNvSpPr/>
          <p:nvPr/>
        </p:nvSpPr>
        <p:spPr>
          <a:xfrm>
            <a:off x="9204830" y="2744329"/>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CAR5</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MAZDA</a:t>
            </a:r>
            <a:endParaRPr lang="ar-EG" sz="1050" kern="0" dirty="0">
              <a:solidFill>
                <a:schemeClr val="bg1"/>
              </a:solidFill>
              <a:latin typeface="Arial"/>
              <a:cs typeface="Arial"/>
              <a:sym typeface="Arial"/>
            </a:endParaRPr>
          </a:p>
          <a:p>
            <a:pPr defTabSz="1219170">
              <a:buClr>
                <a:srgbClr val="000000"/>
              </a:buClr>
            </a:pPr>
            <a:r>
              <a:rPr lang="ar-EG" sz="1050" kern="0" dirty="0">
                <a:solidFill>
                  <a:schemeClr val="bg1"/>
                </a:solidFill>
                <a:latin typeface="Arial"/>
                <a:cs typeface="Arial"/>
                <a:sym typeface="Arial"/>
              </a:rPr>
              <a:t>3</a:t>
            </a:r>
            <a:endParaRPr lang="en-US" sz="1050"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1</a:t>
            </a:r>
            <a:r>
              <a:rPr lang="ar-EG" sz="1050" kern="0" dirty="0">
                <a:solidFill>
                  <a:schemeClr val="bg1"/>
                </a:solidFill>
                <a:latin typeface="Arial"/>
                <a:cs typeface="Arial"/>
                <a:sym typeface="Arial"/>
              </a:rPr>
              <a:t>9</a:t>
            </a:r>
            <a:r>
              <a:rPr lang="en-US" sz="1050" kern="0" dirty="0">
                <a:solidFill>
                  <a:schemeClr val="bg1"/>
                </a:solidFill>
                <a:latin typeface="Arial"/>
                <a:cs typeface="Arial"/>
                <a:sym typeface="Arial"/>
              </a:rPr>
              <a:t>0 KM/H</a:t>
            </a:r>
          </a:p>
        </p:txBody>
      </p:sp>
      <p:sp>
        <p:nvSpPr>
          <p:cNvPr id="3233" name="Google Shape;3420;p72">
            <a:extLst>
              <a:ext uri="{FF2B5EF4-FFF2-40B4-BE49-F238E27FC236}">
                <a16:creationId xmlns:a16="http://schemas.microsoft.com/office/drawing/2014/main" id="{36468609-C867-F88E-1B0B-22365EE001D3}"/>
              </a:ext>
            </a:extLst>
          </p:cNvPr>
          <p:cNvSpPr/>
          <p:nvPr/>
        </p:nvSpPr>
        <p:spPr>
          <a:xfrm>
            <a:off x="3657920" y="3776128"/>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CAR7</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SUBARU</a:t>
            </a:r>
          </a:p>
          <a:p>
            <a:pPr defTabSz="1219170">
              <a:buClr>
                <a:srgbClr val="000000"/>
              </a:buClr>
            </a:pPr>
            <a:r>
              <a:rPr lang="en-US" sz="1050" kern="0" dirty="0">
                <a:solidFill>
                  <a:schemeClr val="bg1"/>
                </a:solidFill>
                <a:latin typeface="Arial"/>
                <a:cs typeface="Arial"/>
                <a:sym typeface="Arial"/>
              </a:rPr>
              <a:t>OUTBACK</a:t>
            </a:r>
          </a:p>
          <a:p>
            <a:pPr defTabSz="1219170">
              <a:buClr>
                <a:srgbClr val="000000"/>
              </a:buClr>
            </a:pPr>
            <a:r>
              <a:rPr lang="en-US" sz="1050" kern="0" dirty="0">
                <a:solidFill>
                  <a:schemeClr val="bg1"/>
                </a:solidFill>
                <a:latin typeface="Arial"/>
                <a:cs typeface="Arial"/>
                <a:sym typeface="Arial"/>
              </a:rPr>
              <a:t>200 KM/H</a:t>
            </a:r>
          </a:p>
        </p:txBody>
      </p:sp>
      <p:sp>
        <p:nvSpPr>
          <p:cNvPr id="3234" name="Google Shape;3420;p72">
            <a:extLst>
              <a:ext uri="{FF2B5EF4-FFF2-40B4-BE49-F238E27FC236}">
                <a16:creationId xmlns:a16="http://schemas.microsoft.com/office/drawing/2014/main" id="{85E92A5F-F348-6F3E-6EA1-B247B93E4299}"/>
              </a:ext>
            </a:extLst>
          </p:cNvPr>
          <p:cNvSpPr/>
          <p:nvPr/>
        </p:nvSpPr>
        <p:spPr>
          <a:xfrm>
            <a:off x="1808950" y="3776128"/>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CAR6</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AUDI</a:t>
            </a:r>
          </a:p>
          <a:p>
            <a:pPr defTabSz="1219170">
              <a:buClr>
                <a:srgbClr val="000000"/>
              </a:buClr>
            </a:pPr>
            <a:r>
              <a:rPr lang="en-US" sz="1050" kern="0" dirty="0">
                <a:solidFill>
                  <a:schemeClr val="bg1"/>
                </a:solidFill>
                <a:latin typeface="Arial"/>
                <a:cs typeface="Arial"/>
                <a:sym typeface="Arial"/>
              </a:rPr>
              <a:t>A4</a:t>
            </a:r>
          </a:p>
          <a:p>
            <a:pPr defTabSz="1219170">
              <a:buClr>
                <a:srgbClr val="000000"/>
              </a:buClr>
            </a:pPr>
            <a:r>
              <a:rPr lang="en-US" sz="1050" kern="0" dirty="0">
                <a:solidFill>
                  <a:schemeClr val="bg1"/>
                </a:solidFill>
                <a:latin typeface="Arial"/>
                <a:cs typeface="Arial"/>
                <a:sym typeface="Arial"/>
              </a:rPr>
              <a:t>240 KM/H</a:t>
            </a:r>
          </a:p>
        </p:txBody>
      </p:sp>
      <p:sp>
        <p:nvSpPr>
          <p:cNvPr id="3235" name="Google Shape;3420;p72">
            <a:extLst>
              <a:ext uri="{FF2B5EF4-FFF2-40B4-BE49-F238E27FC236}">
                <a16:creationId xmlns:a16="http://schemas.microsoft.com/office/drawing/2014/main" id="{EEE47CC6-F8B2-CAB8-9DC0-488D75E73C40}"/>
              </a:ext>
            </a:extLst>
          </p:cNvPr>
          <p:cNvSpPr/>
          <p:nvPr/>
        </p:nvSpPr>
        <p:spPr>
          <a:xfrm>
            <a:off x="7355860" y="3776127"/>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CAR9</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PORSCHE</a:t>
            </a:r>
          </a:p>
          <a:p>
            <a:pPr defTabSz="1219170">
              <a:buClr>
                <a:srgbClr val="000000"/>
              </a:buClr>
            </a:pPr>
            <a:r>
              <a:rPr lang="en-US" sz="1050" kern="0" dirty="0">
                <a:solidFill>
                  <a:schemeClr val="bg1"/>
                </a:solidFill>
                <a:latin typeface="Arial"/>
                <a:cs typeface="Arial"/>
                <a:sym typeface="Arial"/>
              </a:rPr>
              <a:t>911</a:t>
            </a:r>
          </a:p>
          <a:p>
            <a:pPr defTabSz="1219170">
              <a:buClr>
                <a:srgbClr val="000000"/>
              </a:buClr>
            </a:pPr>
            <a:r>
              <a:rPr lang="en-US" sz="1050" kern="0" dirty="0">
                <a:solidFill>
                  <a:schemeClr val="bg1"/>
                </a:solidFill>
                <a:latin typeface="Arial"/>
                <a:cs typeface="Arial"/>
                <a:sym typeface="Arial"/>
              </a:rPr>
              <a:t>320 KM/H</a:t>
            </a:r>
          </a:p>
        </p:txBody>
      </p:sp>
      <p:sp>
        <p:nvSpPr>
          <p:cNvPr id="3236" name="Google Shape;3420;p72">
            <a:extLst>
              <a:ext uri="{FF2B5EF4-FFF2-40B4-BE49-F238E27FC236}">
                <a16:creationId xmlns:a16="http://schemas.microsoft.com/office/drawing/2014/main" id="{CD1B8897-58A9-D1BD-A9FD-1DB7ED968962}"/>
              </a:ext>
            </a:extLst>
          </p:cNvPr>
          <p:cNvSpPr/>
          <p:nvPr/>
        </p:nvSpPr>
        <p:spPr>
          <a:xfrm>
            <a:off x="5506890" y="3776128"/>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CAR8</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HYUNDAI</a:t>
            </a:r>
          </a:p>
          <a:p>
            <a:pPr defTabSz="1219170">
              <a:buClr>
                <a:srgbClr val="000000"/>
              </a:buClr>
            </a:pPr>
            <a:r>
              <a:rPr lang="en-US" sz="1050" kern="0" dirty="0">
                <a:solidFill>
                  <a:schemeClr val="bg1"/>
                </a:solidFill>
                <a:latin typeface="Arial"/>
                <a:cs typeface="Arial"/>
                <a:sym typeface="Arial"/>
              </a:rPr>
              <a:t>ELANTRA</a:t>
            </a:r>
          </a:p>
          <a:p>
            <a:pPr defTabSz="1219170">
              <a:buClr>
                <a:srgbClr val="000000"/>
              </a:buClr>
            </a:pPr>
            <a:r>
              <a:rPr lang="en-US" sz="1050" kern="0" dirty="0">
                <a:solidFill>
                  <a:schemeClr val="bg1"/>
                </a:solidFill>
                <a:latin typeface="Arial"/>
                <a:cs typeface="Arial"/>
                <a:sym typeface="Arial"/>
              </a:rPr>
              <a:t>185 KM/H</a:t>
            </a:r>
          </a:p>
        </p:txBody>
      </p:sp>
      <p:sp>
        <p:nvSpPr>
          <p:cNvPr id="3237" name="Google Shape;3420;p72">
            <a:extLst>
              <a:ext uri="{FF2B5EF4-FFF2-40B4-BE49-F238E27FC236}">
                <a16:creationId xmlns:a16="http://schemas.microsoft.com/office/drawing/2014/main" id="{983FBB82-60B4-BF20-680B-B8DCA165D0D0}"/>
              </a:ext>
            </a:extLst>
          </p:cNvPr>
          <p:cNvSpPr/>
          <p:nvPr/>
        </p:nvSpPr>
        <p:spPr>
          <a:xfrm>
            <a:off x="9204830" y="3776126"/>
            <a:ext cx="1178219" cy="846268"/>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solidFill>
            <a:schemeClr val="tx2"/>
          </a:solidFill>
          <a:ln>
            <a:noFill/>
          </a:ln>
          <a:effectLst>
            <a:outerShdw blurRad="71438" algn="bl" rotWithShape="0">
              <a:schemeClr val="lt2"/>
            </a:outerShdw>
          </a:effectLst>
        </p:spPr>
        <p:txBody>
          <a:bodyPr spcFirstLastPara="1" wrap="square" lIns="121900" tIns="121900" rIns="121900" bIns="121900" anchor="ctr" anchorCtr="0">
            <a:noAutofit/>
          </a:bodyPr>
          <a:lstStyle/>
          <a:p>
            <a:pPr algn="ctr" defTabSz="1219170">
              <a:buClr>
                <a:srgbClr val="000000"/>
              </a:buClr>
            </a:pPr>
            <a:r>
              <a:rPr lang="en-US" sz="1200" b="1" u="sng" kern="0" dirty="0">
                <a:solidFill>
                  <a:schemeClr val="bg1"/>
                </a:solidFill>
                <a:latin typeface="Arial"/>
                <a:cs typeface="Arial"/>
                <a:sym typeface="Arial"/>
              </a:rPr>
              <a:t>CAR….</a:t>
            </a:r>
          </a:p>
          <a:p>
            <a:pPr algn="ctr" defTabSz="1219170">
              <a:buClr>
                <a:srgbClr val="000000"/>
              </a:buClr>
            </a:pPr>
            <a:endParaRPr lang="en-US" sz="400" b="1" u="sng" kern="0" dirty="0">
              <a:solidFill>
                <a:schemeClr val="bg1"/>
              </a:solidFill>
              <a:latin typeface="Arial"/>
              <a:cs typeface="Arial"/>
              <a:sym typeface="Arial"/>
            </a:endParaRPr>
          </a:p>
          <a:p>
            <a:pPr defTabSz="1219170">
              <a:buClr>
                <a:srgbClr val="000000"/>
              </a:buClr>
            </a:pPr>
            <a:r>
              <a:rPr lang="en-US" sz="1050" kern="0" dirty="0">
                <a:solidFill>
                  <a:schemeClr val="bg1"/>
                </a:solidFill>
                <a:latin typeface="Arial"/>
                <a:cs typeface="Arial"/>
                <a:sym typeface="Arial"/>
              </a:rPr>
              <a:t>…</a:t>
            </a:r>
          </a:p>
          <a:p>
            <a:pPr defTabSz="1219170">
              <a:buClr>
                <a:srgbClr val="000000"/>
              </a:buClr>
            </a:pPr>
            <a:r>
              <a:rPr lang="en-US" sz="1050" kern="0" dirty="0">
                <a:solidFill>
                  <a:schemeClr val="bg1"/>
                </a:solidFill>
                <a:latin typeface="Arial"/>
                <a:cs typeface="Arial"/>
                <a:sym typeface="Arial"/>
              </a:rPr>
              <a:t>…</a:t>
            </a:r>
          </a:p>
          <a:p>
            <a:pPr defTabSz="1219170">
              <a:buClr>
                <a:srgbClr val="000000"/>
              </a:buClr>
            </a:pPr>
            <a:r>
              <a:rPr lang="en-US" sz="1050" kern="0" dirty="0">
                <a:solidFill>
                  <a:schemeClr val="bg1"/>
                </a:solidFill>
                <a:latin typeface="Arial"/>
                <a:cs typeface="Arial"/>
                <a:sym typeface="Arial"/>
              </a:rPr>
              <a:t>…</a:t>
            </a:r>
          </a:p>
        </p:txBody>
      </p:sp>
      <p:sp>
        <p:nvSpPr>
          <p:cNvPr id="3181" name="TextBox 3180">
            <a:extLst>
              <a:ext uri="{FF2B5EF4-FFF2-40B4-BE49-F238E27FC236}">
                <a16:creationId xmlns:a16="http://schemas.microsoft.com/office/drawing/2014/main" id="{DA27D58B-8346-1005-1870-7DEBF0CB2C59}"/>
              </a:ext>
            </a:extLst>
          </p:cNvPr>
          <p:cNvSpPr txBox="1"/>
          <p:nvPr/>
        </p:nvSpPr>
        <p:spPr>
          <a:xfrm>
            <a:off x="1524000" y="4870847"/>
            <a:ext cx="9143999" cy="923330"/>
          </a:xfrm>
          <a:prstGeom prst="rect">
            <a:avLst/>
          </a:prstGeom>
          <a:noFill/>
        </p:spPr>
        <p:txBody>
          <a:bodyPr wrap="square" rtlCol="0">
            <a:spAutoFit/>
          </a:bodyPr>
          <a:lstStyle/>
          <a:p>
            <a:pPr algn="ctr"/>
            <a:r>
              <a:rPr lang="en-US" dirty="0">
                <a:solidFill>
                  <a:schemeClr val="bg1"/>
                </a:solidFill>
              </a:rPr>
              <a:t>Creating objects like car1, car2... car1000 is inefficient. So, we use Object Arrays, Object Arrays allow us to store multiple objects in a single structured list, indexed by number. We can loop through the list to process all cars info at once</a:t>
            </a:r>
          </a:p>
        </p:txBody>
      </p:sp>
      <p:sp>
        <p:nvSpPr>
          <p:cNvPr id="3206" name="Google Shape;3399;p71">
            <a:extLst>
              <a:ext uri="{FF2B5EF4-FFF2-40B4-BE49-F238E27FC236}">
                <a16:creationId xmlns:a16="http://schemas.microsoft.com/office/drawing/2014/main" id="{B924A187-4182-A758-34A7-41A9F7260049}"/>
              </a:ext>
            </a:extLst>
          </p:cNvPr>
          <p:cNvSpPr/>
          <p:nvPr/>
        </p:nvSpPr>
        <p:spPr>
          <a:xfrm>
            <a:off x="1650999" y="2578101"/>
            <a:ext cx="8890001" cy="2184040"/>
          </a:xfrm>
          <a:prstGeom prst="rect">
            <a:avLst/>
          </a:prstGeom>
          <a:noFill/>
          <a:ln w="28575" cap="flat"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9944574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75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415">
          <a:extLst>
            <a:ext uri="{FF2B5EF4-FFF2-40B4-BE49-F238E27FC236}">
              <a16:creationId xmlns:a16="http://schemas.microsoft.com/office/drawing/2014/main" id="{9CD1068E-019A-10A5-ABED-5DA336B09324}"/>
            </a:ext>
          </a:extLst>
        </p:cNvPr>
        <p:cNvGrpSpPr/>
        <p:nvPr/>
      </p:nvGrpSpPr>
      <p:grpSpPr>
        <a:xfrm>
          <a:off x="0" y="0"/>
          <a:ext cx="0" cy="0"/>
          <a:chOff x="0" y="0"/>
          <a:chExt cx="0" cy="0"/>
        </a:xfrm>
      </p:grpSpPr>
      <p:sp>
        <p:nvSpPr>
          <p:cNvPr id="3423" name="Google Shape;3423;p72">
            <a:extLst>
              <a:ext uri="{FF2B5EF4-FFF2-40B4-BE49-F238E27FC236}">
                <a16:creationId xmlns:a16="http://schemas.microsoft.com/office/drawing/2014/main" id="{9FB0A8E9-1ABC-0A47-C84E-EFA4EFF1A990}"/>
              </a:ext>
            </a:extLst>
          </p:cNvPr>
          <p:cNvSpPr txBox="1">
            <a:spLocks noGrp="1"/>
          </p:cNvSpPr>
          <p:nvPr>
            <p:ph type="subTitle" idx="1"/>
          </p:nvPr>
        </p:nvSpPr>
        <p:spPr>
          <a:xfrm>
            <a:off x="1603423" y="1879452"/>
            <a:ext cx="9826576" cy="4266636"/>
          </a:xfrm>
          <a:prstGeom prst="rect">
            <a:avLst/>
          </a:prstGeom>
        </p:spPr>
        <p:txBody>
          <a:bodyPr spcFirstLastPara="1" wrap="square" lIns="121900" tIns="0" rIns="121900" bIns="121900" anchor="t" anchorCtr="0">
            <a:noAutofit/>
          </a:bodyPr>
          <a:lstStyle/>
          <a:p>
            <a:pPr algn="l">
              <a:lnSpc>
                <a:spcPts val="1425"/>
              </a:lnSpc>
              <a:buNone/>
            </a:pPr>
            <a:r>
              <a:rPr lang="en-US" sz="900" b="0" dirty="0">
                <a:solidFill>
                  <a:srgbClr val="569CD6"/>
                </a:solidFill>
                <a:effectLst/>
                <a:latin typeface="Consolas" panose="020B0609020204030204" pitchFamily="49" charset="0"/>
              </a:rPr>
              <a:t>class</a:t>
            </a:r>
            <a:r>
              <a:rPr lang="en-US" sz="900" b="0" dirty="0">
                <a:solidFill>
                  <a:srgbClr val="CCCCCC"/>
                </a:solidFill>
                <a:effectLst/>
                <a:latin typeface="Consolas" panose="020B0609020204030204" pitchFamily="49" charset="0"/>
              </a:rPr>
              <a:t> </a:t>
            </a:r>
            <a:r>
              <a:rPr lang="en-US" sz="900" b="0" dirty="0">
                <a:solidFill>
                  <a:srgbClr val="4EC9B0"/>
                </a:solidFill>
                <a:effectLst/>
                <a:latin typeface="Consolas" panose="020B0609020204030204" pitchFamily="49" charset="0"/>
              </a:rPr>
              <a:t>Car</a:t>
            </a:r>
            <a:r>
              <a:rPr lang="en-US" sz="900" b="0" dirty="0">
                <a:solidFill>
                  <a:srgbClr val="CCCCCC"/>
                </a:solidFill>
                <a:effectLst/>
                <a:latin typeface="Consolas" panose="020B0609020204030204" pitchFamily="49" charset="0"/>
              </a:rPr>
              <a:t>:</a:t>
            </a:r>
          </a:p>
          <a:p>
            <a:pPr algn="l">
              <a:lnSpc>
                <a:spcPts val="1425"/>
              </a:lnSpc>
              <a:buNone/>
            </a:pPr>
            <a:r>
              <a:rPr lang="en-US" sz="900" b="0" dirty="0">
                <a:solidFill>
                  <a:srgbClr val="CCCCCC"/>
                </a:solidFill>
                <a:effectLst/>
                <a:latin typeface="Consolas" panose="020B0609020204030204" pitchFamily="49" charset="0"/>
              </a:rPr>
              <a:t>    </a:t>
            </a:r>
            <a:r>
              <a:rPr lang="en-US" sz="900" b="0" dirty="0">
                <a:solidFill>
                  <a:srgbClr val="569CD6"/>
                </a:solidFill>
                <a:effectLst/>
                <a:latin typeface="Consolas" panose="020B0609020204030204" pitchFamily="49" charset="0"/>
              </a:rPr>
              <a:t>def</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__init__</a:t>
            </a:r>
            <a:r>
              <a:rPr lang="en-US" sz="900" b="0" dirty="0">
                <a:solidFill>
                  <a:srgbClr val="CCCCCC"/>
                </a:solidFill>
                <a:effectLst/>
                <a:latin typeface="Consolas" panose="020B0609020204030204" pitchFamily="49" charset="0"/>
              </a:rPr>
              <a:t>(</a:t>
            </a:r>
            <a:r>
              <a:rPr lang="en-US" sz="900" b="0" dirty="0">
                <a:solidFill>
                  <a:srgbClr val="9CDCFE"/>
                </a:solidFill>
                <a:effectLst/>
                <a:latin typeface="Consolas" panose="020B0609020204030204" pitchFamily="49" charset="0"/>
              </a:rPr>
              <a:t>self</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brand</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model</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max_speed</a:t>
            </a:r>
            <a:r>
              <a:rPr lang="en-US" sz="900" b="0" dirty="0">
                <a:solidFill>
                  <a:srgbClr val="CCCCCC"/>
                </a:solidFill>
                <a:effectLst/>
                <a:latin typeface="Consolas" panose="020B0609020204030204" pitchFamily="49" charset="0"/>
              </a:rPr>
              <a:t>):</a:t>
            </a:r>
          </a:p>
          <a:p>
            <a:pPr algn="l">
              <a:lnSpc>
                <a:spcPts val="1425"/>
              </a:lnSpc>
              <a:buNone/>
            </a:pPr>
            <a:r>
              <a:rPr lang="en-US" sz="900" b="0" dirty="0">
                <a:solidFill>
                  <a:srgbClr val="CCCCCC"/>
                </a:solidFill>
                <a:effectLst/>
                <a:latin typeface="Consolas" panose="020B0609020204030204" pitchFamily="49" charset="0"/>
              </a:rPr>
              <a:t>        </a:t>
            </a:r>
            <a:r>
              <a:rPr lang="en-US" sz="900" b="0" dirty="0" err="1">
                <a:solidFill>
                  <a:srgbClr val="569CD6"/>
                </a:solidFill>
                <a:effectLst/>
                <a:latin typeface="Consolas" panose="020B0609020204030204" pitchFamily="49" charset="0"/>
              </a:rPr>
              <a:t>self</a:t>
            </a:r>
            <a:r>
              <a:rPr lang="en-US" sz="900" b="0" dirty="0" err="1">
                <a:solidFill>
                  <a:srgbClr val="CCCCCC"/>
                </a:solidFill>
                <a:effectLst/>
                <a:latin typeface="Consolas" panose="020B0609020204030204" pitchFamily="49" charset="0"/>
              </a:rPr>
              <a:t>.brand</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brand</a:t>
            </a:r>
          </a:p>
          <a:p>
            <a:pPr algn="l">
              <a:lnSpc>
                <a:spcPts val="1425"/>
              </a:lnSpc>
              <a:buNone/>
            </a:pPr>
            <a:r>
              <a:rPr lang="en-US" sz="900" b="0" dirty="0">
                <a:solidFill>
                  <a:srgbClr val="CCCCCC"/>
                </a:solidFill>
                <a:effectLst/>
                <a:latin typeface="Consolas" panose="020B0609020204030204" pitchFamily="49" charset="0"/>
              </a:rPr>
              <a:t>        </a:t>
            </a:r>
            <a:r>
              <a:rPr lang="en-US" sz="900" b="0" dirty="0">
                <a:solidFill>
                  <a:srgbClr val="569CD6"/>
                </a:solidFill>
                <a:effectLst/>
                <a:latin typeface="Consolas" panose="020B0609020204030204" pitchFamily="49" charset="0"/>
              </a:rPr>
              <a:t>self</a:t>
            </a:r>
            <a:r>
              <a:rPr lang="en-US" sz="900" b="0" dirty="0">
                <a:solidFill>
                  <a:srgbClr val="CCCCCC"/>
                </a:solidFill>
                <a:effectLst/>
                <a:latin typeface="Consolas" panose="020B0609020204030204" pitchFamily="49" charset="0"/>
              </a:rPr>
              <a:t>.model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model</a:t>
            </a:r>
          </a:p>
          <a:p>
            <a:pPr algn="l">
              <a:lnSpc>
                <a:spcPts val="1425"/>
              </a:lnSpc>
              <a:buNone/>
            </a:pPr>
            <a:r>
              <a:rPr lang="en-US" sz="900" b="0" dirty="0">
                <a:solidFill>
                  <a:srgbClr val="CCCCCC"/>
                </a:solidFill>
                <a:effectLst/>
                <a:latin typeface="Consolas" panose="020B0609020204030204" pitchFamily="49" charset="0"/>
              </a:rPr>
              <a:t>        </a:t>
            </a:r>
            <a:r>
              <a:rPr lang="en-US" sz="900" b="0" dirty="0" err="1">
                <a:solidFill>
                  <a:srgbClr val="569CD6"/>
                </a:solidFill>
                <a:effectLst/>
                <a:latin typeface="Consolas" panose="020B0609020204030204" pitchFamily="49" charset="0"/>
              </a:rPr>
              <a:t>self</a:t>
            </a:r>
            <a:r>
              <a:rPr lang="en-US" sz="900" b="0" dirty="0" err="1">
                <a:solidFill>
                  <a:srgbClr val="CCCCCC"/>
                </a:solidFill>
                <a:effectLst/>
                <a:latin typeface="Consolas" panose="020B0609020204030204" pitchFamily="49" charset="0"/>
              </a:rPr>
              <a:t>.max_speed</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max_speed</a:t>
            </a:r>
          </a:p>
          <a:p>
            <a:pPr algn="l">
              <a:lnSpc>
                <a:spcPts val="1425"/>
              </a:lnSpc>
              <a:buNone/>
            </a:pP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569CD6"/>
                </a:solidFill>
                <a:effectLst/>
                <a:latin typeface="Consolas" panose="020B0609020204030204" pitchFamily="49" charset="0"/>
              </a:rPr>
              <a:t>def</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main</a:t>
            </a:r>
            <a:r>
              <a:rPr lang="en-US" sz="900" b="0" dirty="0">
                <a:solidFill>
                  <a:srgbClr val="CCCCCC"/>
                </a:solidFill>
                <a:effectLst/>
                <a:latin typeface="Consolas" panose="020B0609020204030204" pitchFamily="49" charset="0"/>
              </a:rPr>
              <a:t>():</a:t>
            </a:r>
          </a:p>
          <a:p>
            <a:pPr algn="l">
              <a:lnSpc>
                <a:spcPts val="1425"/>
              </a:lnSpc>
              <a:buNone/>
            </a:pPr>
            <a:r>
              <a:rPr lang="en-US" sz="900" b="0" dirty="0">
                <a:solidFill>
                  <a:srgbClr val="CCCCCC"/>
                </a:solidFill>
                <a:effectLst/>
                <a:latin typeface="Consolas" panose="020B0609020204030204" pitchFamily="49" charset="0"/>
              </a:rPr>
              <a:t>    </a:t>
            </a:r>
            <a:r>
              <a:rPr lang="en-US" sz="900" b="0" dirty="0" err="1">
                <a:solidFill>
                  <a:srgbClr val="CCCCCC"/>
                </a:solidFill>
                <a:effectLst/>
                <a:latin typeface="Consolas" panose="020B0609020204030204" pitchFamily="49" charset="0"/>
              </a:rPr>
              <a:t>cars_array</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"VOLVO"</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"XC90"</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180</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1</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"TESLA"</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"MODEL Y"</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250</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2</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"LEXUS"</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"RX"</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210</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3</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"FORD"</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"RAPTOR"</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180</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4</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"MAZDA"</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"3"</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190</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5</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"AUDI"</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"A4"</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240</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6</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"SUBARU"</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"OUTBACK"</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200</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7</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"HYUNDAI"</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"ELANTRA"</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185</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8</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Car(</a:t>
            </a:r>
            <a:r>
              <a:rPr lang="en-US" sz="900" b="0" dirty="0">
                <a:solidFill>
                  <a:srgbClr val="CE9178"/>
                </a:solidFill>
                <a:effectLst/>
                <a:latin typeface="Consolas" panose="020B0609020204030204" pitchFamily="49" charset="0"/>
              </a:rPr>
              <a:t>"PORSCHE"</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"911"</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320</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CAR 9</a:t>
            </a: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a:t>
            </a:r>
          </a:p>
          <a:p>
            <a:pPr algn="l">
              <a:lnSpc>
                <a:spcPts val="1425"/>
              </a:lnSpc>
              <a:buNone/>
            </a:pPr>
            <a:endParaRPr lang="en-US" sz="600" b="0" dirty="0">
              <a:solidFill>
                <a:srgbClr val="CCCCCC"/>
              </a:solidFill>
              <a:effectLst/>
              <a:latin typeface="Consolas" panose="020B0609020204030204" pitchFamily="49" charset="0"/>
            </a:endParaRPr>
          </a:p>
          <a:p>
            <a:pPr algn="l">
              <a:lnSpc>
                <a:spcPts val="1425"/>
              </a:lnSpc>
              <a:buNone/>
            </a:pPr>
            <a:r>
              <a:rPr lang="en-US" sz="900" b="0" dirty="0">
                <a:solidFill>
                  <a:srgbClr val="CCCCCC"/>
                </a:solidFill>
                <a:effectLst/>
                <a:latin typeface="Consolas" panose="020B0609020204030204" pitchFamily="49" charset="0"/>
              </a:rPr>
              <a:t>    </a:t>
            </a:r>
            <a:r>
              <a:rPr lang="en-US" sz="900" b="0" dirty="0">
                <a:solidFill>
                  <a:srgbClr val="C586C0"/>
                </a:solidFill>
                <a:effectLst/>
                <a:latin typeface="Consolas" panose="020B0609020204030204" pitchFamily="49" charset="0"/>
              </a:rPr>
              <a:t>for</a:t>
            </a:r>
            <a:r>
              <a:rPr lang="en-US" sz="900" b="0" dirty="0">
                <a:solidFill>
                  <a:srgbClr val="CCCCCC"/>
                </a:solidFill>
                <a:effectLst/>
                <a:latin typeface="Consolas" panose="020B0609020204030204" pitchFamily="49" charset="0"/>
              </a:rPr>
              <a:t> car </a:t>
            </a:r>
            <a:r>
              <a:rPr lang="en-US" sz="900" b="0" dirty="0">
                <a:solidFill>
                  <a:srgbClr val="C586C0"/>
                </a:solidFill>
                <a:effectLst/>
                <a:latin typeface="Consolas" panose="020B0609020204030204" pitchFamily="49" charset="0"/>
              </a:rPr>
              <a:t>in</a:t>
            </a:r>
            <a:r>
              <a:rPr lang="en-US" sz="900" b="0" dirty="0">
                <a:solidFill>
                  <a:srgbClr val="CCCCCC"/>
                </a:solidFill>
                <a:effectLst/>
                <a:latin typeface="Consolas" panose="020B0609020204030204" pitchFamily="49" charset="0"/>
              </a:rPr>
              <a:t> </a:t>
            </a:r>
            <a:r>
              <a:rPr lang="en-US" sz="900" b="0" dirty="0" err="1">
                <a:solidFill>
                  <a:srgbClr val="CCCCCC"/>
                </a:solidFill>
                <a:effectLst/>
                <a:latin typeface="Consolas" panose="020B0609020204030204" pitchFamily="49" charset="0"/>
              </a:rPr>
              <a:t>cars_array</a:t>
            </a:r>
            <a:r>
              <a:rPr lang="en-US" sz="900" b="0" dirty="0">
                <a:solidFill>
                  <a:srgbClr val="CCCCCC"/>
                </a:solidFill>
                <a:effectLst/>
                <a:latin typeface="Consolas" panose="020B0609020204030204" pitchFamily="49" charset="0"/>
              </a:rPr>
              <a:t>:</a:t>
            </a:r>
          </a:p>
          <a:p>
            <a:pPr algn="l">
              <a:lnSpc>
                <a:spcPts val="1425"/>
              </a:lnSpc>
              <a:buNone/>
            </a:pP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print</a:t>
            </a:r>
            <a:r>
              <a:rPr lang="en-US" sz="900" b="0" dirty="0">
                <a:solidFill>
                  <a:srgbClr val="CCCCCC"/>
                </a:solidFill>
                <a:effectLst/>
                <a:latin typeface="Consolas" panose="020B0609020204030204" pitchFamily="49" charset="0"/>
              </a:rPr>
              <a:t>(</a:t>
            </a:r>
            <a:r>
              <a:rPr lang="en-US" sz="900" b="0" dirty="0" err="1">
                <a:solidFill>
                  <a:srgbClr val="569CD6"/>
                </a:solidFill>
                <a:effectLst/>
                <a:latin typeface="Consolas" panose="020B0609020204030204" pitchFamily="49" charset="0"/>
              </a:rPr>
              <a:t>f</a:t>
            </a:r>
            <a:r>
              <a:rPr lang="en-US" sz="900" b="0" dirty="0" err="1">
                <a:solidFill>
                  <a:srgbClr val="CE9178"/>
                </a:solidFill>
                <a:effectLst/>
                <a:latin typeface="Consolas" panose="020B0609020204030204" pitchFamily="49" charset="0"/>
              </a:rPr>
              <a:t>"Brand</a:t>
            </a:r>
            <a:r>
              <a:rPr lang="en-US" sz="900" b="0" dirty="0">
                <a:solidFill>
                  <a:srgbClr val="CE9178"/>
                </a:solidFill>
                <a:effectLst/>
                <a:latin typeface="Consolas" panose="020B0609020204030204" pitchFamily="49" charset="0"/>
              </a:rPr>
              <a:t>: </a:t>
            </a:r>
            <a:r>
              <a:rPr lang="en-US" sz="900" b="0" dirty="0">
                <a:solidFill>
                  <a:srgbClr val="569CD6"/>
                </a:solidFill>
                <a:effectLst/>
                <a:latin typeface="Consolas" panose="020B0609020204030204" pitchFamily="49" charset="0"/>
              </a:rPr>
              <a:t>{</a:t>
            </a:r>
            <a:r>
              <a:rPr lang="en-US" sz="900" b="0" dirty="0" err="1">
                <a:solidFill>
                  <a:srgbClr val="CCCCCC"/>
                </a:solidFill>
                <a:effectLst/>
                <a:latin typeface="Consolas" panose="020B0609020204030204" pitchFamily="49" charset="0"/>
              </a:rPr>
              <a:t>car.brand</a:t>
            </a:r>
            <a:r>
              <a:rPr lang="en-US" sz="900" b="0" dirty="0">
                <a:solidFill>
                  <a:srgbClr val="569CD6"/>
                </a:solidFill>
                <a:effectLst/>
                <a:latin typeface="Consolas" panose="020B0609020204030204" pitchFamily="49" charset="0"/>
              </a:rPr>
              <a:t>}</a:t>
            </a:r>
            <a:r>
              <a:rPr lang="en-US" sz="900" b="0" dirty="0">
                <a:solidFill>
                  <a:srgbClr val="CE9178"/>
                </a:solidFill>
                <a:effectLst/>
                <a:latin typeface="Consolas" panose="020B0609020204030204" pitchFamily="49" charset="0"/>
              </a:rPr>
              <a:t>, Model: </a:t>
            </a:r>
            <a:r>
              <a:rPr lang="en-US" sz="900" b="0" dirty="0">
                <a:solidFill>
                  <a:srgbClr val="569CD6"/>
                </a:solidFill>
                <a:effectLst/>
                <a:latin typeface="Consolas" panose="020B0609020204030204" pitchFamily="49" charset="0"/>
              </a:rPr>
              <a:t>{</a:t>
            </a:r>
            <a:r>
              <a:rPr lang="en-US" sz="900" b="0" dirty="0" err="1">
                <a:solidFill>
                  <a:srgbClr val="CCCCCC"/>
                </a:solidFill>
                <a:effectLst/>
                <a:latin typeface="Consolas" panose="020B0609020204030204" pitchFamily="49" charset="0"/>
              </a:rPr>
              <a:t>car.model</a:t>
            </a:r>
            <a:r>
              <a:rPr lang="en-US" sz="900" b="0" dirty="0">
                <a:solidFill>
                  <a:srgbClr val="569CD6"/>
                </a:solidFill>
                <a:effectLst/>
                <a:latin typeface="Consolas" panose="020B0609020204030204" pitchFamily="49" charset="0"/>
              </a:rPr>
              <a:t>}</a:t>
            </a:r>
            <a:r>
              <a:rPr lang="en-US" sz="900" b="0" dirty="0">
                <a:solidFill>
                  <a:srgbClr val="CE9178"/>
                </a:solidFill>
                <a:effectLst/>
                <a:latin typeface="Consolas" panose="020B0609020204030204" pitchFamily="49" charset="0"/>
              </a:rPr>
              <a:t>, Speed: </a:t>
            </a:r>
            <a:r>
              <a:rPr lang="en-US" sz="900" b="0" dirty="0">
                <a:solidFill>
                  <a:srgbClr val="569CD6"/>
                </a:solidFill>
                <a:effectLst/>
                <a:latin typeface="Consolas" panose="020B0609020204030204" pitchFamily="49" charset="0"/>
              </a:rPr>
              <a:t>{</a:t>
            </a:r>
            <a:r>
              <a:rPr lang="en-US" sz="900" b="0" dirty="0" err="1">
                <a:solidFill>
                  <a:srgbClr val="CCCCCC"/>
                </a:solidFill>
                <a:effectLst/>
                <a:latin typeface="Consolas" panose="020B0609020204030204" pitchFamily="49" charset="0"/>
              </a:rPr>
              <a:t>car.max_speed</a:t>
            </a:r>
            <a:r>
              <a:rPr lang="en-US" sz="900" b="0" dirty="0">
                <a:solidFill>
                  <a:srgbClr val="569CD6"/>
                </a:solidFill>
                <a:effectLst/>
                <a:latin typeface="Consolas" panose="020B0609020204030204" pitchFamily="49" charset="0"/>
              </a:rPr>
              <a:t>}</a:t>
            </a:r>
            <a:r>
              <a:rPr lang="en-US" sz="900" b="0" dirty="0">
                <a:solidFill>
                  <a:srgbClr val="CE9178"/>
                </a:solidFill>
                <a:effectLst/>
                <a:latin typeface="Consolas" panose="020B0609020204030204" pitchFamily="49" charset="0"/>
              </a:rPr>
              <a:t> KM/H"</a:t>
            </a:r>
            <a:r>
              <a:rPr lang="en-US" sz="900" b="0" dirty="0">
                <a:solidFill>
                  <a:srgbClr val="CCCCCC"/>
                </a:solidFill>
                <a:effectLst/>
                <a:latin typeface="Consolas" panose="020B0609020204030204" pitchFamily="49" charset="0"/>
              </a:rPr>
              <a:t>)</a:t>
            </a:r>
            <a:br>
              <a:rPr lang="en-US" sz="900" b="0" dirty="0">
                <a:solidFill>
                  <a:srgbClr val="CCCCCC"/>
                </a:solidFill>
                <a:effectLst/>
                <a:latin typeface="Consolas" panose="020B0609020204030204" pitchFamily="49" charset="0"/>
              </a:rPr>
            </a:br>
            <a:endParaRPr lang="en-US" sz="900" b="0" dirty="0">
              <a:solidFill>
                <a:srgbClr val="CCCCCC"/>
              </a:solidFill>
              <a:effectLst/>
              <a:latin typeface="Consolas" panose="020B0609020204030204" pitchFamily="49" charset="0"/>
            </a:endParaRPr>
          </a:p>
          <a:p>
            <a:pPr algn="l">
              <a:lnSpc>
                <a:spcPts val="1425"/>
              </a:lnSpc>
              <a:buNone/>
            </a:pPr>
            <a:r>
              <a:rPr lang="en-US" sz="900" b="0" dirty="0">
                <a:solidFill>
                  <a:srgbClr val="C586C0"/>
                </a:solidFill>
                <a:effectLst/>
                <a:latin typeface="Consolas" panose="020B0609020204030204" pitchFamily="49" charset="0"/>
              </a:rPr>
              <a:t>if</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__name__</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"__main__"</a:t>
            </a:r>
            <a:r>
              <a:rPr lang="en-US" sz="900" b="0" dirty="0">
                <a:solidFill>
                  <a:srgbClr val="CCCCCC"/>
                </a:solidFill>
                <a:effectLst/>
                <a:latin typeface="Consolas" panose="020B0609020204030204" pitchFamily="49" charset="0"/>
              </a:rPr>
              <a:t>:</a:t>
            </a:r>
          </a:p>
          <a:p>
            <a:pPr algn="l">
              <a:lnSpc>
                <a:spcPts val="1425"/>
              </a:lnSpc>
              <a:buNone/>
            </a:pPr>
            <a:r>
              <a:rPr lang="en-US" sz="900" b="0" dirty="0">
                <a:solidFill>
                  <a:srgbClr val="CCCCCC"/>
                </a:solidFill>
                <a:effectLst/>
                <a:latin typeface="Consolas" panose="020B0609020204030204" pitchFamily="49" charset="0"/>
              </a:rPr>
              <a:t>    main()</a:t>
            </a:r>
          </a:p>
        </p:txBody>
      </p:sp>
      <p:sp>
        <p:nvSpPr>
          <p:cNvPr id="3411" name="Title 1">
            <a:extLst>
              <a:ext uri="{FF2B5EF4-FFF2-40B4-BE49-F238E27FC236}">
                <a16:creationId xmlns:a16="http://schemas.microsoft.com/office/drawing/2014/main" id="{D9D7CFA9-0B51-B824-77F6-713E4F53CC3C}"/>
              </a:ext>
            </a:extLst>
          </p:cNvPr>
          <p:cNvSpPr txBox="1">
            <a:spLocks/>
          </p:cNvSpPr>
          <p:nvPr/>
        </p:nvSpPr>
        <p:spPr>
          <a:xfrm>
            <a:off x="1524000" y="680502"/>
            <a:ext cx="5414128" cy="5635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9pPr>
          </a:lstStyle>
          <a:p>
            <a:pPr algn="l"/>
            <a:r>
              <a:rPr lang="en" sz="4400" kern="0" dirty="0">
                <a:solidFill>
                  <a:schemeClr val="bg1"/>
                </a:solidFill>
                <a:latin typeface="Aptos Black" panose="020F0502020204030204" pitchFamily="34" charset="0"/>
              </a:rPr>
              <a:t>PYTHON CODE:</a:t>
            </a:r>
            <a:endParaRPr lang="en-US" sz="3200" kern="0" dirty="0">
              <a:solidFill>
                <a:srgbClr val="E63B00"/>
              </a:solidFill>
            </a:endParaRPr>
          </a:p>
        </p:txBody>
      </p:sp>
      <p:grpSp>
        <p:nvGrpSpPr>
          <p:cNvPr id="3412" name="Google Shape;2641;p40">
            <a:extLst>
              <a:ext uri="{FF2B5EF4-FFF2-40B4-BE49-F238E27FC236}">
                <a16:creationId xmlns:a16="http://schemas.microsoft.com/office/drawing/2014/main" id="{00F68ABB-FC0A-C5D9-26AB-6EEC62477161}"/>
              </a:ext>
            </a:extLst>
          </p:cNvPr>
          <p:cNvGrpSpPr>
            <a:grpSpLocks/>
          </p:cNvGrpSpPr>
          <p:nvPr/>
        </p:nvGrpSpPr>
        <p:grpSpPr>
          <a:xfrm>
            <a:off x="1603423" y="1413107"/>
            <a:ext cx="4447650" cy="135300"/>
            <a:chOff x="2365175" y="3596070"/>
            <a:chExt cx="4447650" cy="135300"/>
          </a:xfrm>
        </p:grpSpPr>
        <p:sp>
          <p:nvSpPr>
            <p:cNvPr id="3413" name="Google Shape;2642;p40">
              <a:extLst>
                <a:ext uri="{FF2B5EF4-FFF2-40B4-BE49-F238E27FC236}">
                  <a16:creationId xmlns:a16="http://schemas.microsoft.com/office/drawing/2014/main" id="{7E2EFD8F-1149-DC0C-BF8E-796753E848A2}"/>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4" name="Google Shape;2643;p40">
              <a:extLst>
                <a:ext uri="{FF2B5EF4-FFF2-40B4-BE49-F238E27FC236}">
                  <a16:creationId xmlns:a16="http://schemas.microsoft.com/office/drawing/2014/main" id="{BE7AE610-F81B-2FFF-EFC5-8DA3C40C1F3E}"/>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415" name="Google Shape;2644;p40">
              <a:extLst>
                <a:ext uri="{FF2B5EF4-FFF2-40B4-BE49-F238E27FC236}">
                  <a16:creationId xmlns:a16="http://schemas.microsoft.com/office/drawing/2014/main" id="{44A9AF0A-420F-D27F-BF39-A7FF430095B6}"/>
                </a:ext>
              </a:extLst>
            </p:cNvPr>
            <p:cNvCxnSpPr>
              <a:cxnSpLocks/>
              <a:stCxn id="3413" idx="6"/>
              <a:endCxn id="3414"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sp>
        <p:nvSpPr>
          <p:cNvPr id="3416" name="Google Shape;3399;p71">
            <a:extLst>
              <a:ext uri="{FF2B5EF4-FFF2-40B4-BE49-F238E27FC236}">
                <a16:creationId xmlns:a16="http://schemas.microsoft.com/office/drawing/2014/main" id="{9DFE2331-4D2F-B1F3-54CE-1C4464546B19}"/>
              </a:ext>
            </a:extLst>
          </p:cNvPr>
          <p:cNvSpPr/>
          <p:nvPr/>
        </p:nvSpPr>
        <p:spPr>
          <a:xfrm>
            <a:off x="1603422" y="1787002"/>
            <a:ext cx="9826577" cy="4451536"/>
          </a:xfrm>
          <a:prstGeom prst="rect">
            <a:avLst/>
          </a:prstGeom>
          <a:noFill/>
          <a:ln w="28575" cap="flat" cmpd="sng">
            <a:solidFill>
              <a:srgbClr val="00E9FF"/>
            </a:solidFill>
            <a:prstDash val="solid"/>
            <a:round/>
            <a:headEnd type="none" w="sm" len="sm"/>
            <a:tailEnd type="none" w="sm" len="sm"/>
          </a:ln>
          <a:effectLst>
            <a:outerShdw blurRad="128588" dist="190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57" name="Google Shape;2120;p33">
            <a:extLst>
              <a:ext uri="{FF2B5EF4-FFF2-40B4-BE49-F238E27FC236}">
                <a16:creationId xmlns:a16="http://schemas.microsoft.com/office/drawing/2014/main" id="{DD15D142-42A9-65FD-3BA3-D319BC2D614C}"/>
              </a:ext>
            </a:extLst>
          </p:cNvPr>
          <p:cNvGrpSpPr/>
          <p:nvPr/>
        </p:nvGrpSpPr>
        <p:grpSpPr>
          <a:xfrm rot="5400000">
            <a:off x="14258565" y="4109354"/>
            <a:ext cx="317252" cy="4297983"/>
            <a:chOff x="8202950" y="1983213"/>
            <a:chExt cx="237939" cy="3223487"/>
          </a:xfrm>
        </p:grpSpPr>
        <p:sp>
          <p:nvSpPr>
            <p:cNvPr id="58" name="Google Shape;2121;p33">
              <a:extLst>
                <a:ext uri="{FF2B5EF4-FFF2-40B4-BE49-F238E27FC236}">
                  <a16:creationId xmlns:a16="http://schemas.microsoft.com/office/drawing/2014/main" id="{2655A8A6-1CAC-9704-3F55-858FDF2D70FC}"/>
                </a:ext>
              </a:extLst>
            </p:cNvPr>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59" name="Google Shape;2122;p33">
              <a:extLst>
                <a:ext uri="{FF2B5EF4-FFF2-40B4-BE49-F238E27FC236}">
                  <a16:creationId xmlns:a16="http://schemas.microsoft.com/office/drawing/2014/main" id="{F238ACAE-406E-A3F4-04F7-2D4613238E64}"/>
                </a:ext>
              </a:extLst>
            </p:cNvPr>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2123;p33">
              <a:extLst>
                <a:ext uri="{FF2B5EF4-FFF2-40B4-BE49-F238E27FC236}">
                  <a16:creationId xmlns:a16="http://schemas.microsoft.com/office/drawing/2014/main" id="{23D48CB9-F2AA-6574-1A27-98AC484DB536}"/>
                </a:ext>
              </a:extLst>
            </p:cNvPr>
            <p:cNvSpPr/>
            <p:nvPr/>
          </p:nvSpPr>
          <p:spPr>
            <a:xfrm>
              <a:off x="8202950" y="2093625"/>
              <a:ext cx="182750" cy="3113075"/>
            </a:xfrm>
            <a:custGeom>
              <a:avLst/>
              <a:gdLst/>
              <a:ahLst/>
              <a:cxnLst/>
              <a:rect l="l" t="t" r="r" b="b"/>
              <a:pathLst>
                <a:path w="7310" h="124523" extrusionOk="0">
                  <a:moveTo>
                    <a:pt x="6787" y="124523"/>
                  </a:moveTo>
                  <a:lnTo>
                    <a:pt x="7236" y="67122"/>
                  </a:lnTo>
                  <a:lnTo>
                    <a:pt x="0" y="57280"/>
                  </a:lnTo>
                  <a:lnTo>
                    <a:pt x="0" y="33256"/>
                  </a:lnTo>
                  <a:lnTo>
                    <a:pt x="7310" y="23088"/>
                  </a:lnTo>
                  <a:lnTo>
                    <a:pt x="7253" y="0"/>
                  </a:lnTo>
                </a:path>
              </a:pathLst>
            </a:cu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txBody>
            <a:bodyPr/>
            <a:lstStyle/>
            <a:p>
              <a:endParaRPr lang="en-US" sz="2400"/>
            </a:p>
          </p:txBody>
        </p:sp>
        <p:sp>
          <p:nvSpPr>
            <p:cNvPr id="61" name="Google Shape;2124;p33">
              <a:extLst>
                <a:ext uri="{FF2B5EF4-FFF2-40B4-BE49-F238E27FC236}">
                  <a16:creationId xmlns:a16="http://schemas.microsoft.com/office/drawing/2014/main" id="{C4B20922-0592-001F-BC0D-9EFA9E6883C5}"/>
                </a:ext>
              </a:extLst>
            </p:cNvPr>
            <p:cNvSpPr/>
            <p:nvPr/>
          </p:nvSpPr>
          <p:spPr>
            <a:xfrm>
              <a:off x="8330489" y="1983213"/>
              <a:ext cx="110400" cy="1104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2" name="Google Shape;2125;p33">
            <a:extLst>
              <a:ext uri="{FF2B5EF4-FFF2-40B4-BE49-F238E27FC236}">
                <a16:creationId xmlns:a16="http://schemas.microsoft.com/office/drawing/2014/main" id="{8447A46F-2DAF-6739-7408-312BF846DF8D}"/>
              </a:ext>
            </a:extLst>
          </p:cNvPr>
          <p:cNvGrpSpPr/>
          <p:nvPr/>
        </p:nvGrpSpPr>
        <p:grpSpPr>
          <a:xfrm flipH="1">
            <a:off x="11241018" y="-15380695"/>
            <a:ext cx="4962601" cy="16181231"/>
            <a:chOff x="-3170262" y="3452177"/>
            <a:chExt cx="3721951" cy="12135923"/>
          </a:xfrm>
        </p:grpSpPr>
        <p:sp>
          <p:nvSpPr>
            <p:cNvPr id="63" name="Google Shape;2126;p33">
              <a:extLst>
                <a:ext uri="{FF2B5EF4-FFF2-40B4-BE49-F238E27FC236}">
                  <a16:creationId xmlns:a16="http://schemas.microsoft.com/office/drawing/2014/main" id="{FF51D741-DBBC-AA80-2D46-29E22E85A5BA}"/>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1" name="Google Shape;2127;p33">
              <a:extLst>
                <a:ext uri="{FF2B5EF4-FFF2-40B4-BE49-F238E27FC236}">
                  <a16:creationId xmlns:a16="http://schemas.microsoft.com/office/drawing/2014/main" id="{328AEE6B-DD35-D908-64B4-2115682B38FB}"/>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2" name="Google Shape;2128;p33">
              <a:extLst>
                <a:ext uri="{FF2B5EF4-FFF2-40B4-BE49-F238E27FC236}">
                  <a16:creationId xmlns:a16="http://schemas.microsoft.com/office/drawing/2014/main" id="{B9F62ED5-13DB-1098-9EA1-FF616CE55089}"/>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3" name="Google Shape;2129;p33">
              <a:extLst>
                <a:ext uri="{FF2B5EF4-FFF2-40B4-BE49-F238E27FC236}">
                  <a16:creationId xmlns:a16="http://schemas.microsoft.com/office/drawing/2014/main" id="{84569747-3807-D8DE-E947-1792EDE19A32}"/>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4" name="Google Shape;2130;p33">
              <a:extLst>
                <a:ext uri="{FF2B5EF4-FFF2-40B4-BE49-F238E27FC236}">
                  <a16:creationId xmlns:a16="http://schemas.microsoft.com/office/drawing/2014/main" id="{18F80D2E-8CCC-C689-CC9C-F231170DED42}"/>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5" name="Google Shape;2131;p33">
              <a:extLst>
                <a:ext uri="{FF2B5EF4-FFF2-40B4-BE49-F238E27FC236}">
                  <a16:creationId xmlns:a16="http://schemas.microsoft.com/office/drawing/2014/main" id="{8D39CC10-136C-7F90-346E-66368C6BB34D}"/>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7" name="Google Shape;2132;p33">
              <a:extLst>
                <a:ext uri="{FF2B5EF4-FFF2-40B4-BE49-F238E27FC236}">
                  <a16:creationId xmlns:a16="http://schemas.microsoft.com/office/drawing/2014/main" id="{4B4D6711-32CB-9FCF-B5D0-F1E016CA0D18}"/>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2" name="Google Shape;2133;p33">
              <a:extLst>
                <a:ext uri="{FF2B5EF4-FFF2-40B4-BE49-F238E27FC236}">
                  <a16:creationId xmlns:a16="http://schemas.microsoft.com/office/drawing/2014/main" id="{8DF30C5C-1748-D923-C675-EC8A19BECBC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3" name="Google Shape;2134;p33">
              <a:extLst>
                <a:ext uri="{FF2B5EF4-FFF2-40B4-BE49-F238E27FC236}">
                  <a16:creationId xmlns:a16="http://schemas.microsoft.com/office/drawing/2014/main" id="{6136DF9B-530C-F1FF-0CB6-4E368FCF9D7B}"/>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4" name="Google Shape;2135;p33">
              <a:extLst>
                <a:ext uri="{FF2B5EF4-FFF2-40B4-BE49-F238E27FC236}">
                  <a16:creationId xmlns:a16="http://schemas.microsoft.com/office/drawing/2014/main" id="{17371111-50C0-41FB-A21C-D800EE85794E}"/>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5" name="Google Shape;2136;p33">
              <a:extLst>
                <a:ext uri="{FF2B5EF4-FFF2-40B4-BE49-F238E27FC236}">
                  <a16:creationId xmlns:a16="http://schemas.microsoft.com/office/drawing/2014/main" id="{6F706CA6-C41D-3B47-65BD-E70B0FE6E4B4}"/>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6" name="Google Shape;2137;p33">
              <a:extLst>
                <a:ext uri="{FF2B5EF4-FFF2-40B4-BE49-F238E27FC236}">
                  <a16:creationId xmlns:a16="http://schemas.microsoft.com/office/drawing/2014/main" id="{650AD86F-3BE9-FE91-ACC4-2C91D01EFD02}"/>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7" name="Google Shape;2138;p33">
              <a:extLst>
                <a:ext uri="{FF2B5EF4-FFF2-40B4-BE49-F238E27FC236}">
                  <a16:creationId xmlns:a16="http://schemas.microsoft.com/office/drawing/2014/main" id="{3A58AF1B-B6FE-FF65-614F-CC5E8F059A77}"/>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8" name="Google Shape;2139;p33">
              <a:extLst>
                <a:ext uri="{FF2B5EF4-FFF2-40B4-BE49-F238E27FC236}">
                  <a16:creationId xmlns:a16="http://schemas.microsoft.com/office/drawing/2014/main" id="{DE620150-CC66-AD6B-F5F5-208C0AE178D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9" name="Google Shape;2140;p33">
              <a:extLst>
                <a:ext uri="{FF2B5EF4-FFF2-40B4-BE49-F238E27FC236}">
                  <a16:creationId xmlns:a16="http://schemas.microsoft.com/office/drawing/2014/main" id="{0D72073B-1B68-B2E0-48F9-23406A4E5BAD}"/>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0" name="Google Shape;2141;p33">
              <a:extLst>
                <a:ext uri="{FF2B5EF4-FFF2-40B4-BE49-F238E27FC236}">
                  <a16:creationId xmlns:a16="http://schemas.microsoft.com/office/drawing/2014/main" id="{713EA7A6-41E7-52D8-A84E-0EA4619BA16B}"/>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1" name="Google Shape;2142;p33">
              <a:extLst>
                <a:ext uri="{FF2B5EF4-FFF2-40B4-BE49-F238E27FC236}">
                  <a16:creationId xmlns:a16="http://schemas.microsoft.com/office/drawing/2014/main" id="{3BB2C7EB-B4F4-12EF-00AA-C76CD29E705F}"/>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2" name="Google Shape;2143;p33">
              <a:extLst>
                <a:ext uri="{FF2B5EF4-FFF2-40B4-BE49-F238E27FC236}">
                  <a16:creationId xmlns:a16="http://schemas.microsoft.com/office/drawing/2014/main" id="{6FE9B111-17BF-E1F6-B2D1-EF7265DD9A6E}"/>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3" name="Google Shape;2144;p33">
              <a:extLst>
                <a:ext uri="{FF2B5EF4-FFF2-40B4-BE49-F238E27FC236}">
                  <a16:creationId xmlns:a16="http://schemas.microsoft.com/office/drawing/2014/main" id="{2D6684FB-8A1C-C924-7AF2-7A85911A8FB9}"/>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4" name="Google Shape;2145;p33">
              <a:extLst>
                <a:ext uri="{FF2B5EF4-FFF2-40B4-BE49-F238E27FC236}">
                  <a16:creationId xmlns:a16="http://schemas.microsoft.com/office/drawing/2014/main" id="{84BA936A-64E3-C3DF-C9DB-6CD07F0B0E21}"/>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5" name="Google Shape;2146;p33">
              <a:extLst>
                <a:ext uri="{FF2B5EF4-FFF2-40B4-BE49-F238E27FC236}">
                  <a16:creationId xmlns:a16="http://schemas.microsoft.com/office/drawing/2014/main" id="{0027AA0E-FF4A-A301-FDE7-917BAA874646}"/>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6" name="Google Shape;2147;p33">
              <a:extLst>
                <a:ext uri="{FF2B5EF4-FFF2-40B4-BE49-F238E27FC236}">
                  <a16:creationId xmlns:a16="http://schemas.microsoft.com/office/drawing/2014/main" id="{9B6746D1-3435-47ED-B209-B0B0E956BBCA}"/>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7" name="Google Shape;2148;p33">
              <a:extLst>
                <a:ext uri="{FF2B5EF4-FFF2-40B4-BE49-F238E27FC236}">
                  <a16:creationId xmlns:a16="http://schemas.microsoft.com/office/drawing/2014/main" id="{0AFC2D4B-B982-7CCD-EC1A-4B60D583928E}"/>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8" name="Google Shape;2149;p33">
              <a:extLst>
                <a:ext uri="{FF2B5EF4-FFF2-40B4-BE49-F238E27FC236}">
                  <a16:creationId xmlns:a16="http://schemas.microsoft.com/office/drawing/2014/main" id="{B06D1059-23E7-3FC2-FC28-73939F6D84CD}"/>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9" name="Google Shape;2150;p33">
              <a:extLst>
                <a:ext uri="{FF2B5EF4-FFF2-40B4-BE49-F238E27FC236}">
                  <a16:creationId xmlns:a16="http://schemas.microsoft.com/office/drawing/2014/main" id="{32A076FD-3007-B195-8DB3-3B8547A7DA84}"/>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0" name="Google Shape;2151;p33">
              <a:extLst>
                <a:ext uri="{FF2B5EF4-FFF2-40B4-BE49-F238E27FC236}">
                  <a16:creationId xmlns:a16="http://schemas.microsoft.com/office/drawing/2014/main" id="{2D302BE2-B097-4B68-826E-B6053D73584D}"/>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1" name="Google Shape;2152;p33">
              <a:extLst>
                <a:ext uri="{FF2B5EF4-FFF2-40B4-BE49-F238E27FC236}">
                  <a16:creationId xmlns:a16="http://schemas.microsoft.com/office/drawing/2014/main" id="{77FB8845-E2C4-B79D-AE06-98F4037E33C7}"/>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2" name="Google Shape;2153;p33">
              <a:extLst>
                <a:ext uri="{FF2B5EF4-FFF2-40B4-BE49-F238E27FC236}">
                  <a16:creationId xmlns:a16="http://schemas.microsoft.com/office/drawing/2014/main" id="{9226F2E2-602B-4EE5-E13C-4E4F30528C34}"/>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3" name="Google Shape;2154;p33">
              <a:extLst>
                <a:ext uri="{FF2B5EF4-FFF2-40B4-BE49-F238E27FC236}">
                  <a16:creationId xmlns:a16="http://schemas.microsoft.com/office/drawing/2014/main" id="{9812A9E7-85E5-889B-D587-B6018437AAA1}"/>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4" name="Google Shape;2155;p33">
              <a:extLst>
                <a:ext uri="{FF2B5EF4-FFF2-40B4-BE49-F238E27FC236}">
                  <a16:creationId xmlns:a16="http://schemas.microsoft.com/office/drawing/2014/main" id="{798FD4BB-DBDA-4E5B-CEDD-EF2E25703647}"/>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5" name="Google Shape;2156;p33">
              <a:extLst>
                <a:ext uri="{FF2B5EF4-FFF2-40B4-BE49-F238E27FC236}">
                  <a16:creationId xmlns:a16="http://schemas.microsoft.com/office/drawing/2014/main" id="{B0A91EF0-204C-E058-C361-83E277A832EC}"/>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6" name="Google Shape;2157;p33">
              <a:extLst>
                <a:ext uri="{FF2B5EF4-FFF2-40B4-BE49-F238E27FC236}">
                  <a16:creationId xmlns:a16="http://schemas.microsoft.com/office/drawing/2014/main" id="{8AB860BA-51C2-FEA9-F583-6E8847AED830}"/>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7" name="Google Shape;2158;p33">
              <a:extLst>
                <a:ext uri="{FF2B5EF4-FFF2-40B4-BE49-F238E27FC236}">
                  <a16:creationId xmlns:a16="http://schemas.microsoft.com/office/drawing/2014/main" id="{74A89ECE-42CD-1183-F94F-4D8B94D9EB79}"/>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8" name="Google Shape;2159;p33">
              <a:extLst>
                <a:ext uri="{FF2B5EF4-FFF2-40B4-BE49-F238E27FC236}">
                  <a16:creationId xmlns:a16="http://schemas.microsoft.com/office/drawing/2014/main" id="{A0639327-2BD2-7B0D-8F0D-DCFA6F713858}"/>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9" name="Google Shape;2160;p33">
              <a:extLst>
                <a:ext uri="{FF2B5EF4-FFF2-40B4-BE49-F238E27FC236}">
                  <a16:creationId xmlns:a16="http://schemas.microsoft.com/office/drawing/2014/main" id="{6CF2CF0D-BCBC-8632-D3EE-2B1415E191CB}"/>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0" name="Google Shape;2161;p33">
              <a:extLst>
                <a:ext uri="{FF2B5EF4-FFF2-40B4-BE49-F238E27FC236}">
                  <a16:creationId xmlns:a16="http://schemas.microsoft.com/office/drawing/2014/main" id="{E655E098-5A36-C5CE-82B6-4626DFFB584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1" name="Google Shape;2162;p33">
              <a:extLst>
                <a:ext uri="{FF2B5EF4-FFF2-40B4-BE49-F238E27FC236}">
                  <a16:creationId xmlns:a16="http://schemas.microsoft.com/office/drawing/2014/main" id="{8198ED2E-60A9-17BD-B60A-A014FEA2267C}"/>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2" name="Google Shape;2163;p33">
              <a:extLst>
                <a:ext uri="{FF2B5EF4-FFF2-40B4-BE49-F238E27FC236}">
                  <a16:creationId xmlns:a16="http://schemas.microsoft.com/office/drawing/2014/main" id="{2993C430-0338-3C05-7F12-602FB1F6609D}"/>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3" name="Google Shape;2164;p33">
              <a:extLst>
                <a:ext uri="{FF2B5EF4-FFF2-40B4-BE49-F238E27FC236}">
                  <a16:creationId xmlns:a16="http://schemas.microsoft.com/office/drawing/2014/main" id="{40A3EF9B-C2EC-E46A-66A6-96B6E7DFDC5D}"/>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4" name="Google Shape;2165;p33">
              <a:extLst>
                <a:ext uri="{FF2B5EF4-FFF2-40B4-BE49-F238E27FC236}">
                  <a16:creationId xmlns:a16="http://schemas.microsoft.com/office/drawing/2014/main" id="{B008E700-6E5A-47ED-A3A9-CE9A79E48240}"/>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5" name="Google Shape;2166;p33">
              <a:extLst>
                <a:ext uri="{FF2B5EF4-FFF2-40B4-BE49-F238E27FC236}">
                  <a16:creationId xmlns:a16="http://schemas.microsoft.com/office/drawing/2014/main" id="{E7606298-0CA5-AAB0-B5D6-6355293F5199}"/>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6" name="Google Shape;2167;p33">
              <a:extLst>
                <a:ext uri="{FF2B5EF4-FFF2-40B4-BE49-F238E27FC236}">
                  <a16:creationId xmlns:a16="http://schemas.microsoft.com/office/drawing/2014/main" id="{835C54F3-820C-1760-5F3C-428BD31DA988}"/>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7" name="Google Shape;2168;p33">
              <a:extLst>
                <a:ext uri="{FF2B5EF4-FFF2-40B4-BE49-F238E27FC236}">
                  <a16:creationId xmlns:a16="http://schemas.microsoft.com/office/drawing/2014/main" id="{08E5E17F-4AAD-764E-55C6-F3BFCDA9BB3A}"/>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8" name="Google Shape;2169;p33">
              <a:extLst>
                <a:ext uri="{FF2B5EF4-FFF2-40B4-BE49-F238E27FC236}">
                  <a16:creationId xmlns:a16="http://schemas.microsoft.com/office/drawing/2014/main" id="{E5329422-AE1F-5BD1-7A0E-3CD7010C0A89}"/>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9" name="Google Shape;2170;p33">
              <a:extLst>
                <a:ext uri="{FF2B5EF4-FFF2-40B4-BE49-F238E27FC236}">
                  <a16:creationId xmlns:a16="http://schemas.microsoft.com/office/drawing/2014/main" id="{0BA0CB67-B097-590F-995C-B6B8F8DD61B0}"/>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0" name="Google Shape;2171;p33">
              <a:extLst>
                <a:ext uri="{FF2B5EF4-FFF2-40B4-BE49-F238E27FC236}">
                  <a16:creationId xmlns:a16="http://schemas.microsoft.com/office/drawing/2014/main" id="{D5FA3C68-05E0-F197-1735-9A2C15E4D4B1}"/>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1" name="Google Shape;2172;p33">
              <a:extLst>
                <a:ext uri="{FF2B5EF4-FFF2-40B4-BE49-F238E27FC236}">
                  <a16:creationId xmlns:a16="http://schemas.microsoft.com/office/drawing/2014/main" id="{3D31E02A-F27D-416C-FF36-8FFBBA91D38C}"/>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2" name="Google Shape;2173;p33">
              <a:extLst>
                <a:ext uri="{FF2B5EF4-FFF2-40B4-BE49-F238E27FC236}">
                  <a16:creationId xmlns:a16="http://schemas.microsoft.com/office/drawing/2014/main" id="{9B67896C-DCFA-79D1-0235-DC03C5E0DCB2}"/>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3" name="Google Shape;2174;p33">
              <a:extLst>
                <a:ext uri="{FF2B5EF4-FFF2-40B4-BE49-F238E27FC236}">
                  <a16:creationId xmlns:a16="http://schemas.microsoft.com/office/drawing/2014/main" id="{6FD23CD1-8C0F-41DD-65EE-235CC16A0868}"/>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4" name="Google Shape;2175;p33">
              <a:extLst>
                <a:ext uri="{FF2B5EF4-FFF2-40B4-BE49-F238E27FC236}">
                  <a16:creationId xmlns:a16="http://schemas.microsoft.com/office/drawing/2014/main" id="{235060CD-BFBC-97E3-9C57-5BA22FAE7FCD}"/>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5" name="Google Shape;2176;p33">
              <a:extLst>
                <a:ext uri="{FF2B5EF4-FFF2-40B4-BE49-F238E27FC236}">
                  <a16:creationId xmlns:a16="http://schemas.microsoft.com/office/drawing/2014/main" id="{B72C5F8E-5933-D370-7F94-9ABE0F8209FE}"/>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6" name="Google Shape;2177;p33">
              <a:extLst>
                <a:ext uri="{FF2B5EF4-FFF2-40B4-BE49-F238E27FC236}">
                  <a16:creationId xmlns:a16="http://schemas.microsoft.com/office/drawing/2014/main" id="{66DC87A9-9B0F-A95D-1EC1-999BEA953555}"/>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7" name="Google Shape;2178;p33">
              <a:extLst>
                <a:ext uri="{FF2B5EF4-FFF2-40B4-BE49-F238E27FC236}">
                  <a16:creationId xmlns:a16="http://schemas.microsoft.com/office/drawing/2014/main" id="{F1827E14-2403-4F35-4BDB-B0DC851B7F26}"/>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8" name="Google Shape;2179;p33">
              <a:extLst>
                <a:ext uri="{FF2B5EF4-FFF2-40B4-BE49-F238E27FC236}">
                  <a16:creationId xmlns:a16="http://schemas.microsoft.com/office/drawing/2014/main" id="{680383B2-455D-D273-A2E6-F4D8B80BAE4F}"/>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9" name="Google Shape;2180;p33">
              <a:extLst>
                <a:ext uri="{FF2B5EF4-FFF2-40B4-BE49-F238E27FC236}">
                  <a16:creationId xmlns:a16="http://schemas.microsoft.com/office/drawing/2014/main" id="{B9BEAD94-CFB9-EF8E-8489-FB99D6B49C32}"/>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0" name="Google Shape;2181;p33">
              <a:extLst>
                <a:ext uri="{FF2B5EF4-FFF2-40B4-BE49-F238E27FC236}">
                  <a16:creationId xmlns:a16="http://schemas.microsoft.com/office/drawing/2014/main" id="{10B2C347-C6E0-7B9D-75FB-8ABED20778D3}"/>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61" name="Google Shape;2182;p33">
            <a:extLst>
              <a:ext uri="{FF2B5EF4-FFF2-40B4-BE49-F238E27FC236}">
                <a16:creationId xmlns:a16="http://schemas.microsoft.com/office/drawing/2014/main" id="{D8DB1D5A-ED97-A50A-224D-87F0918EB460}"/>
              </a:ext>
            </a:extLst>
          </p:cNvPr>
          <p:cNvGrpSpPr/>
          <p:nvPr/>
        </p:nvGrpSpPr>
        <p:grpSpPr>
          <a:xfrm>
            <a:off x="-4091982" y="-6026175"/>
            <a:ext cx="4962601" cy="12537460"/>
            <a:chOff x="-7394687" y="-2183642"/>
            <a:chExt cx="3721951" cy="9403095"/>
          </a:xfrm>
        </p:grpSpPr>
        <p:sp>
          <p:nvSpPr>
            <p:cNvPr id="3762" name="Google Shape;2183;p33">
              <a:extLst>
                <a:ext uri="{FF2B5EF4-FFF2-40B4-BE49-F238E27FC236}">
                  <a16:creationId xmlns:a16="http://schemas.microsoft.com/office/drawing/2014/main" id="{3221A373-6CB3-016F-F360-890EFB7568E0}"/>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3" name="Google Shape;2184;p33">
              <a:extLst>
                <a:ext uri="{FF2B5EF4-FFF2-40B4-BE49-F238E27FC236}">
                  <a16:creationId xmlns:a16="http://schemas.microsoft.com/office/drawing/2014/main" id="{8430F368-7F76-DB81-A33A-0BE30CC6C9FF}"/>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4" name="Google Shape;2185;p33">
              <a:extLst>
                <a:ext uri="{FF2B5EF4-FFF2-40B4-BE49-F238E27FC236}">
                  <a16:creationId xmlns:a16="http://schemas.microsoft.com/office/drawing/2014/main" id="{780F915C-8B7A-9762-0CB8-C0A0F6414977}"/>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5" name="Google Shape;2186;p33">
              <a:extLst>
                <a:ext uri="{FF2B5EF4-FFF2-40B4-BE49-F238E27FC236}">
                  <a16:creationId xmlns:a16="http://schemas.microsoft.com/office/drawing/2014/main" id="{C0FBF240-FB12-75DF-5E05-A6C4B0990481}"/>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6" name="Google Shape;2187;p33">
              <a:extLst>
                <a:ext uri="{FF2B5EF4-FFF2-40B4-BE49-F238E27FC236}">
                  <a16:creationId xmlns:a16="http://schemas.microsoft.com/office/drawing/2014/main" id="{E7ECD313-E7D7-3A67-9E04-84BAA4267FC5}"/>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7" name="Google Shape;2188;p33">
              <a:extLst>
                <a:ext uri="{FF2B5EF4-FFF2-40B4-BE49-F238E27FC236}">
                  <a16:creationId xmlns:a16="http://schemas.microsoft.com/office/drawing/2014/main" id="{71165BF3-CDA2-68F9-6EF2-A457FD27435F}"/>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8" name="Google Shape;2189;p33">
              <a:extLst>
                <a:ext uri="{FF2B5EF4-FFF2-40B4-BE49-F238E27FC236}">
                  <a16:creationId xmlns:a16="http://schemas.microsoft.com/office/drawing/2014/main" id="{5FAE7B42-6BE7-B9E1-2E27-9938B4B9DA58}"/>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9" name="Google Shape;2190;p33">
              <a:extLst>
                <a:ext uri="{FF2B5EF4-FFF2-40B4-BE49-F238E27FC236}">
                  <a16:creationId xmlns:a16="http://schemas.microsoft.com/office/drawing/2014/main" id="{9F29F2B5-CF47-AB3C-B50F-B9F04DA9512E}"/>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0" name="Google Shape;2191;p33">
              <a:extLst>
                <a:ext uri="{FF2B5EF4-FFF2-40B4-BE49-F238E27FC236}">
                  <a16:creationId xmlns:a16="http://schemas.microsoft.com/office/drawing/2014/main" id="{039B17F0-E989-1B8C-C445-0200E1D7D3F5}"/>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1" name="Google Shape;2192;p33">
              <a:extLst>
                <a:ext uri="{FF2B5EF4-FFF2-40B4-BE49-F238E27FC236}">
                  <a16:creationId xmlns:a16="http://schemas.microsoft.com/office/drawing/2014/main" id="{BD4AABDF-1552-CD69-5C67-598FBC1E13E4}"/>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2" name="Google Shape;2193;p33">
              <a:extLst>
                <a:ext uri="{FF2B5EF4-FFF2-40B4-BE49-F238E27FC236}">
                  <a16:creationId xmlns:a16="http://schemas.microsoft.com/office/drawing/2014/main" id="{60B27E6B-D547-53E3-6247-043164B823E7}"/>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3" name="Google Shape;2194;p33">
              <a:extLst>
                <a:ext uri="{FF2B5EF4-FFF2-40B4-BE49-F238E27FC236}">
                  <a16:creationId xmlns:a16="http://schemas.microsoft.com/office/drawing/2014/main" id="{AECB5145-F4CD-CAD0-C74D-356F88A932CA}"/>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4" name="Google Shape;2195;p33">
              <a:extLst>
                <a:ext uri="{FF2B5EF4-FFF2-40B4-BE49-F238E27FC236}">
                  <a16:creationId xmlns:a16="http://schemas.microsoft.com/office/drawing/2014/main" id="{69D8E8B5-B13E-F5AA-C97E-BF93FF9FB23B}"/>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5" name="Google Shape;2196;p33">
              <a:extLst>
                <a:ext uri="{FF2B5EF4-FFF2-40B4-BE49-F238E27FC236}">
                  <a16:creationId xmlns:a16="http://schemas.microsoft.com/office/drawing/2014/main" id="{CD7A47C6-3F77-0A37-2F8C-CB8B08682EC3}"/>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6" name="Google Shape;2197;p33">
              <a:extLst>
                <a:ext uri="{FF2B5EF4-FFF2-40B4-BE49-F238E27FC236}">
                  <a16:creationId xmlns:a16="http://schemas.microsoft.com/office/drawing/2014/main" id="{F20C5E29-7E35-62DB-21E8-104FB4EBEF09}"/>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7" name="Google Shape;2198;p33">
              <a:extLst>
                <a:ext uri="{FF2B5EF4-FFF2-40B4-BE49-F238E27FC236}">
                  <a16:creationId xmlns:a16="http://schemas.microsoft.com/office/drawing/2014/main" id="{DC4480B6-9DB7-787D-393B-4C2C921BDF01}"/>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8" name="Google Shape;2199;p33">
              <a:extLst>
                <a:ext uri="{FF2B5EF4-FFF2-40B4-BE49-F238E27FC236}">
                  <a16:creationId xmlns:a16="http://schemas.microsoft.com/office/drawing/2014/main" id="{1195DAB8-EE1D-1F48-A67B-4D58DF823A58}"/>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9" name="Google Shape;2200;p33">
              <a:extLst>
                <a:ext uri="{FF2B5EF4-FFF2-40B4-BE49-F238E27FC236}">
                  <a16:creationId xmlns:a16="http://schemas.microsoft.com/office/drawing/2014/main" id="{CD7E6406-E18D-D069-77BA-00007B42728D}"/>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0" name="Google Shape;2201;p33">
              <a:extLst>
                <a:ext uri="{FF2B5EF4-FFF2-40B4-BE49-F238E27FC236}">
                  <a16:creationId xmlns:a16="http://schemas.microsoft.com/office/drawing/2014/main" id="{568073E7-E379-2510-63FF-CA6011B7DF24}"/>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1" name="Google Shape;2202;p33">
              <a:extLst>
                <a:ext uri="{FF2B5EF4-FFF2-40B4-BE49-F238E27FC236}">
                  <a16:creationId xmlns:a16="http://schemas.microsoft.com/office/drawing/2014/main" id="{E3B798F3-9C23-836C-BBDA-92E539232860}"/>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2" name="Google Shape;2203;p33">
              <a:extLst>
                <a:ext uri="{FF2B5EF4-FFF2-40B4-BE49-F238E27FC236}">
                  <a16:creationId xmlns:a16="http://schemas.microsoft.com/office/drawing/2014/main" id="{5FA85014-EA24-B490-A6D1-2DA595FAC02C}"/>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3" name="Google Shape;2204;p33">
              <a:extLst>
                <a:ext uri="{FF2B5EF4-FFF2-40B4-BE49-F238E27FC236}">
                  <a16:creationId xmlns:a16="http://schemas.microsoft.com/office/drawing/2014/main" id="{030843A0-1CB6-0A28-E577-393DE51D1087}"/>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4" name="Google Shape;2205;p33">
              <a:extLst>
                <a:ext uri="{FF2B5EF4-FFF2-40B4-BE49-F238E27FC236}">
                  <a16:creationId xmlns:a16="http://schemas.microsoft.com/office/drawing/2014/main" id="{6798F31E-5C79-29BE-4CD4-C8136CEC831C}"/>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5" name="Google Shape;2206;p33">
              <a:extLst>
                <a:ext uri="{FF2B5EF4-FFF2-40B4-BE49-F238E27FC236}">
                  <a16:creationId xmlns:a16="http://schemas.microsoft.com/office/drawing/2014/main" id="{69B633D9-509C-7D44-F982-E27CD12517DA}"/>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6" name="Google Shape;2207;p33">
              <a:extLst>
                <a:ext uri="{FF2B5EF4-FFF2-40B4-BE49-F238E27FC236}">
                  <a16:creationId xmlns:a16="http://schemas.microsoft.com/office/drawing/2014/main" id="{EBDECBCC-6859-B7D9-A0DC-2C72F7480F6F}"/>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7" name="Google Shape;2208;p33">
              <a:extLst>
                <a:ext uri="{FF2B5EF4-FFF2-40B4-BE49-F238E27FC236}">
                  <a16:creationId xmlns:a16="http://schemas.microsoft.com/office/drawing/2014/main" id="{DD55D475-7CDF-6772-E7DF-C35C6C784B10}"/>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8" name="Google Shape;2209;p33">
              <a:extLst>
                <a:ext uri="{FF2B5EF4-FFF2-40B4-BE49-F238E27FC236}">
                  <a16:creationId xmlns:a16="http://schemas.microsoft.com/office/drawing/2014/main" id="{A7E9C15C-5D31-4CE0-D8B3-9E0BAB3291C5}"/>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9" name="Google Shape;2210;p33">
              <a:extLst>
                <a:ext uri="{FF2B5EF4-FFF2-40B4-BE49-F238E27FC236}">
                  <a16:creationId xmlns:a16="http://schemas.microsoft.com/office/drawing/2014/main" id="{188D86E6-5C3A-1F88-216D-2AD939597C84}"/>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0" name="Google Shape;2211;p33">
              <a:extLst>
                <a:ext uri="{FF2B5EF4-FFF2-40B4-BE49-F238E27FC236}">
                  <a16:creationId xmlns:a16="http://schemas.microsoft.com/office/drawing/2014/main" id="{C987F00F-C254-4DB1-5A12-75745C29EBA8}"/>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1" name="Google Shape;2212;p33">
              <a:extLst>
                <a:ext uri="{FF2B5EF4-FFF2-40B4-BE49-F238E27FC236}">
                  <a16:creationId xmlns:a16="http://schemas.microsoft.com/office/drawing/2014/main" id="{BD3E6638-0119-F30A-2432-98F14BB9D20C}"/>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2" name="Google Shape;2213;p33">
              <a:extLst>
                <a:ext uri="{FF2B5EF4-FFF2-40B4-BE49-F238E27FC236}">
                  <a16:creationId xmlns:a16="http://schemas.microsoft.com/office/drawing/2014/main" id="{33D1C7BC-E822-64E3-4D01-2D69B7DE0F02}"/>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3" name="Google Shape;2214;p33">
              <a:extLst>
                <a:ext uri="{FF2B5EF4-FFF2-40B4-BE49-F238E27FC236}">
                  <a16:creationId xmlns:a16="http://schemas.microsoft.com/office/drawing/2014/main" id="{975AB48D-1FC5-1F3B-59D9-DABDD80D76EB}"/>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4" name="Google Shape;2215;p33">
              <a:extLst>
                <a:ext uri="{FF2B5EF4-FFF2-40B4-BE49-F238E27FC236}">
                  <a16:creationId xmlns:a16="http://schemas.microsoft.com/office/drawing/2014/main" id="{443E52EE-E081-D2C3-EA93-D443206C570A}"/>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5" name="Google Shape;2216;p33">
              <a:extLst>
                <a:ext uri="{FF2B5EF4-FFF2-40B4-BE49-F238E27FC236}">
                  <a16:creationId xmlns:a16="http://schemas.microsoft.com/office/drawing/2014/main" id="{55FEB79F-5EF7-00FD-C833-891920CD954C}"/>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6" name="Google Shape;2217;p33">
              <a:extLst>
                <a:ext uri="{FF2B5EF4-FFF2-40B4-BE49-F238E27FC236}">
                  <a16:creationId xmlns:a16="http://schemas.microsoft.com/office/drawing/2014/main" id="{E942F38B-1080-79BB-3AE8-72138F9D2992}"/>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7" name="Google Shape;2218;p33">
              <a:extLst>
                <a:ext uri="{FF2B5EF4-FFF2-40B4-BE49-F238E27FC236}">
                  <a16:creationId xmlns:a16="http://schemas.microsoft.com/office/drawing/2014/main" id="{0EA4D073-F9B2-9DBE-1AFB-C0162EF17001}"/>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8" name="Google Shape;2219;p33">
              <a:extLst>
                <a:ext uri="{FF2B5EF4-FFF2-40B4-BE49-F238E27FC236}">
                  <a16:creationId xmlns:a16="http://schemas.microsoft.com/office/drawing/2014/main" id="{4283282A-D226-F617-3AD4-E1D5ADF6B30A}"/>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9" name="Google Shape;2220;p33">
              <a:extLst>
                <a:ext uri="{FF2B5EF4-FFF2-40B4-BE49-F238E27FC236}">
                  <a16:creationId xmlns:a16="http://schemas.microsoft.com/office/drawing/2014/main" id="{142EB785-4666-F56E-AE6C-749CB5ABE12C}"/>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0" name="Google Shape;2221;p33">
              <a:extLst>
                <a:ext uri="{FF2B5EF4-FFF2-40B4-BE49-F238E27FC236}">
                  <a16:creationId xmlns:a16="http://schemas.microsoft.com/office/drawing/2014/main" id="{31811A55-21F7-F4C9-6280-643420E0AF74}"/>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1" name="Google Shape;2222;p33">
              <a:extLst>
                <a:ext uri="{FF2B5EF4-FFF2-40B4-BE49-F238E27FC236}">
                  <a16:creationId xmlns:a16="http://schemas.microsoft.com/office/drawing/2014/main" id="{DDA78B7F-8F2B-1003-4F50-C253EFDF46B6}"/>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2" name="Google Shape;2223;p33">
              <a:extLst>
                <a:ext uri="{FF2B5EF4-FFF2-40B4-BE49-F238E27FC236}">
                  <a16:creationId xmlns:a16="http://schemas.microsoft.com/office/drawing/2014/main" id="{C1AE32F4-BD2E-C4A9-D95F-7FCC69A3C0F4}"/>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3" name="Google Shape;2224;p33">
              <a:extLst>
                <a:ext uri="{FF2B5EF4-FFF2-40B4-BE49-F238E27FC236}">
                  <a16:creationId xmlns:a16="http://schemas.microsoft.com/office/drawing/2014/main" id="{4155B4B9-1AB3-AA7A-2F4E-1ECAF1792672}"/>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04" name="Google Shape;2225;p33">
            <a:extLst>
              <a:ext uri="{FF2B5EF4-FFF2-40B4-BE49-F238E27FC236}">
                <a16:creationId xmlns:a16="http://schemas.microsoft.com/office/drawing/2014/main" id="{968E7220-3EEE-F777-D6BC-4A00A8B7299B}"/>
              </a:ext>
            </a:extLst>
          </p:cNvPr>
          <p:cNvGrpSpPr/>
          <p:nvPr/>
        </p:nvGrpSpPr>
        <p:grpSpPr>
          <a:xfrm>
            <a:off x="18582407" y="6132578"/>
            <a:ext cx="2853649" cy="357552"/>
            <a:chOff x="5768381" y="4599431"/>
            <a:chExt cx="2140237" cy="268164"/>
          </a:xfrm>
        </p:grpSpPr>
        <p:sp>
          <p:nvSpPr>
            <p:cNvPr id="3805" name="Google Shape;2226;p33">
              <a:extLst>
                <a:ext uri="{FF2B5EF4-FFF2-40B4-BE49-F238E27FC236}">
                  <a16:creationId xmlns:a16="http://schemas.microsoft.com/office/drawing/2014/main" id="{1B81EFD3-4F0F-3136-9C76-91581E9887E9}"/>
                </a:ext>
              </a:extLst>
            </p:cNvPr>
            <p:cNvSpPr/>
            <p:nvPr/>
          </p:nvSpPr>
          <p:spPr>
            <a:xfrm rot="-5400000">
              <a:off x="6838442" y="3663390"/>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6" name="Google Shape;2227;p33">
              <a:extLst>
                <a:ext uri="{FF2B5EF4-FFF2-40B4-BE49-F238E27FC236}">
                  <a16:creationId xmlns:a16="http://schemas.microsoft.com/office/drawing/2014/main" id="{602AC5A3-72E5-864D-F07D-0D9EE7AF0E65}"/>
                </a:ext>
              </a:extLst>
            </p:cNvPr>
            <p:cNvSpPr/>
            <p:nvPr/>
          </p:nvSpPr>
          <p:spPr>
            <a:xfrm rot="10800000" flipH="1">
              <a:off x="6482702" y="4599431"/>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7" name="Google Shape;2228;p33">
              <a:extLst>
                <a:ext uri="{FF2B5EF4-FFF2-40B4-BE49-F238E27FC236}">
                  <a16:creationId xmlns:a16="http://schemas.microsoft.com/office/drawing/2014/main" id="{B2637ADA-355F-7E3B-0034-78064A03CE6F}"/>
                </a:ext>
              </a:extLst>
            </p:cNvPr>
            <p:cNvSpPr/>
            <p:nvPr/>
          </p:nvSpPr>
          <p:spPr>
            <a:xfrm rot="-5400000">
              <a:off x="6838442" y="3663402"/>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8" name="Google Shape;2229;p33">
              <a:extLst>
                <a:ext uri="{FF2B5EF4-FFF2-40B4-BE49-F238E27FC236}">
                  <a16:creationId xmlns:a16="http://schemas.microsoft.com/office/drawing/2014/main" id="{E9FA1DA0-9BE8-6089-F2DE-1EC5683F6983}"/>
                </a:ext>
              </a:extLst>
            </p:cNvPr>
            <p:cNvSpPr/>
            <p:nvPr/>
          </p:nvSpPr>
          <p:spPr>
            <a:xfrm rot="10800000" flipH="1">
              <a:off x="6482702" y="4599444"/>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09" name="Google Shape;1644;p25">
            <a:extLst>
              <a:ext uri="{FF2B5EF4-FFF2-40B4-BE49-F238E27FC236}">
                <a16:creationId xmlns:a16="http://schemas.microsoft.com/office/drawing/2014/main" id="{CCCB6982-6AAC-12B0-110E-308530C34F2A}"/>
              </a:ext>
            </a:extLst>
          </p:cNvPr>
          <p:cNvGrpSpPr/>
          <p:nvPr/>
        </p:nvGrpSpPr>
        <p:grpSpPr>
          <a:xfrm flipH="1">
            <a:off x="-4075109" y="-15405193"/>
            <a:ext cx="5026084" cy="15144076"/>
            <a:chOff x="-2722250" y="-1079764"/>
            <a:chExt cx="3769563" cy="11358057"/>
          </a:xfrm>
        </p:grpSpPr>
        <p:sp>
          <p:nvSpPr>
            <p:cNvPr id="3810" name="Google Shape;1645;p25">
              <a:extLst>
                <a:ext uri="{FF2B5EF4-FFF2-40B4-BE49-F238E27FC236}">
                  <a16:creationId xmlns:a16="http://schemas.microsoft.com/office/drawing/2014/main" id="{DB6546C6-0460-859F-33B8-2383665B6075}"/>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1" name="Google Shape;1646;p25">
              <a:extLst>
                <a:ext uri="{FF2B5EF4-FFF2-40B4-BE49-F238E27FC236}">
                  <a16:creationId xmlns:a16="http://schemas.microsoft.com/office/drawing/2014/main" id="{5D2E81C2-0A3C-2091-D588-EB08E7BBDA57}"/>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2" name="Google Shape;1647;p25">
              <a:extLst>
                <a:ext uri="{FF2B5EF4-FFF2-40B4-BE49-F238E27FC236}">
                  <a16:creationId xmlns:a16="http://schemas.microsoft.com/office/drawing/2014/main" id="{BE40B015-6DEE-5FC4-FD16-BBCBEA21C9DE}"/>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3" name="Google Shape;1648;p25">
              <a:extLst>
                <a:ext uri="{FF2B5EF4-FFF2-40B4-BE49-F238E27FC236}">
                  <a16:creationId xmlns:a16="http://schemas.microsoft.com/office/drawing/2014/main" id="{2783817A-E9D7-894B-51A9-08A83907E43B}"/>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4" name="Google Shape;1649;p25">
              <a:extLst>
                <a:ext uri="{FF2B5EF4-FFF2-40B4-BE49-F238E27FC236}">
                  <a16:creationId xmlns:a16="http://schemas.microsoft.com/office/drawing/2014/main" id="{51E3762F-4457-D315-0310-0FD174CE102C}"/>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5" name="Google Shape;1650;p25">
              <a:extLst>
                <a:ext uri="{FF2B5EF4-FFF2-40B4-BE49-F238E27FC236}">
                  <a16:creationId xmlns:a16="http://schemas.microsoft.com/office/drawing/2014/main" id="{D8614EF1-E95A-EF67-65D5-8FEAA2A7EA16}"/>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6" name="Google Shape;1651;p25">
              <a:extLst>
                <a:ext uri="{FF2B5EF4-FFF2-40B4-BE49-F238E27FC236}">
                  <a16:creationId xmlns:a16="http://schemas.microsoft.com/office/drawing/2014/main" id="{A2C92AD2-B7F8-3B5D-3BDA-31797E02D3F0}"/>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7" name="Google Shape;1652;p25">
              <a:extLst>
                <a:ext uri="{FF2B5EF4-FFF2-40B4-BE49-F238E27FC236}">
                  <a16:creationId xmlns:a16="http://schemas.microsoft.com/office/drawing/2014/main" id="{9DB9F8AA-3771-7B64-507A-D5AC392C57FB}"/>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8" name="Google Shape;1653;p25">
              <a:extLst>
                <a:ext uri="{FF2B5EF4-FFF2-40B4-BE49-F238E27FC236}">
                  <a16:creationId xmlns:a16="http://schemas.microsoft.com/office/drawing/2014/main" id="{CFF305D1-FEC2-5201-777B-84E1097A01F9}"/>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9" name="Google Shape;1654;p25">
              <a:extLst>
                <a:ext uri="{FF2B5EF4-FFF2-40B4-BE49-F238E27FC236}">
                  <a16:creationId xmlns:a16="http://schemas.microsoft.com/office/drawing/2014/main" id="{384C2240-0727-9EC2-A146-48C30A07E45E}"/>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0" name="Google Shape;1655;p25">
              <a:extLst>
                <a:ext uri="{FF2B5EF4-FFF2-40B4-BE49-F238E27FC236}">
                  <a16:creationId xmlns:a16="http://schemas.microsoft.com/office/drawing/2014/main" id="{D6681D90-8818-2757-8FAB-6FB96687F74A}"/>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1" name="Google Shape;1656;p25">
              <a:extLst>
                <a:ext uri="{FF2B5EF4-FFF2-40B4-BE49-F238E27FC236}">
                  <a16:creationId xmlns:a16="http://schemas.microsoft.com/office/drawing/2014/main" id="{4DD7C588-E6F0-DC8E-EE85-4A3FB3D01649}"/>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2" name="Google Shape;1657;p25">
              <a:extLst>
                <a:ext uri="{FF2B5EF4-FFF2-40B4-BE49-F238E27FC236}">
                  <a16:creationId xmlns:a16="http://schemas.microsoft.com/office/drawing/2014/main" id="{9DE5BBB6-2D7E-F659-C762-DFE078F1A7C4}"/>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3" name="Google Shape;1658;p25">
              <a:extLst>
                <a:ext uri="{FF2B5EF4-FFF2-40B4-BE49-F238E27FC236}">
                  <a16:creationId xmlns:a16="http://schemas.microsoft.com/office/drawing/2014/main" id="{30F4DCC2-6C5E-A0F5-BDF4-F6E2D82013F6}"/>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8531741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415">
          <a:extLst>
            <a:ext uri="{FF2B5EF4-FFF2-40B4-BE49-F238E27FC236}">
              <a16:creationId xmlns:a16="http://schemas.microsoft.com/office/drawing/2014/main" id="{8C01BDBD-FDBB-B2D5-9D09-DD0475B0821E}"/>
            </a:ext>
          </a:extLst>
        </p:cNvPr>
        <p:cNvGrpSpPr/>
        <p:nvPr/>
      </p:nvGrpSpPr>
      <p:grpSpPr>
        <a:xfrm>
          <a:off x="0" y="0"/>
          <a:ext cx="0" cy="0"/>
          <a:chOff x="0" y="0"/>
          <a:chExt cx="0" cy="0"/>
        </a:xfrm>
      </p:grpSpPr>
      <p:sp>
        <p:nvSpPr>
          <p:cNvPr id="3423" name="Google Shape;3423;p72">
            <a:extLst>
              <a:ext uri="{FF2B5EF4-FFF2-40B4-BE49-F238E27FC236}">
                <a16:creationId xmlns:a16="http://schemas.microsoft.com/office/drawing/2014/main" id="{5BA4E197-B7C0-DD1C-E24F-3B51C58DDB91}"/>
              </a:ext>
            </a:extLst>
          </p:cNvPr>
          <p:cNvSpPr txBox="1">
            <a:spLocks noGrp="1"/>
          </p:cNvSpPr>
          <p:nvPr>
            <p:ph type="subTitle" idx="1"/>
          </p:nvPr>
        </p:nvSpPr>
        <p:spPr>
          <a:xfrm>
            <a:off x="1523999" y="2803512"/>
            <a:ext cx="4829175" cy="2890278"/>
          </a:xfrm>
          <a:prstGeom prst="rect">
            <a:avLst/>
          </a:prstGeom>
        </p:spPr>
        <p:txBody>
          <a:bodyPr spcFirstLastPara="1" wrap="square" lIns="121900" tIns="0" rIns="121900" bIns="121900" anchor="t" anchorCtr="0">
            <a:noAutofit/>
          </a:bodyPr>
          <a:lstStyle/>
          <a:p>
            <a:pPr marL="0" indent="0" algn="justLow"/>
            <a:r>
              <a:rPr lang="en-US" sz="1800" dirty="0"/>
              <a:t>In modern Windows apps, every button, text box, and window is an object.</a:t>
            </a:r>
          </a:p>
          <a:p>
            <a:pPr marL="0" indent="0" algn="just"/>
            <a:endParaRPr lang="en-US" sz="1800" dirty="0"/>
          </a:p>
          <a:p>
            <a:pPr marL="0" indent="0" algn="just"/>
            <a:r>
              <a:rPr lang="en-US" sz="1800" dirty="0"/>
              <a:t>You can create arrays of Buttons just like arrays of Cars to modify them programmatically(e.g., changing colors or text in a loop).</a:t>
            </a:r>
          </a:p>
          <a:p>
            <a:pPr marL="0" indent="0" algn="l"/>
            <a:endParaRPr lang="en-US" sz="1800" dirty="0"/>
          </a:p>
          <a:p>
            <a:pPr marL="0" indent="0" algn="l"/>
            <a:endParaRPr sz="1800" dirty="0"/>
          </a:p>
        </p:txBody>
      </p:sp>
      <p:grpSp>
        <p:nvGrpSpPr>
          <p:cNvPr id="2" name="Google Shape;1578;p25">
            <a:extLst>
              <a:ext uri="{FF2B5EF4-FFF2-40B4-BE49-F238E27FC236}">
                <a16:creationId xmlns:a16="http://schemas.microsoft.com/office/drawing/2014/main" id="{74AAD715-CA5F-4813-207B-A8EC7B9FD2D4}"/>
              </a:ext>
            </a:extLst>
          </p:cNvPr>
          <p:cNvGrpSpPr/>
          <p:nvPr/>
        </p:nvGrpSpPr>
        <p:grpSpPr>
          <a:xfrm rot="5400000">
            <a:off x="1689019" y="6083502"/>
            <a:ext cx="5630517" cy="5451748"/>
            <a:chOff x="8129425" y="2555026"/>
            <a:chExt cx="4222888" cy="4088811"/>
          </a:xfrm>
        </p:grpSpPr>
        <p:sp>
          <p:nvSpPr>
            <p:cNvPr id="3" name="Google Shape;1579;p25">
              <a:extLst>
                <a:ext uri="{FF2B5EF4-FFF2-40B4-BE49-F238E27FC236}">
                  <a16:creationId xmlns:a16="http://schemas.microsoft.com/office/drawing/2014/main" id="{5DE644AC-47A4-4254-7A23-525CF736ED3C}"/>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 name="Google Shape;1580;p25">
              <a:extLst>
                <a:ext uri="{FF2B5EF4-FFF2-40B4-BE49-F238E27FC236}">
                  <a16:creationId xmlns:a16="http://schemas.microsoft.com/office/drawing/2014/main" id="{E37CF3D8-7715-A918-4546-E505DFE75506}"/>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 name="Google Shape;1581;p25">
              <a:extLst>
                <a:ext uri="{FF2B5EF4-FFF2-40B4-BE49-F238E27FC236}">
                  <a16:creationId xmlns:a16="http://schemas.microsoft.com/office/drawing/2014/main" id="{F5612061-B040-CDA8-4B21-CF640605BF27}"/>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 name="Google Shape;1582;p25">
              <a:extLst>
                <a:ext uri="{FF2B5EF4-FFF2-40B4-BE49-F238E27FC236}">
                  <a16:creationId xmlns:a16="http://schemas.microsoft.com/office/drawing/2014/main" id="{CA241C0C-01A6-4F1E-0A16-ADFA84A4ED10}"/>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 name="Google Shape;1583;p25">
              <a:extLst>
                <a:ext uri="{FF2B5EF4-FFF2-40B4-BE49-F238E27FC236}">
                  <a16:creationId xmlns:a16="http://schemas.microsoft.com/office/drawing/2014/main" id="{604B2B9E-37DE-5F8D-7C99-4B9AF983F49F}"/>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 name="Google Shape;1584;p25">
              <a:extLst>
                <a:ext uri="{FF2B5EF4-FFF2-40B4-BE49-F238E27FC236}">
                  <a16:creationId xmlns:a16="http://schemas.microsoft.com/office/drawing/2014/main" id="{BF6242BF-7A49-CB09-D373-C88BCDA8D26B}"/>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 name="Google Shape;1585;p25">
              <a:extLst>
                <a:ext uri="{FF2B5EF4-FFF2-40B4-BE49-F238E27FC236}">
                  <a16:creationId xmlns:a16="http://schemas.microsoft.com/office/drawing/2014/main" id="{4BF741A9-0F6F-A775-2370-CFB604C1A60F}"/>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 name="Google Shape;1586;p25">
              <a:extLst>
                <a:ext uri="{FF2B5EF4-FFF2-40B4-BE49-F238E27FC236}">
                  <a16:creationId xmlns:a16="http://schemas.microsoft.com/office/drawing/2014/main" id="{9AE10C97-67B2-AA77-D41F-259E2BCDD142}"/>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96" name="Google Shape;1644;p25">
            <a:extLst>
              <a:ext uri="{FF2B5EF4-FFF2-40B4-BE49-F238E27FC236}">
                <a16:creationId xmlns:a16="http://schemas.microsoft.com/office/drawing/2014/main" id="{83180FE2-6475-A6F4-BF80-00D0ECEED11F}"/>
              </a:ext>
            </a:extLst>
          </p:cNvPr>
          <p:cNvGrpSpPr/>
          <p:nvPr/>
        </p:nvGrpSpPr>
        <p:grpSpPr>
          <a:xfrm flipH="1">
            <a:off x="-4075109" y="-2220135"/>
            <a:ext cx="5026084" cy="15144076"/>
            <a:chOff x="-2722250" y="-1079764"/>
            <a:chExt cx="3769563" cy="11358057"/>
          </a:xfrm>
        </p:grpSpPr>
        <p:sp>
          <p:nvSpPr>
            <p:cNvPr id="3397" name="Google Shape;1645;p25">
              <a:extLst>
                <a:ext uri="{FF2B5EF4-FFF2-40B4-BE49-F238E27FC236}">
                  <a16:creationId xmlns:a16="http://schemas.microsoft.com/office/drawing/2014/main" id="{CD45CD7C-9C0D-193C-C69C-22C90298251C}"/>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8" name="Google Shape;1646;p25">
              <a:extLst>
                <a:ext uri="{FF2B5EF4-FFF2-40B4-BE49-F238E27FC236}">
                  <a16:creationId xmlns:a16="http://schemas.microsoft.com/office/drawing/2014/main" id="{7064F916-242F-F12F-735A-89A4D71C64B6}"/>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9" name="Google Shape;1647;p25">
              <a:extLst>
                <a:ext uri="{FF2B5EF4-FFF2-40B4-BE49-F238E27FC236}">
                  <a16:creationId xmlns:a16="http://schemas.microsoft.com/office/drawing/2014/main" id="{A67E2430-880B-16E8-7308-1A3EE1EB290F}"/>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0" name="Google Shape;1648;p25">
              <a:extLst>
                <a:ext uri="{FF2B5EF4-FFF2-40B4-BE49-F238E27FC236}">
                  <a16:creationId xmlns:a16="http://schemas.microsoft.com/office/drawing/2014/main" id="{3538731E-C3A5-0886-0EFA-0F768EFE0BBC}"/>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1" name="Google Shape;1649;p25">
              <a:extLst>
                <a:ext uri="{FF2B5EF4-FFF2-40B4-BE49-F238E27FC236}">
                  <a16:creationId xmlns:a16="http://schemas.microsoft.com/office/drawing/2014/main" id="{FED7A2B9-7CC8-B406-5E99-6202A87A20E8}"/>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2" name="Google Shape;1650;p25">
              <a:extLst>
                <a:ext uri="{FF2B5EF4-FFF2-40B4-BE49-F238E27FC236}">
                  <a16:creationId xmlns:a16="http://schemas.microsoft.com/office/drawing/2014/main" id="{91A6BB93-FF8A-1907-8260-BEB479088295}"/>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3" name="Google Shape;1651;p25">
              <a:extLst>
                <a:ext uri="{FF2B5EF4-FFF2-40B4-BE49-F238E27FC236}">
                  <a16:creationId xmlns:a16="http://schemas.microsoft.com/office/drawing/2014/main" id="{D6DC85BC-BE74-9DF6-82CA-1CA8CDE059C1}"/>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4" name="Google Shape;1652;p25">
              <a:extLst>
                <a:ext uri="{FF2B5EF4-FFF2-40B4-BE49-F238E27FC236}">
                  <a16:creationId xmlns:a16="http://schemas.microsoft.com/office/drawing/2014/main" id="{985E627C-C9AA-EA63-EC5F-43BD2F966723}"/>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5" name="Google Shape;1653;p25">
              <a:extLst>
                <a:ext uri="{FF2B5EF4-FFF2-40B4-BE49-F238E27FC236}">
                  <a16:creationId xmlns:a16="http://schemas.microsoft.com/office/drawing/2014/main" id="{7D84DF95-2CC3-3F85-1DC4-D80E47010458}"/>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6" name="Google Shape;1654;p25">
              <a:extLst>
                <a:ext uri="{FF2B5EF4-FFF2-40B4-BE49-F238E27FC236}">
                  <a16:creationId xmlns:a16="http://schemas.microsoft.com/office/drawing/2014/main" id="{C7D65447-5282-24D1-538B-C898A719CAE7}"/>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7" name="Google Shape;1655;p25">
              <a:extLst>
                <a:ext uri="{FF2B5EF4-FFF2-40B4-BE49-F238E27FC236}">
                  <a16:creationId xmlns:a16="http://schemas.microsoft.com/office/drawing/2014/main" id="{C2567234-21C1-1997-7FB4-72B1F96F4B54}"/>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8" name="Google Shape;1656;p25">
              <a:extLst>
                <a:ext uri="{FF2B5EF4-FFF2-40B4-BE49-F238E27FC236}">
                  <a16:creationId xmlns:a16="http://schemas.microsoft.com/office/drawing/2014/main" id="{5886C6C5-844A-C21E-E159-AB4A970406E8}"/>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9" name="Google Shape;1657;p25">
              <a:extLst>
                <a:ext uri="{FF2B5EF4-FFF2-40B4-BE49-F238E27FC236}">
                  <a16:creationId xmlns:a16="http://schemas.microsoft.com/office/drawing/2014/main" id="{D98BEF11-A59B-8B84-4168-59E281E0E963}"/>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0" name="Google Shape;1658;p25">
              <a:extLst>
                <a:ext uri="{FF2B5EF4-FFF2-40B4-BE49-F238E27FC236}">
                  <a16:creationId xmlns:a16="http://schemas.microsoft.com/office/drawing/2014/main" id="{95693110-8817-B204-194A-6FBFF1E9D517}"/>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11" name="Title 1">
            <a:extLst>
              <a:ext uri="{FF2B5EF4-FFF2-40B4-BE49-F238E27FC236}">
                <a16:creationId xmlns:a16="http://schemas.microsoft.com/office/drawing/2014/main" id="{6B677163-7430-8616-56CD-9557493B46FE}"/>
              </a:ext>
            </a:extLst>
          </p:cNvPr>
          <p:cNvSpPr txBox="1">
            <a:spLocks/>
          </p:cNvSpPr>
          <p:nvPr/>
        </p:nvSpPr>
        <p:spPr>
          <a:xfrm>
            <a:off x="1524000" y="991898"/>
            <a:ext cx="5414128" cy="104046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1pPr>
            <a:lvl2pPr marR="0" lvl="1"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2pPr>
            <a:lvl3pPr marR="0" lvl="2"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3pPr>
            <a:lvl4pPr marR="0" lvl="3"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4pPr>
            <a:lvl5pPr marR="0" lvl="4"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5pPr>
            <a:lvl6pPr marR="0" lvl="5"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6pPr>
            <a:lvl7pPr marR="0" lvl="6"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7pPr>
            <a:lvl8pPr marR="0" lvl="7"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8pPr>
            <a:lvl9pPr marR="0" lvl="8" algn="ctr" rtl="0">
              <a:lnSpc>
                <a:spcPct val="100000"/>
              </a:lnSpc>
              <a:spcBef>
                <a:spcPts val="0"/>
              </a:spcBef>
              <a:spcAft>
                <a:spcPts val="0"/>
              </a:spcAft>
              <a:buClr>
                <a:schemeClr val="lt1"/>
              </a:buClr>
              <a:buSzPts val="3300"/>
              <a:buFont typeface="Play"/>
              <a:buNone/>
              <a:defRPr sz="3300" b="1" i="0" u="none" strike="noStrike" cap="none">
                <a:solidFill>
                  <a:schemeClr val="lt1"/>
                </a:solidFill>
                <a:latin typeface="Play"/>
                <a:ea typeface="Play"/>
                <a:cs typeface="Play"/>
                <a:sym typeface="Play"/>
              </a:defRPr>
            </a:lvl9pPr>
          </a:lstStyle>
          <a:p>
            <a:pPr algn="l"/>
            <a:r>
              <a:rPr lang="en-US" sz="4400" kern="0" dirty="0">
                <a:solidFill>
                  <a:schemeClr val="bg1"/>
                </a:solidFill>
                <a:latin typeface="Aptos Black" panose="020F0502020204030204" pitchFamily="34" charset="0"/>
              </a:rPr>
              <a:t>EVERYTHING IS AN </a:t>
            </a:r>
            <a:r>
              <a:rPr lang="en" sz="4400" kern="0" dirty="0">
                <a:solidFill>
                  <a:srgbClr val="E63B00"/>
                </a:solidFill>
                <a:latin typeface="Aptos Black" panose="020F0502020204030204" pitchFamily="34" charset="0"/>
              </a:rPr>
              <a:t>OBJECT</a:t>
            </a:r>
            <a:endParaRPr lang="en-US" sz="3200" kern="0" dirty="0">
              <a:solidFill>
                <a:srgbClr val="E63B00"/>
              </a:solidFill>
            </a:endParaRPr>
          </a:p>
        </p:txBody>
      </p:sp>
      <p:grpSp>
        <p:nvGrpSpPr>
          <p:cNvPr id="3412" name="Google Shape;2641;p40">
            <a:extLst>
              <a:ext uri="{FF2B5EF4-FFF2-40B4-BE49-F238E27FC236}">
                <a16:creationId xmlns:a16="http://schemas.microsoft.com/office/drawing/2014/main" id="{6281C983-E285-9355-CFA6-9062923CEBA2}"/>
              </a:ext>
            </a:extLst>
          </p:cNvPr>
          <p:cNvGrpSpPr>
            <a:grpSpLocks/>
          </p:cNvGrpSpPr>
          <p:nvPr/>
        </p:nvGrpSpPr>
        <p:grpSpPr>
          <a:xfrm>
            <a:off x="1584483" y="2324461"/>
            <a:ext cx="4447650" cy="135300"/>
            <a:chOff x="2365175" y="3596070"/>
            <a:chExt cx="4447650" cy="135300"/>
          </a:xfrm>
        </p:grpSpPr>
        <p:sp>
          <p:nvSpPr>
            <p:cNvPr id="3413" name="Google Shape;2642;p40">
              <a:extLst>
                <a:ext uri="{FF2B5EF4-FFF2-40B4-BE49-F238E27FC236}">
                  <a16:creationId xmlns:a16="http://schemas.microsoft.com/office/drawing/2014/main" id="{5640F38E-F91D-E02B-907B-6CA3B2730F3C}"/>
                </a:ext>
              </a:extLst>
            </p:cNvPr>
            <p:cNvSpPr>
              <a:spLocks/>
            </p:cNvSpPr>
            <p:nvPr/>
          </p:nvSpPr>
          <p:spPr>
            <a:xfrm>
              <a:off x="236517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4" name="Google Shape;2643;p40">
              <a:extLst>
                <a:ext uri="{FF2B5EF4-FFF2-40B4-BE49-F238E27FC236}">
                  <a16:creationId xmlns:a16="http://schemas.microsoft.com/office/drawing/2014/main" id="{CD223E0A-2BA5-524F-DD15-68C6A450D386}"/>
                </a:ext>
              </a:extLst>
            </p:cNvPr>
            <p:cNvSpPr>
              <a:spLocks/>
            </p:cNvSpPr>
            <p:nvPr/>
          </p:nvSpPr>
          <p:spPr>
            <a:xfrm>
              <a:off x="6677525" y="3596070"/>
              <a:ext cx="135300" cy="135300"/>
            </a:xfrm>
            <a:prstGeom prst="ellipse">
              <a:avLst/>
            </a:prstGeom>
            <a:solidFill>
              <a:srgbClr val="00E9FF"/>
            </a:solidFill>
            <a:ln w="19050" cap="flat" cmpd="sng">
              <a:solidFill>
                <a:srgbClr val="00E9FF"/>
              </a:solidFill>
              <a:prstDash val="solid"/>
              <a:round/>
              <a:headEnd type="none" w="sm" len="sm"/>
              <a:tailEnd type="none" w="sm" len="sm"/>
            </a:ln>
            <a:effectLst>
              <a:outerShdw blurRad="285750"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415" name="Google Shape;2644;p40">
              <a:extLst>
                <a:ext uri="{FF2B5EF4-FFF2-40B4-BE49-F238E27FC236}">
                  <a16:creationId xmlns:a16="http://schemas.microsoft.com/office/drawing/2014/main" id="{B15CEF7C-31A6-66FC-8697-2E6D6D0D6A07}"/>
                </a:ext>
              </a:extLst>
            </p:cNvPr>
            <p:cNvCxnSpPr>
              <a:cxnSpLocks/>
              <a:stCxn id="3413" idx="6"/>
              <a:endCxn id="3414" idx="2"/>
            </p:cNvCxnSpPr>
            <p:nvPr/>
          </p:nvCxnSpPr>
          <p:spPr>
            <a:xfrm>
              <a:off x="2500475" y="3663720"/>
              <a:ext cx="4177200" cy="0"/>
            </a:xfrm>
            <a:prstGeom prst="straightConnector1">
              <a:avLst/>
            </a:prstGeom>
            <a:noFill/>
            <a:ln w="28575" cap="flat" cmpd="sng">
              <a:solidFill>
                <a:srgbClr val="00E9FF"/>
              </a:solidFill>
              <a:prstDash val="solid"/>
              <a:round/>
              <a:headEnd type="none" w="med" len="med"/>
              <a:tailEnd type="none" w="med" len="med"/>
            </a:ln>
            <a:effectLst>
              <a:outerShdw blurRad="128588" algn="bl" rotWithShape="0">
                <a:srgbClr val="00E9FF"/>
              </a:outerShdw>
            </a:effectLst>
          </p:spPr>
        </p:cxnSp>
      </p:grpSp>
      <p:grpSp>
        <p:nvGrpSpPr>
          <p:cNvPr id="3431" name="Google Shape;717;p13">
            <a:extLst>
              <a:ext uri="{FF2B5EF4-FFF2-40B4-BE49-F238E27FC236}">
                <a16:creationId xmlns:a16="http://schemas.microsoft.com/office/drawing/2014/main" id="{D931E054-9552-AC9F-0A39-2606B6862233}"/>
              </a:ext>
            </a:extLst>
          </p:cNvPr>
          <p:cNvGrpSpPr/>
          <p:nvPr/>
        </p:nvGrpSpPr>
        <p:grpSpPr>
          <a:xfrm>
            <a:off x="-4162782" y="-18351217"/>
            <a:ext cx="5117787" cy="16687234"/>
            <a:chOff x="-3170262" y="3452177"/>
            <a:chExt cx="3721951" cy="12135923"/>
          </a:xfrm>
        </p:grpSpPr>
        <p:sp>
          <p:nvSpPr>
            <p:cNvPr id="3432" name="Google Shape;718;p13">
              <a:extLst>
                <a:ext uri="{FF2B5EF4-FFF2-40B4-BE49-F238E27FC236}">
                  <a16:creationId xmlns:a16="http://schemas.microsoft.com/office/drawing/2014/main" id="{9E3E0746-D790-DCBE-3295-9434965DA857}"/>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3" name="Google Shape;719;p13">
              <a:extLst>
                <a:ext uri="{FF2B5EF4-FFF2-40B4-BE49-F238E27FC236}">
                  <a16:creationId xmlns:a16="http://schemas.microsoft.com/office/drawing/2014/main" id="{AD8FB257-D174-3F52-1BE3-B5A16AF5ED60}"/>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4" name="Google Shape;720;p13">
              <a:extLst>
                <a:ext uri="{FF2B5EF4-FFF2-40B4-BE49-F238E27FC236}">
                  <a16:creationId xmlns:a16="http://schemas.microsoft.com/office/drawing/2014/main" id="{A760C1A1-3A41-F9EB-2035-C7651A5D1D3A}"/>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5" name="Google Shape;721;p13">
              <a:extLst>
                <a:ext uri="{FF2B5EF4-FFF2-40B4-BE49-F238E27FC236}">
                  <a16:creationId xmlns:a16="http://schemas.microsoft.com/office/drawing/2014/main" id="{38DFF06C-17D0-C6BD-2DA7-5C494A167D65}"/>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6" name="Google Shape;722;p13">
              <a:extLst>
                <a:ext uri="{FF2B5EF4-FFF2-40B4-BE49-F238E27FC236}">
                  <a16:creationId xmlns:a16="http://schemas.microsoft.com/office/drawing/2014/main" id="{2228D55C-8580-9427-C68B-B2A57DDBC37C}"/>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7" name="Google Shape;723;p13">
              <a:extLst>
                <a:ext uri="{FF2B5EF4-FFF2-40B4-BE49-F238E27FC236}">
                  <a16:creationId xmlns:a16="http://schemas.microsoft.com/office/drawing/2014/main" id="{0DAB454F-941D-AA5A-4619-CD3CB4A9921C}"/>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8" name="Google Shape;724;p13">
              <a:extLst>
                <a:ext uri="{FF2B5EF4-FFF2-40B4-BE49-F238E27FC236}">
                  <a16:creationId xmlns:a16="http://schemas.microsoft.com/office/drawing/2014/main" id="{0FC1728C-84BC-805E-637B-32F0A40FCD82}"/>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9" name="Google Shape;725;p13">
              <a:extLst>
                <a:ext uri="{FF2B5EF4-FFF2-40B4-BE49-F238E27FC236}">
                  <a16:creationId xmlns:a16="http://schemas.microsoft.com/office/drawing/2014/main" id="{B8921D1A-F2D0-BB66-1627-AE80E7C0DFD1}"/>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0" name="Google Shape;726;p13">
              <a:extLst>
                <a:ext uri="{FF2B5EF4-FFF2-40B4-BE49-F238E27FC236}">
                  <a16:creationId xmlns:a16="http://schemas.microsoft.com/office/drawing/2014/main" id="{FE890384-2CFA-21DA-87F6-7A47A34763EE}"/>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1" name="Google Shape;727;p13">
              <a:extLst>
                <a:ext uri="{FF2B5EF4-FFF2-40B4-BE49-F238E27FC236}">
                  <a16:creationId xmlns:a16="http://schemas.microsoft.com/office/drawing/2014/main" id="{4642C002-3E00-033C-DADD-756D8370E86B}"/>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2" name="Google Shape;728;p13">
              <a:extLst>
                <a:ext uri="{FF2B5EF4-FFF2-40B4-BE49-F238E27FC236}">
                  <a16:creationId xmlns:a16="http://schemas.microsoft.com/office/drawing/2014/main" id="{C01F3533-9D7F-E60F-4754-1E5DA317E8C5}"/>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3" name="Google Shape;729;p13">
              <a:extLst>
                <a:ext uri="{FF2B5EF4-FFF2-40B4-BE49-F238E27FC236}">
                  <a16:creationId xmlns:a16="http://schemas.microsoft.com/office/drawing/2014/main" id="{2FD3EF34-86DE-D057-CC8F-A7C1049D4057}"/>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4" name="Google Shape;730;p13">
              <a:extLst>
                <a:ext uri="{FF2B5EF4-FFF2-40B4-BE49-F238E27FC236}">
                  <a16:creationId xmlns:a16="http://schemas.microsoft.com/office/drawing/2014/main" id="{511DC7C8-8C18-FF2B-D757-7A04B623EE8B}"/>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5" name="Google Shape;731;p13">
              <a:extLst>
                <a:ext uri="{FF2B5EF4-FFF2-40B4-BE49-F238E27FC236}">
                  <a16:creationId xmlns:a16="http://schemas.microsoft.com/office/drawing/2014/main" id="{7FD3677C-F091-CA25-8348-5B08A945337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6" name="Google Shape;732;p13">
              <a:extLst>
                <a:ext uri="{FF2B5EF4-FFF2-40B4-BE49-F238E27FC236}">
                  <a16:creationId xmlns:a16="http://schemas.microsoft.com/office/drawing/2014/main" id="{09FA4CB9-2C72-91C2-0953-C20225301B1B}"/>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7" name="Google Shape;733;p13">
              <a:extLst>
                <a:ext uri="{FF2B5EF4-FFF2-40B4-BE49-F238E27FC236}">
                  <a16:creationId xmlns:a16="http://schemas.microsoft.com/office/drawing/2014/main" id="{0CAB4F23-6299-6AEE-F362-21A3EC26EF2F}"/>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8" name="Google Shape;734;p13">
              <a:extLst>
                <a:ext uri="{FF2B5EF4-FFF2-40B4-BE49-F238E27FC236}">
                  <a16:creationId xmlns:a16="http://schemas.microsoft.com/office/drawing/2014/main" id="{0A21D139-8B2E-A6DA-3D55-723CD8BDABD6}"/>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9" name="Google Shape;735;p13">
              <a:extLst>
                <a:ext uri="{FF2B5EF4-FFF2-40B4-BE49-F238E27FC236}">
                  <a16:creationId xmlns:a16="http://schemas.microsoft.com/office/drawing/2014/main" id="{B0EF2C27-E2CC-7AF6-5160-43A2AEF1FEE9}"/>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0" name="Google Shape;736;p13">
              <a:extLst>
                <a:ext uri="{FF2B5EF4-FFF2-40B4-BE49-F238E27FC236}">
                  <a16:creationId xmlns:a16="http://schemas.microsoft.com/office/drawing/2014/main" id="{C30D3BC3-6EB6-CB01-5498-316C8F1C8F6F}"/>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1" name="Google Shape;737;p13">
              <a:extLst>
                <a:ext uri="{FF2B5EF4-FFF2-40B4-BE49-F238E27FC236}">
                  <a16:creationId xmlns:a16="http://schemas.microsoft.com/office/drawing/2014/main" id="{5460CC01-1495-314F-13CB-B9127F6FAF6B}"/>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2" name="Google Shape;738;p13">
              <a:extLst>
                <a:ext uri="{FF2B5EF4-FFF2-40B4-BE49-F238E27FC236}">
                  <a16:creationId xmlns:a16="http://schemas.microsoft.com/office/drawing/2014/main" id="{0F05B079-C67A-74D7-2F0F-FF6CF13682AB}"/>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3" name="Google Shape;739;p13">
              <a:extLst>
                <a:ext uri="{FF2B5EF4-FFF2-40B4-BE49-F238E27FC236}">
                  <a16:creationId xmlns:a16="http://schemas.microsoft.com/office/drawing/2014/main" id="{6089310D-F045-76A8-1031-4092A7588415}"/>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4" name="Google Shape;740;p13">
              <a:extLst>
                <a:ext uri="{FF2B5EF4-FFF2-40B4-BE49-F238E27FC236}">
                  <a16:creationId xmlns:a16="http://schemas.microsoft.com/office/drawing/2014/main" id="{907BCA7E-40DF-2319-12C5-9125C376BBFE}"/>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5" name="Google Shape;741;p13">
              <a:extLst>
                <a:ext uri="{FF2B5EF4-FFF2-40B4-BE49-F238E27FC236}">
                  <a16:creationId xmlns:a16="http://schemas.microsoft.com/office/drawing/2014/main" id="{3C1E03CE-32EB-BCD9-0B2D-E4499187CC92}"/>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6" name="Google Shape;742;p13">
              <a:extLst>
                <a:ext uri="{FF2B5EF4-FFF2-40B4-BE49-F238E27FC236}">
                  <a16:creationId xmlns:a16="http://schemas.microsoft.com/office/drawing/2014/main" id="{1E421E2C-542D-D603-70C1-A84D56BAAE88}"/>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7" name="Google Shape;743;p13">
              <a:extLst>
                <a:ext uri="{FF2B5EF4-FFF2-40B4-BE49-F238E27FC236}">
                  <a16:creationId xmlns:a16="http://schemas.microsoft.com/office/drawing/2014/main" id="{287C45B2-48AB-0AE4-4027-C6E7672DDC7F}"/>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8" name="Google Shape;744;p13">
              <a:extLst>
                <a:ext uri="{FF2B5EF4-FFF2-40B4-BE49-F238E27FC236}">
                  <a16:creationId xmlns:a16="http://schemas.microsoft.com/office/drawing/2014/main" id="{C8B0FC5B-E522-F9FE-292C-112093B317BB}"/>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9" name="Google Shape;745;p13">
              <a:extLst>
                <a:ext uri="{FF2B5EF4-FFF2-40B4-BE49-F238E27FC236}">
                  <a16:creationId xmlns:a16="http://schemas.microsoft.com/office/drawing/2014/main" id="{823C9612-1D10-625D-517E-AFA5A862D47B}"/>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0" name="Google Shape;746;p13">
              <a:extLst>
                <a:ext uri="{FF2B5EF4-FFF2-40B4-BE49-F238E27FC236}">
                  <a16:creationId xmlns:a16="http://schemas.microsoft.com/office/drawing/2014/main" id="{205CD908-4AE4-30E7-941C-BB6F6682AD24}"/>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1" name="Google Shape;747;p13">
              <a:extLst>
                <a:ext uri="{FF2B5EF4-FFF2-40B4-BE49-F238E27FC236}">
                  <a16:creationId xmlns:a16="http://schemas.microsoft.com/office/drawing/2014/main" id="{C7709E93-E834-DE37-6553-0F185DAD30DD}"/>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2" name="Google Shape;748;p13">
              <a:extLst>
                <a:ext uri="{FF2B5EF4-FFF2-40B4-BE49-F238E27FC236}">
                  <a16:creationId xmlns:a16="http://schemas.microsoft.com/office/drawing/2014/main" id="{BDFC98CD-6FBC-5A67-E859-76CC03DBE007}"/>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3" name="Google Shape;749;p13">
              <a:extLst>
                <a:ext uri="{FF2B5EF4-FFF2-40B4-BE49-F238E27FC236}">
                  <a16:creationId xmlns:a16="http://schemas.microsoft.com/office/drawing/2014/main" id="{817E8F55-900B-628B-E321-08361933576C}"/>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4" name="Google Shape;750;p13">
              <a:extLst>
                <a:ext uri="{FF2B5EF4-FFF2-40B4-BE49-F238E27FC236}">
                  <a16:creationId xmlns:a16="http://schemas.microsoft.com/office/drawing/2014/main" id="{FC3DF1D2-1852-00D5-80B3-FE31E3710650}"/>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5" name="Google Shape;751;p13">
              <a:extLst>
                <a:ext uri="{FF2B5EF4-FFF2-40B4-BE49-F238E27FC236}">
                  <a16:creationId xmlns:a16="http://schemas.microsoft.com/office/drawing/2014/main" id="{45CF5A21-7504-714D-5301-CE9887C61B6C}"/>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6" name="Google Shape;752;p13">
              <a:extLst>
                <a:ext uri="{FF2B5EF4-FFF2-40B4-BE49-F238E27FC236}">
                  <a16:creationId xmlns:a16="http://schemas.microsoft.com/office/drawing/2014/main" id="{915DEA12-AE11-15A9-FCDE-EB8A541A3FEA}"/>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7" name="Google Shape;753;p13">
              <a:extLst>
                <a:ext uri="{FF2B5EF4-FFF2-40B4-BE49-F238E27FC236}">
                  <a16:creationId xmlns:a16="http://schemas.microsoft.com/office/drawing/2014/main" id="{DE64BB48-ADA8-D606-9744-890AEB529DB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8" name="Google Shape;754;p13">
              <a:extLst>
                <a:ext uri="{FF2B5EF4-FFF2-40B4-BE49-F238E27FC236}">
                  <a16:creationId xmlns:a16="http://schemas.microsoft.com/office/drawing/2014/main" id="{BB83DD5E-F901-930C-1BA0-214BB988DD7B}"/>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9" name="Google Shape;755;p13">
              <a:extLst>
                <a:ext uri="{FF2B5EF4-FFF2-40B4-BE49-F238E27FC236}">
                  <a16:creationId xmlns:a16="http://schemas.microsoft.com/office/drawing/2014/main" id="{FDA0C516-29D9-8CC9-1966-9A73634C5028}"/>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0" name="Google Shape;756;p13">
              <a:extLst>
                <a:ext uri="{FF2B5EF4-FFF2-40B4-BE49-F238E27FC236}">
                  <a16:creationId xmlns:a16="http://schemas.microsoft.com/office/drawing/2014/main" id="{119E2A3D-4CE3-3E51-6868-5064CCC1E50E}"/>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1" name="Google Shape;757;p13">
              <a:extLst>
                <a:ext uri="{FF2B5EF4-FFF2-40B4-BE49-F238E27FC236}">
                  <a16:creationId xmlns:a16="http://schemas.microsoft.com/office/drawing/2014/main" id="{407D7281-1AEF-3A13-643E-DB44F543607F}"/>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2" name="Google Shape;758;p13">
              <a:extLst>
                <a:ext uri="{FF2B5EF4-FFF2-40B4-BE49-F238E27FC236}">
                  <a16:creationId xmlns:a16="http://schemas.microsoft.com/office/drawing/2014/main" id="{2E565EE5-0DE5-D005-4711-3C2ED484A4B6}"/>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3" name="Google Shape;759;p13">
              <a:extLst>
                <a:ext uri="{FF2B5EF4-FFF2-40B4-BE49-F238E27FC236}">
                  <a16:creationId xmlns:a16="http://schemas.microsoft.com/office/drawing/2014/main" id="{2836DBE1-7F73-0217-0D92-24DE46EAA45F}"/>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4" name="Google Shape;760;p13">
              <a:extLst>
                <a:ext uri="{FF2B5EF4-FFF2-40B4-BE49-F238E27FC236}">
                  <a16:creationId xmlns:a16="http://schemas.microsoft.com/office/drawing/2014/main" id="{82552569-3711-11A8-0B1E-395484F78229}"/>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5" name="Google Shape;761;p13">
              <a:extLst>
                <a:ext uri="{FF2B5EF4-FFF2-40B4-BE49-F238E27FC236}">
                  <a16:creationId xmlns:a16="http://schemas.microsoft.com/office/drawing/2014/main" id="{BE92D414-003C-E300-7A86-5A7DD07FC300}"/>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6" name="Google Shape;762;p13">
              <a:extLst>
                <a:ext uri="{FF2B5EF4-FFF2-40B4-BE49-F238E27FC236}">
                  <a16:creationId xmlns:a16="http://schemas.microsoft.com/office/drawing/2014/main" id="{D785069D-193A-060F-EE28-0F786A18B26F}"/>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7" name="Google Shape;763;p13">
              <a:extLst>
                <a:ext uri="{FF2B5EF4-FFF2-40B4-BE49-F238E27FC236}">
                  <a16:creationId xmlns:a16="http://schemas.microsoft.com/office/drawing/2014/main" id="{B3272BAC-02BC-7112-589C-199AB592D039}"/>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8" name="Google Shape;764;p13">
              <a:extLst>
                <a:ext uri="{FF2B5EF4-FFF2-40B4-BE49-F238E27FC236}">
                  <a16:creationId xmlns:a16="http://schemas.microsoft.com/office/drawing/2014/main" id="{5A1DBD0C-64F8-2B06-7CF7-164E8AEC9C39}"/>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9" name="Google Shape;765;p13">
              <a:extLst>
                <a:ext uri="{FF2B5EF4-FFF2-40B4-BE49-F238E27FC236}">
                  <a16:creationId xmlns:a16="http://schemas.microsoft.com/office/drawing/2014/main" id="{3C730A5D-5C4D-6661-0349-11E28BA9F8D1}"/>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0" name="Google Shape;766;p13">
              <a:extLst>
                <a:ext uri="{FF2B5EF4-FFF2-40B4-BE49-F238E27FC236}">
                  <a16:creationId xmlns:a16="http://schemas.microsoft.com/office/drawing/2014/main" id="{D0657A4F-71E1-863B-3671-75166B674D57}"/>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1" name="Google Shape;767;p13">
              <a:extLst>
                <a:ext uri="{FF2B5EF4-FFF2-40B4-BE49-F238E27FC236}">
                  <a16:creationId xmlns:a16="http://schemas.microsoft.com/office/drawing/2014/main" id="{2E893B6F-07C3-1748-A27C-5BC210BCFFFC}"/>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2" name="Google Shape;768;p13">
              <a:extLst>
                <a:ext uri="{FF2B5EF4-FFF2-40B4-BE49-F238E27FC236}">
                  <a16:creationId xmlns:a16="http://schemas.microsoft.com/office/drawing/2014/main" id="{138815E8-A256-49D9-2230-C5019BF05FF3}"/>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3" name="Google Shape;769;p13">
              <a:extLst>
                <a:ext uri="{FF2B5EF4-FFF2-40B4-BE49-F238E27FC236}">
                  <a16:creationId xmlns:a16="http://schemas.microsoft.com/office/drawing/2014/main" id="{59F7685E-AC9F-C2D5-70A0-75374E086DB3}"/>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4" name="Google Shape;770;p13">
              <a:extLst>
                <a:ext uri="{FF2B5EF4-FFF2-40B4-BE49-F238E27FC236}">
                  <a16:creationId xmlns:a16="http://schemas.microsoft.com/office/drawing/2014/main" id="{4102B663-0B33-4A91-E3E9-B2C4D10F37E5}"/>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5" name="Google Shape;771;p13">
              <a:extLst>
                <a:ext uri="{FF2B5EF4-FFF2-40B4-BE49-F238E27FC236}">
                  <a16:creationId xmlns:a16="http://schemas.microsoft.com/office/drawing/2014/main" id="{3D7538AE-2EA7-5BCB-6B32-04917A96B272}"/>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6" name="Google Shape;772;p13">
              <a:extLst>
                <a:ext uri="{FF2B5EF4-FFF2-40B4-BE49-F238E27FC236}">
                  <a16:creationId xmlns:a16="http://schemas.microsoft.com/office/drawing/2014/main" id="{0C3F6AD1-253B-53BC-06B5-E5B4034EE78C}"/>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7" name="Google Shape;773;p13">
              <a:extLst>
                <a:ext uri="{FF2B5EF4-FFF2-40B4-BE49-F238E27FC236}">
                  <a16:creationId xmlns:a16="http://schemas.microsoft.com/office/drawing/2014/main" id="{FEE80F46-F59D-EB9A-AA9A-3F43951F9425}"/>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88" name="Google Shape;717;p13">
            <a:extLst>
              <a:ext uri="{FF2B5EF4-FFF2-40B4-BE49-F238E27FC236}">
                <a16:creationId xmlns:a16="http://schemas.microsoft.com/office/drawing/2014/main" id="{C88EBB84-1206-B73A-514B-150BA5C7009E}"/>
              </a:ext>
            </a:extLst>
          </p:cNvPr>
          <p:cNvGrpSpPr/>
          <p:nvPr/>
        </p:nvGrpSpPr>
        <p:grpSpPr>
          <a:xfrm>
            <a:off x="11304040" y="-17111962"/>
            <a:ext cx="5117787" cy="16687234"/>
            <a:chOff x="-3170262" y="3452177"/>
            <a:chExt cx="3721951" cy="12135923"/>
          </a:xfrm>
        </p:grpSpPr>
        <p:sp>
          <p:nvSpPr>
            <p:cNvPr id="3489" name="Google Shape;718;p13">
              <a:extLst>
                <a:ext uri="{FF2B5EF4-FFF2-40B4-BE49-F238E27FC236}">
                  <a16:creationId xmlns:a16="http://schemas.microsoft.com/office/drawing/2014/main" id="{76B91E49-56F8-A51B-896C-95FA2DA9C5F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0" name="Google Shape;719;p13">
              <a:extLst>
                <a:ext uri="{FF2B5EF4-FFF2-40B4-BE49-F238E27FC236}">
                  <a16:creationId xmlns:a16="http://schemas.microsoft.com/office/drawing/2014/main" id="{6707BEE7-53F6-2463-C2DC-8272DCC804FB}"/>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1" name="Google Shape;720;p13">
              <a:extLst>
                <a:ext uri="{FF2B5EF4-FFF2-40B4-BE49-F238E27FC236}">
                  <a16:creationId xmlns:a16="http://schemas.microsoft.com/office/drawing/2014/main" id="{60C67195-3D7A-54B5-E9E6-55757A2BACEC}"/>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2" name="Google Shape;721;p13">
              <a:extLst>
                <a:ext uri="{FF2B5EF4-FFF2-40B4-BE49-F238E27FC236}">
                  <a16:creationId xmlns:a16="http://schemas.microsoft.com/office/drawing/2014/main" id="{6D07073A-E5A8-1363-54C8-AD35B4BC156A}"/>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3" name="Google Shape;722;p13">
              <a:extLst>
                <a:ext uri="{FF2B5EF4-FFF2-40B4-BE49-F238E27FC236}">
                  <a16:creationId xmlns:a16="http://schemas.microsoft.com/office/drawing/2014/main" id="{CF059617-5B13-6B07-EA9E-62F8AF9AC2CB}"/>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4" name="Google Shape;723;p13">
              <a:extLst>
                <a:ext uri="{FF2B5EF4-FFF2-40B4-BE49-F238E27FC236}">
                  <a16:creationId xmlns:a16="http://schemas.microsoft.com/office/drawing/2014/main" id="{BA95A185-B900-9174-5D7C-6DDED55C7557}"/>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5" name="Google Shape;724;p13">
              <a:extLst>
                <a:ext uri="{FF2B5EF4-FFF2-40B4-BE49-F238E27FC236}">
                  <a16:creationId xmlns:a16="http://schemas.microsoft.com/office/drawing/2014/main" id="{BF977F26-0C3C-7654-805B-DBF66B338516}"/>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6" name="Google Shape;725;p13">
              <a:extLst>
                <a:ext uri="{FF2B5EF4-FFF2-40B4-BE49-F238E27FC236}">
                  <a16:creationId xmlns:a16="http://schemas.microsoft.com/office/drawing/2014/main" id="{659EF2A0-5E17-9A59-8D12-FACC7CD91DA0}"/>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7" name="Google Shape;726;p13">
              <a:extLst>
                <a:ext uri="{FF2B5EF4-FFF2-40B4-BE49-F238E27FC236}">
                  <a16:creationId xmlns:a16="http://schemas.microsoft.com/office/drawing/2014/main" id="{9895AF84-CADE-3AA4-CDF6-B327A49B1237}"/>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8" name="Google Shape;727;p13">
              <a:extLst>
                <a:ext uri="{FF2B5EF4-FFF2-40B4-BE49-F238E27FC236}">
                  <a16:creationId xmlns:a16="http://schemas.microsoft.com/office/drawing/2014/main" id="{F0ED0E80-8C7B-5654-B40F-989F69A5E31E}"/>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499" name="Google Shape;728;p13">
              <a:extLst>
                <a:ext uri="{FF2B5EF4-FFF2-40B4-BE49-F238E27FC236}">
                  <a16:creationId xmlns:a16="http://schemas.microsoft.com/office/drawing/2014/main" id="{9E30E59C-FE55-A3B7-68D9-E824D274EEB8}"/>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0" name="Google Shape;729;p13">
              <a:extLst>
                <a:ext uri="{FF2B5EF4-FFF2-40B4-BE49-F238E27FC236}">
                  <a16:creationId xmlns:a16="http://schemas.microsoft.com/office/drawing/2014/main" id="{F9D7C162-4C93-97DE-D313-851915D9474C}"/>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1" name="Google Shape;730;p13">
              <a:extLst>
                <a:ext uri="{FF2B5EF4-FFF2-40B4-BE49-F238E27FC236}">
                  <a16:creationId xmlns:a16="http://schemas.microsoft.com/office/drawing/2014/main" id="{F2A2B5BD-9370-2817-CF0B-27ABB3C04CE3}"/>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2" name="Google Shape;731;p13">
              <a:extLst>
                <a:ext uri="{FF2B5EF4-FFF2-40B4-BE49-F238E27FC236}">
                  <a16:creationId xmlns:a16="http://schemas.microsoft.com/office/drawing/2014/main" id="{D277A10A-DC65-F803-64D7-8C6D3BB1CEA7}"/>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3" name="Google Shape;732;p13">
              <a:extLst>
                <a:ext uri="{FF2B5EF4-FFF2-40B4-BE49-F238E27FC236}">
                  <a16:creationId xmlns:a16="http://schemas.microsoft.com/office/drawing/2014/main" id="{6F37A0D8-2789-DF9D-1CC0-3D8CD0B1B296}"/>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4" name="Google Shape;733;p13">
              <a:extLst>
                <a:ext uri="{FF2B5EF4-FFF2-40B4-BE49-F238E27FC236}">
                  <a16:creationId xmlns:a16="http://schemas.microsoft.com/office/drawing/2014/main" id="{F8B7674C-DA37-F564-BDB8-10B007846C85}"/>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5" name="Google Shape;734;p13">
              <a:extLst>
                <a:ext uri="{FF2B5EF4-FFF2-40B4-BE49-F238E27FC236}">
                  <a16:creationId xmlns:a16="http://schemas.microsoft.com/office/drawing/2014/main" id="{831FD32B-0E57-B552-101A-E5B1995FBAFE}"/>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6" name="Google Shape;735;p13">
              <a:extLst>
                <a:ext uri="{FF2B5EF4-FFF2-40B4-BE49-F238E27FC236}">
                  <a16:creationId xmlns:a16="http://schemas.microsoft.com/office/drawing/2014/main" id="{F9143FA0-F16D-07EF-89E4-05B807E0363E}"/>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7" name="Google Shape;736;p13">
              <a:extLst>
                <a:ext uri="{FF2B5EF4-FFF2-40B4-BE49-F238E27FC236}">
                  <a16:creationId xmlns:a16="http://schemas.microsoft.com/office/drawing/2014/main" id="{139F9344-94A5-260F-C147-3915B0BA1FA7}"/>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8" name="Google Shape;737;p13">
              <a:extLst>
                <a:ext uri="{FF2B5EF4-FFF2-40B4-BE49-F238E27FC236}">
                  <a16:creationId xmlns:a16="http://schemas.microsoft.com/office/drawing/2014/main" id="{5A8CA9AD-3F5C-AF29-5414-6E1C54FE3C3C}"/>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09" name="Google Shape;738;p13">
              <a:extLst>
                <a:ext uri="{FF2B5EF4-FFF2-40B4-BE49-F238E27FC236}">
                  <a16:creationId xmlns:a16="http://schemas.microsoft.com/office/drawing/2014/main" id="{CA967F35-AEDE-61D0-C98E-0536A404858C}"/>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0" name="Google Shape;739;p13">
              <a:extLst>
                <a:ext uri="{FF2B5EF4-FFF2-40B4-BE49-F238E27FC236}">
                  <a16:creationId xmlns:a16="http://schemas.microsoft.com/office/drawing/2014/main" id="{54E3492E-9838-AD8D-D4F0-288CDE419C98}"/>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1" name="Google Shape;740;p13">
              <a:extLst>
                <a:ext uri="{FF2B5EF4-FFF2-40B4-BE49-F238E27FC236}">
                  <a16:creationId xmlns:a16="http://schemas.microsoft.com/office/drawing/2014/main" id="{2979707B-B66A-C01C-B296-93C81BD6902A}"/>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2" name="Google Shape;741;p13">
              <a:extLst>
                <a:ext uri="{FF2B5EF4-FFF2-40B4-BE49-F238E27FC236}">
                  <a16:creationId xmlns:a16="http://schemas.microsoft.com/office/drawing/2014/main" id="{8013E953-6E0C-AC63-2D0D-6F7870911F1A}"/>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3" name="Google Shape;742;p13">
              <a:extLst>
                <a:ext uri="{FF2B5EF4-FFF2-40B4-BE49-F238E27FC236}">
                  <a16:creationId xmlns:a16="http://schemas.microsoft.com/office/drawing/2014/main" id="{156A51D9-4820-C84A-3E86-AE974E1FE210}"/>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4" name="Google Shape;743;p13">
              <a:extLst>
                <a:ext uri="{FF2B5EF4-FFF2-40B4-BE49-F238E27FC236}">
                  <a16:creationId xmlns:a16="http://schemas.microsoft.com/office/drawing/2014/main" id="{E76B6490-2C4A-8941-9A1F-F5AFCF224D17}"/>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5" name="Google Shape;744;p13">
              <a:extLst>
                <a:ext uri="{FF2B5EF4-FFF2-40B4-BE49-F238E27FC236}">
                  <a16:creationId xmlns:a16="http://schemas.microsoft.com/office/drawing/2014/main" id="{5C81B42B-A4F9-DFBA-FA31-C26FD8C5404B}"/>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6" name="Google Shape;745;p13">
              <a:extLst>
                <a:ext uri="{FF2B5EF4-FFF2-40B4-BE49-F238E27FC236}">
                  <a16:creationId xmlns:a16="http://schemas.microsoft.com/office/drawing/2014/main" id="{DD1EDB95-157F-09A1-76F0-1FB3FD7D6973}"/>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7" name="Google Shape;746;p13">
              <a:extLst>
                <a:ext uri="{FF2B5EF4-FFF2-40B4-BE49-F238E27FC236}">
                  <a16:creationId xmlns:a16="http://schemas.microsoft.com/office/drawing/2014/main" id="{FD0FB1C2-07B3-6FDC-2566-B9D5D90AC873}"/>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8" name="Google Shape;747;p13">
              <a:extLst>
                <a:ext uri="{FF2B5EF4-FFF2-40B4-BE49-F238E27FC236}">
                  <a16:creationId xmlns:a16="http://schemas.microsoft.com/office/drawing/2014/main" id="{6FDCE17C-3C40-D28C-1B03-296CA62C588F}"/>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19" name="Google Shape;748;p13">
              <a:extLst>
                <a:ext uri="{FF2B5EF4-FFF2-40B4-BE49-F238E27FC236}">
                  <a16:creationId xmlns:a16="http://schemas.microsoft.com/office/drawing/2014/main" id="{7A6060A6-4664-D479-B419-BC58D18EC300}"/>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0" name="Google Shape;749;p13">
              <a:extLst>
                <a:ext uri="{FF2B5EF4-FFF2-40B4-BE49-F238E27FC236}">
                  <a16:creationId xmlns:a16="http://schemas.microsoft.com/office/drawing/2014/main" id="{5342DDA6-2A49-E444-1D31-EB63444270A9}"/>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1" name="Google Shape;750;p13">
              <a:extLst>
                <a:ext uri="{FF2B5EF4-FFF2-40B4-BE49-F238E27FC236}">
                  <a16:creationId xmlns:a16="http://schemas.microsoft.com/office/drawing/2014/main" id="{83F459E2-E891-15FF-9181-E94FC96E1C54}"/>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2" name="Google Shape;751;p13">
              <a:extLst>
                <a:ext uri="{FF2B5EF4-FFF2-40B4-BE49-F238E27FC236}">
                  <a16:creationId xmlns:a16="http://schemas.microsoft.com/office/drawing/2014/main" id="{BB8D687B-4E30-8294-B58F-837EB09D8D97}"/>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3" name="Google Shape;752;p13">
              <a:extLst>
                <a:ext uri="{FF2B5EF4-FFF2-40B4-BE49-F238E27FC236}">
                  <a16:creationId xmlns:a16="http://schemas.microsoft.com/office/drawing/2014/main" id="{032DCFAD-4A82-02EA-D99D-7212F95A115A}"/>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4" name="Google Shape;753;p13">
              <a:extLst>
                <a:ext uri="{FF2B5EF4-FFF2-40B4-BE49-F238E27FC236}">
                  <a16:creationId xmlns:a16="http://schemas.microsoft.com/office/drawing/2014/main" id="{D2A3ED5C-6563-898A-B119-946C8F768D2A}"/>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5" name="Google Shape;754;p13">
              <a:extLst>
                <a:ext uri="{FF2B5EF4-FFF2-40B4-BE49-F238E27FC236}">
                  <a16:creationId xmlns:a16="http://schemas.microsoft.com/office/drawing/2014/main" id="{7B361827-5240-B693-354A-9918D5CFE740}"/>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6" name="Google Shape;755;p13">
              <a:extLst>
                <a:ext uri="{FF2B5EF4-FFF2-40B4-BE49-F238E27FC236}">
                  <a16:creationId xmlns:a16="http://schemas.microsoft.com/office/drawing/2014/main" id="{17C2A57E-11CF-78E4-2DAD-11589FB10A43}"/>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7" name="Google Shape;756;p13">
              <a:extLst>
                <a:ext uri="{FF2B5EF4-FFF2-40B4-BE49-F238E27FC236}">
                  <a16:creationId xmlns:a16="http://schemas.microsoft.com/office/drawing/2014/main" id="{606917D7-3995-1CFB-F382-D7C0076AB8D3}"/>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8" name="Google Shape;757;p13">
              <a:extLst>
                <a:ext uri="{FF2B5EF4-FFF2-40B4-BE49-F238E27FC236}">
                  <a16:creationId xmlns:a16="http://schemas.microsoft.com/office/drawing/2014/main" id="{F4B2998B-8DC9-A0F4-8070-7A8CA6558985}"/>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rgbClr val="00E9FF"/>
              </a:solidFill>
              <a:prstDash val="solid"/>
              <a:round/>
              <a:headEnd type="none" w="sm" len="sm"/>
              <a:tailEnd type="none" w="sm" len="sm"/>
            </a:ln>
            <a:effectLst>
              <a:outerShdw blurRad="128588" algn="bl" rotWithShape="0">
                <a:srgbClr val="00E9FF"/>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29" name="Google Shape;758;p13">
              <a:extLst>
                <a:ext uri="{FF2B5EF4-FFF2-40B4-BE49-F238E27FC236}">
                  <a16:creationId xmlns:a16="http://schemas.microsoft.com/office/drawing/2014/main" id="{3BCF9F94-32FF-8428-F7CF-9421D11C2C32}"/>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0" name="Google Shape;759;p13">
              <a:extLst>
                <a:ext uri="{FF2B5EF4-FFF2-40B4-BE49-F238E27FC236}">
                  <a16:creationId xmlns:a16="http://schemas.microsoft.com/office/drawing/2014/main" id="{25D4EF9B-5C12-8D36-251F-56989C15C59E}"/>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1" name="Google Shape;760;p13">
              <a:extLst>
                <a:ext uri="{FF2B5EF4-FFF2-40B4-BE49-F238E27FC236}">
                  <a16:creationId xmlns:a16="http://schemas.microsoft.com/office/drawing/2014/main" id="{570CDCEC-F13F-63D6-4069-6EFA470E0180}"/>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2" name="Google Shape;761;p13">
              <a:extLst>
                <a:ext uri="{FF2B5EF4-FFF2-40B4-BE49-F238E27FC236}">
                  <a16:creationId xmlns:a16="http://schemas.microsoft.com/office/drawing/2014/main" id="{4D63E9D0-46D3-B163-8773-CFBC42929C26}"/>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3" name="Google Shape;762;p13">
              <a:extLst>
                <a:ext uri="{FF2B5EF4-FFF2-40B4-BE49-F238E27FC236}">
                  <a16:creationId xmlns:a16="http://schemas.microsoft.com/office/drawing/2014/main" id="{D72D3891-FAF6-696A-B24B-7243E2C96509}"/>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4" name="Google Shape;763;p13">
              <a:extLst>
                <a:ext uri="{FF2B5EF4-FFF2-40B4-BE49-F238E27FC236}">
                  <a16:creationId xmlns:a16="http://schemas.microsoft.com/office/drawing/2014/main" id="{1CE9D6AC-DE6C-C934-C58D-79DD01C80252}"/>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5" name="Google Shape;764;p13">
              <a:extLst>
                <a:ext uri="{FF2B5EF4-FFF2-40B4-BE49-F238E27FC236}">
                  <a16:creationId xmlns:a16="http://schemas.microsoft.com/office/drawing/2014/main" id="{31FD8584-CF9B-A0C3-0AFE-E57C8D2D8D4D}"/>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6" name="Google Shape;765;p13">
              <a:extLst>
                <a:ext uri="{FF2B5EF4-FFF2-40B4-BE49-F238E27FC236}">
                  <a16:creationId xmlns:a16="http://schemas.microsoft.com/office/drawing/2014/main" id="{2022AF1B-1D11-726B-17C5-8967F374E9B1}"/>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7" name="Google Shape;766;p13">
              <a:extLst>
                <a:ext uri="{FF2B5EF4-FFF2-40B4-BE49-F238E27FC236}">
                  <a16:creationId xmlns:a16="http://schemas.microsoft.com/office/drawing/2014/main" id="{52ECE7F1-3DE5-5AE9-FCC5-EDEE5072A850}"/>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8" name="Google Shape;767;p13">
              <a:extLst>
                <a:ext uri="{FF2B5EF4-FFF2-40B4-BE49-F238E27FC236}">
                  <a16:creationId xmlns:a16="http://schemas.microsoft.com/office/drawing/2014/main" id="{2055FE4F-FB18-A581-FFC5-587EC977F4F4}"/>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39" name="Google Shape;768;p13">
              <a:extLst>
                <a:ext uri="{FF2B5EF4-FFF2-40B4-BE49-F238E27FC236}">
                  <a16:creationId xmlns:a16="http://schemas.microsoft.com/office/drawing/2014/main" id="{1B5BFF95-BEF4-1008-EA82-6ED4F7C89BF8}"/>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0" name="Google Shape;769;p13">
              <a:extLst>
                <a:ext uri="{FF2B5EF4-FFF2-40B4-BE49-F238E27FC236}">
                  <a16:creationId xmlns:a16="http://schemas.microsoft.com/office/drawing/2014/main" id="{FF843C00-B6C7-1F56-92F1-A333519BF146}"/>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1" name="Google Shape;770;p13">
              <a:extLst>
                <a:ext uri="{FF2B5EF4-FFF2-40B4-BE49-F238E27FC236}">
                  <a16:creationId xmlns:a16="http://schemas.microsoft.com/office/drawing/2014/main" id="{70E80783-1789-D81B-92AA-AFD1CCBF806C}"/>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2" name="Google Shape;771;p13">
              <a:extLst>
                <a:ext uri="{FF2B5EF4-FFF2-40B4-BE49-F238E27FC236}">
                  <a16:creationId xmlns:a16="http://schemas.microsoft.com/office/drawing/2014/main" id="{508E360F-F2D5-D56C-6B60-3641F04DCC6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3" name="Google Shape;772;p13">
              <a:extLst>
                <a:ext uri="{FF2B5EF4-FFF2-40B4-BE49-F238E27FC236}">
                  <a16:creationId xmlns:a16="http://schemas.microsoft.com/office/drawing/2014/main" id="{4EE2492D-79E5-09DB-F1DB-D0D2BA393175}"/>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sp>
          <p:nvSpPr>
            <p:cNvPr id="3544" name="Google Shape;773;p13">
              <a:extLst>
                <a:ext uri="{FF2B5EF4-FFF2-40B4-BE49-F238E27FC236}">
                  <a16:creationId xmlns:a16="http://schemas.microsoft.com/office/drawing/2014/main" id="{E25FF429-2903-48B0-2467-3D4CCA044E03}"/>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rgbClr val="00E9FF"/>
            </a:solidFill>
            <a:ln>
              <a:noFill/>
            </a:ln>
            <a:effectLst>
              <a:outerShdw blurRad="457200" dist="19050" algn="bl" rotWithShape="0">
                <a:srgbClr val="00E9FF">
                  <a:alpha val="70000"/>
                </a:srgbClr>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a:sym typeface="Arial"/>
              </a:endParaRPr>
            </a:p>
          </p:txBody>
        </p:sp>
      </p:grpSp>
      <p:grpSp>
        <p:nvGrpSpPr>
          <p:cNvPr id="3424" name="Group 3423">
            <a:extLst>
              <a:ext uri="{FF2B5EF4-FFF2-40B4-BE49-F238E27FC236}">
                <a16:creationId xmlns:a16="http://schemas.microsoft.com/office/drawing/2014/main" id="{93771979-FC46-2AE8-F002-111CE50B3EE6}"/>
              </a:ext>
            </a:extLst>
          </p:cNvPr>
          <p:cNvGrpSpPr/>
          <p:nvPr/>
        </p:nvGrpSpPr>
        <p:grpSpPr>
          <a:xfrm>
            <a:off x="6688331" y="991898"/>
            <a:ext cx="4425876" cy="5143500"/>
            <a:chOff x="6688331" y="991898"/>
            <a:chExt cx="4425876" cy="5143500"/>
          </a:xfrm>
        </p:grpSpPr>
        <p:grpSp>
          <p:nvGrpSpPr>
            <p:cNvPr id="3422" name="Group 3421">
              <a:extLst>
                <a:ext uri="{FF2B5EF4-FFF2-40B4-BE49-F238E27FC236}">
                  <a16:creationId xmlns:a16="http://schemas.microsoft.com/office/drawing/2014/main" id="{6A799576-100D-C843-B331-34F6C3A5FC0E}"/>
                </a:ext>
              </a:extLst>
            </p:cNvPr>
            <p:cNvGrpSpPr/>
            <p:nvPr/>
          </p:nvGrpSpPr>
          <p:grpSpPr>
            <a:xfrm>
              <a:off x="6688331" y="991898"/>
              <a:ext cx="4425876" cy="5143500"/>
              <a:chOff x="6688331" y="991898"/>
              <a:chExt cx="4425876" cy="5143500"/>
            </a:xfrm>
          </p:grpSpPr>
          <p:pic>
            <p:nvPicPr>
              <p:cNvPr id="3416" name="Google Shape;3287;p65">
                <a:extLst>
                  <a:ext uri="{FF2B5EF4-FFF2-40B4-BE49-F238E27FC236}">
                    <a16:creationId xmlns:a16="http://schemas.microsoft.com/office/drawing/2014/main" id="{64295EF7-7DF2-13E9-F800-DE34731C020C}"/>
                  </a:ext>
                </a:extLst>
              </p:cNvPr>
              <p:cNvPicPr preferRelativeResize="0"/>
              <p:nvPr/>
            </p:nvPicPr>
            <p:blipFill>
              <a:blip r:embed="rId3">
                <a:extLst>
                  <a:ext uri="{28A0092B-C50C-407E-A947-70E740481C1C}">
                    <a14:useLocalDpi xmlns:a14="http://schemas.microsoft.com/office/drawing/2010/main" val="0"/>
                  </a:ext>
                </a:extLst>
              </a:blip>
              <a:srcRect l="5665" r="5665"/>
              <a:stretch/>
            </p:blipFill>
            <p:spPr>
              <a:xfrm>
                <a:off x="6833025" y="1837398"/>
                <a:ext cx="3949977" cy="3549349"/>
              </a:xfrm>
              <a:prstGeom prst="rect">
                <a:avLst/>
              </a:prstGeom>
              <a:noFill/>
              <a:ln>
                <a:noFill/>
              </a:ln>
            </p:spPr>
          </p:pic>
          <p:pic>
            <p:nvPicPr>
              <p:cNvPr id="3417" name="Google Shape;3288;p65">
                <a:extLst>
                  <a:ext uri="{FF2B5EF4-FFF2-40B4-BE49-F238E27FC236}">
                    <a16:creationId xmlns:a16="http://schemas.microsoft.com/office/drawing/2014/main" id="{8FE4E1C9-ED98-8475-6F24-96A0C69025ED}"/>
                  </a:ext>
                </a:extLst>
              </p:cNvPr>
              <p:cNvPicPr preferRelativeResize="0"/>
              <p:nvPr/>
            </p:nvPicPr>
            <p:blipFill rotWithShape="1">
              <a:blip r:embed="rId4">
                <a:alphaModFix/>
              </a:blip>
              <a:srcRect l="51345"/>
              <a:stretch/>
            </p:blipFill>
            <p:spPr>
              <a:xfrm>
                <a:off x="6688331" y="991898"/>
                <a:ext cx="4425876" cy="5143500"/>
              </a:xfrm>
              <a:prstGeom prst="rect">
                <a:avLst/>
              </a:prstGeom>
              <a:noFill/>
              <a:ln>
                <a:noFill/>
              </a:ln>
            </p:spPr>
          </p:pic>
        </p:grpSp>
        <p:grpSp>
          <p:nvGrpSpPr>
            <p:cNvPr id="3418" name="Google Shape;3289;p65">
              <a:extLst>
                <a:ext uri="{FF2B5EF4-FFF2-40B4-BE49-F238E27FC236}">
                  <a16:creationId xmlns:a16="http://schemas.microsoft.com/office/drawing/2014/main" id="{9ECD6D1A-8E44-57A6-76F6-FAA386CA5652}"/>
                </a:ext>
              </a:extLst>
            </p:cNvPr>
            <p:cNvGrpSpPr/>
            <p:nvPr/>
          </p:nvGrpSpPr>
          <p:grpSpPr>
            <a:xfrm>
              <a:off x="7004538" y="1859635"/>
              <a:ext cx="3408025" cy="3408025"/>
              <a:chOff x="851175" y="1582401"/>
              <a:chExt cx="964872" cy="964872"/>
            </a:xfrm>
          </p:grpSpPr>
          <p:sp>
            <p:nvSpPr>
              <p:cNvPr id="3419" name="Google Shape;3290;p65">
                <a:extLst>
                  <a:ext uri="{FF2B5EF4-FFF2-40B4-BE49-F238E27FC236}">
                    <a16:creationId xmlns:a16="http://schemas.microsoft.com/office/drawing/2014/main" id="{19D5E5A4-7CFC-D7B5-2AE4-4A39E331B29A}"/>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291;p65">
                <a:extLst>
                  <a:ext uri="{FF2B5EF4-FFF2-40B4-BE49-F238E27FC236}">
                    <a16:creationId xmlns:a16="http://schemas.microsoft.com/office/drawing/2014/main" id="{B84659C8-B0DF-F177-FD03-B651E5C908EC}"/>
                  </a:ext>
                </a:extLst>
              </p:cNvPr>
              <p:cNvSpPr/>
              <p:nvPr/>
            </p:nvSpPr>
            <p:spPr>
              <a:xfrm>
                <a:off x="851175" y="1582401"/>
                <a:ext cx="964872" cy="964872"/>
              </a:xfrm>
              <a:custGeom>
                <a:avLst/>
                <a:gdLst/>
                <a:ahLst/>
                <a:cxnLst/>
                <a:rect l="l" t="t" r="r" b="b"/>
                <a:pathLst>
                  <a:path w="18493" h="18493" extrusionOk="0">
                    <a:moveTo>
                      <a:pt x="3381" y="1"/>
                    </a:moveTo>
                    <a:lnTo>
                      <a:pt x="0" y="3382"/>
                    </a:lnTo>
                    <a:lnTo>
                      <a:pt x="0" y="15845"/>
                    </a:lnTo>
                    <a:lnTo>
                      <a:pt x="469" y="15845"/>
                    </a:lnTo>
                    <a:lnTo>
                      <a:pt x="469" y="17291"/>
                    </a:lnTo>
                    <a:lnTo>
                      <a:pt x="0" y="17291"/>
                    </a:lnTo>
                    <a:lnTo>
                      <a:pt x="0" y="18493"/>
                    </a:lnTo>
                    <a:lnTo>
                      <a:pt x="15967" y="18493"/>
                    </a:lnTo>
                    <a:lnTo>
                      <a:pt x="18492" y="15988"/>
                    </a:lnTo>
                    <a:lnTo>
                      <a:pt x="18492" y="12383"/>
                    </a:lnTo>
                    <a:lnTo>
                      <a:pt x="17942" y="12383"/>
                    </a:lnTo>
                    <a:lnTo>
                      <a:pt x="17942" y="10937"/>
                    </a:lnTo>
                    <a:lnTo>
                      <a:pt x="18492" y="10937"/>
                    </a:lnTo>
                    <a:lnTo>
                      <a:pt x="18492" y="9980"/>
                    </a:lnTo>
                    <a:lnTo>
                      <a:pt x="17942" y="9980"/>
                    </a:lnTo>
                    <a:lnTo>
                      <a:pt x="17942" y="8534"/>
                    </a:lnTo>
                    <a:lnTo>
                      <a:pt x="18492" y="8534"/>
                    </a:lnTo>
                    <a:lnTo>
                      <a:pt x="18492" y="7495"/>
                    </a:lnTo>
                    <a:lnTo>
                      <a:pt x="17392" y="7495"/>
                    </a:lnTo>
                    <a:lnTo>
                      <a:pt x="17392" y="3667"/>
                    </a:lnTo>
                    <a:lnTo>
                      <a:pt x="18492" y="3667"/>
                    </a:lnTo>
                    <a:lnTo>
                      <a:pt x="18492" y="1"/>
                    </a:lnTo>
                    <a:lnTo>
                      <a:pt x="10570" y="1"/>
                    </a:lnTo>
                    <a:lnTo>
                      <a:pt x="10570" y="917"/>
                    </a:lnTo>
                    <a:lnTo>
                      <a:pt x="8146" y="917"/>
                    </a:lnTo>
                    <a:lnTo>
                      <a:pt x="8146" y="1"/>
                    </a:lnTo>
                    <a:close/>
                  </a:path>
                </a:pathLst>
              </a:custGeom>
              <a:noFill/>
              <a:ln w="28575" cap="flat"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 name="Google Shape;1587;p25">
            <a:extLst>
              <a:ext uri="{FF2B5EF4-FFF2-40B4-BE49-F238E27FC236}">
                <a16:creationId xmlns:a16="http://schemas.microsoft.com/office/drawing/2014/main" id="{6421CE22-9E28-087C-2DED-6187EE539EE8}"/>
              </a:ext>
            </a:extLst>
          </p:cNvPr>
          <p:cNvGrpSpPr/>
          <p:nvPr/>
        </p:nvGrpSpPr>
        <p:grpSpPr>
          <a:xfrm flipH="1">
            <a:off x="11298952" y="-6578487"/>
            <a:ext cx="4962601" cy="16181231"/>
            <a:chOff x="-3170262" y="3452177"/>
            <a:chExt cx="3721951" cy="12135923"/>
          </a:xfrm>
        </p:grpSpPr>
        <p:sp>
          <p:nvSpPr>
            <p:cNvPr id="12" name="Google Shape;1588;p25">
              <a:extLst>
                <a:ext uri="{FF2B5EF4-FFF2-40B4-BE49-F238E27FC236}">
                  <a16:creationId xmlns:a16="http://schemas.microsoft.com/office/drawing/2014/main" id="{B8B363EB-7DF3-FCC7-42B7-62252646BD25}"/>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589;p25">
              <a:extLst>
                <a:ext uri="{FF2B5EF4-FFF2-40B4-BE49-F238E27FC236}">
                  <a16:creationId xmlns:a16="http://schemas.microsoft.com/office/drawing/2014/main" id="{0C016A9F-3727-C6D2-074B-F7155A9999E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590;p25">
              <a:extLst>
                <a:ext uri="{FF2B5EF4-FFF2-40B4-BE49-F238E27FC236}">
                  <a16:creationId xmlns:a16="http://schemas.microsoft.com/office/drawing/2014/main" id="{6762CE42-0172-971B-5523-119050C13992}"/>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91;p25">
              <a:extLst>
                <a:ext uri="{FF2B5EF4-FFF2-40B4-BE49-F238E27FC236}">
                  <a16:creationId xmlns:a16="http://schemas.microsoft.com/office/drawing/2014/main" id="{F850393F-29D7-7B3C-0758-128F26B63ECB}"/>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592;p25">
              <a:extLst>
                <a:ext uri="{FF2B5EF4-FFF2-40B4-BE49-F238E27FC236}">
                  <a16:creationId xmlns:a16="http://schemas.microsoft.com/office/drawing/2014/main" id="{2CE4F4EC-90FE-5A39-DC2F-FDFC25C17284}"/>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593;p25">
              <a:extLst>
                <a:ext uri="{FF2B5EF4-FFF2-40B4-BE49-F238E27FC236}">
                  <a16:creationId xmlns:a16="http://schemas.microsoft.com/office/drawing/2014/main" id="{1D484187-5ACB-E5E7-C7E3-72F6364574F7}"/>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594;p25">
              <a:extLst>
                <a:ext uri="{FF2B5EF4-FFF2-40B4-BE49-F238E27FC236}">
                  <a16:creationId xmlns:a16="http://schemas.microsoft.com/office/drawing/2014/main" id="{A1A6019D-D3C9-859D-5AE1-26898F026E89}"/>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595;p25">
              <a:extLst>
                <a:ext uri="{FF2B5EF4-FFF2-40B4-BE49-F238E27FC236}">
                  <a16:creationId xmlns:a16="http://schemas.microsoft.com/office/drawing/2014/main" id="{B01A2C22-B1D2-D5AA-D1DD-9BBE43640E42}"/>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1596;p25">
              <a:extLst>
                <a:ext uri="{FF2B5EF4-FFF2-40B4-BE49-F238E27FC236}">
                  <a16:creationId xmlns:a16="http://schemas.microsoft.com/office/drawing/2014/main" id="{6D383E36-7A47-ABC1-F654-6DB91ECED32B}"/>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1597;p25">
              <a:extLst>
                <a:ext uri="{FF2B5EF4-FFF2-40B4-BE49-F238E27FC236}">
                  <a16:creationId xmlns:a16="http://schemas.microsoft.com/office/drawing/2014/main" id="{93494EE2-8EF8-B65A-DD71-ECAF0E479B3B}"/>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1598;p25">
              <a:extLst>
                <a:ext uri="{FF2B5EF4-FFF2-40B4-BE49-F238E27FC236}">
                  <a16:creationId xmlns:a16="http://schemas.microsoft.com/office/drawing/2014/main" id="{902D42F3-C415-2B62-CAE5-39F10F85ADA1}"/>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1599;p25">
              <a:extLst>
                <a:ext uri="{FF2B5EF4-FFF2-40B4-BE49-F238E27FC236}">
                  <a16:creationId xmlns:a16="http://schemas.microsoft.com/office/drawing/2014/main" id="{1AB36DC7-DE14-38E2-088E-3E99B2BAFFFE}"/>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1600;p25">
              <a:extLst>
                <a:ext uri="{FF2B5EF4-FFF2-40B4-BE49-F238E27FC236}">
                  <a16:creationId xmlns:a16="http://schemas.microsoft.com/office/drawing/2014/main" id="{D32C292A-4DF1-E20D-EBD7-CBBD26E2DA5B}"/>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1601;p25">
              <a:extLst>
                <a:ext uri="{FF2B5EF4-FFF2-40B4-BE49-F238E27FC236}">
                  <a16:creationId xmlns:a16="http://schemas.microsoft.com/office/drawing/2014/main" id="{20DE4253-2F03-9A4C-C70E-0BC49E8F740D}"/>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1602;p25">
              <a:extLst>
                <a:ext uri="{FF2B5EF4-FFF2-40B4-BE49-F238E27FC236}">
                  <a16:creationId xmlns:a16="http://schemas.microsoft.com/office/drawing/2014/main" id="{30F20D83-F40E-07AD-5F56-19D88DF88FB1}"/>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1603;p25">
              <a:extLst>
                <a:ext uri="{FF2B5EF4-FFF2-40B4-BE49-F238E27FC236}">
                  <a16:creationId xmlns:a16="http://schemas.microsoft.com/office/drawing/2014/main" id="{D94942BE-9D7B-C604-6307-6767F271477B}"/>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1604;p25">
              <a:extLst>
                <a:ext uri="{FF2B5EF4-FFF2-40B4-BE49-F238E27FC236}">
                  <a16:creationId xmlns:a16="http://schemas.microsoft.com/office/drawing/2014/main" id="{066470B4-105D-D313-9134-BEA5C73F9582}"/>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1605;p25">
              <a:extLst>
                <a:ext uri="{FF2B5EF4-FFF2-40B4-BE49-F238E27FC236}">
                  <a16:creationId xmlns:a16="http://schemas.microsoft.com/office/drawing/2014/main" id="{65C02DDF-18B6-D129-24C6-9AA197CA0239}"/>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1606;p25">
              <a:extLst>
                <a:ext uri="{FF2B5EF4-FFF2-40B4-BE49-F238E27FC236}">
                  <a16:creationId xmlns:a16="http://schemas.microsoft.com/office/drawing/2014/main" id="{72060E1F-1CC1-087A-3122-1E4020CE933E}"/>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1607;p25">
              <a:extLst>
                <a:ext uri="{FF2B5EF4-FFF2-40B4-BE49-F238E27FC236}">
                  <a16:creationId xmlns:a16="http://schemas.microsoft.com/office/drawing/2014/main" id="{F43CA775-F596-1178-467F-53F7BE1EE176}"/>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1608;p25">
              <a:extLst>
                <a:ext uri="{FF2B5EF4-FFF2-40B4-BE49-F238E27FC236}">
                  <a16:creationId xmlns:a16="http://schemas.microsoft.com/office/drawing/2014/main" id="{3CFA12D5-72F1-DC59-0614-8E61AE60EFB6}"/>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1609;p25">
              <a:extLst>
                <a:ext uri="{FF2B5EF4-FFF2-40B4-BE49-F238E27FC236}">
                  <a16:creationId xmlns:a16="http://schemas.microsoft.com/office/drawing/2014/main" id="{BFA3B309-66C0-9032-1152-A875EA91A665}"/>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1610;p25">
              <a:extLst>
                <a:ext uri="{FF2B5EF4-FFF2-40B4-BE49-F238E27FC236}">
                  <a16:creationId xmlns:a16="http://schemas.microsoft.com/office/drawing/2014/main" id="{29587B96-26BE-639D-ACAD-6E5360F54295}"/>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1611;p25">
              <a:extLst>
                <a:ext uri="{FF2B5EF4-FFF2-40B4-BE49-F238E27FC236}">
                  <a16:creationId xmlns:a16="http://schemas.microsoft.com/office/drawing/2014/main" id="{5B0DDF05-233F-4BA1-CA72-495F4ABB40F2}"/>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1612;p25">
              <a:extLst>
                <a:ext uri="{FF2B5EF4-FFF2-40B4-BE49-F238E27FC236}">
                  <a16:creationId xmlns:a16="http://schemas.microsoft.com/office/drawing/2014/main" id="{504AA950-0D8C-DB32-A30B-2CBAD6B36770}"/>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1613;p25">
              <a:extLst>
                <a:ext uri="{FF2B5EF4-FFF2-40B4-BE49-F238E27FC236}">
                  <a16:creationId xmlns:a16="http://schemas.microsoft.com/office/drawing/2014/main" id="{115FF95F-7E28-35EC-4751-8DAFCEC5FE94}"/>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1614;p25">
              <a:extLst>
                <a:ext uri="{FF2B5EF4-FFF2-40B4-BE49-F238E27FC236}">
                  <a16:creationId xmlns:a16="http://schemas.microsoft.com/office/drawing/2014/main" id="{B5F3E8CB-9D31-8858-C26F-D822EFB0C3D5}"/>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1615;p25">
              <a:extLst>
                <a:ext uri="{FF2B5EF4-FFF2-40B4-BE49-F238E27FC236}">
                  <a16:creationId xmlns:a16="http://schemas.microsoft.com/office/drawing/2014/main" id="{DF6A225D-B68B-ABA0-3D8E-C90219BD1D35}"/>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1616;p25">
              <a:extLst>
                <a:ext uri="{FF2B5EF4-FFF2-40B4-BE49-F238E27FC236}">
                  <a16:creationId xmlns:a16="http://schemas.microsoft.com/office/drawing/2014/main" id="{41BDACE2-D00B-A680-7B8A-DF5414B58B5D}"/>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1617;p25">
              <a:extLst>
                <a:ext uri="{FF2B5EF4-FFF2-40B4-BE49-F238E27FC236}">
                  <a16:creationId xmlns:a16="http://schemas.microsoft.com/office/drawing/2014/main" id="{7046CA72-D7F9-A53C-1F8D-31798CC0E9EA}"/>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1618;p25">
              <a:extLst>
                <a:ext uri="{FF2B5EF4-FFF2-40B4-BE49-F238E27FC236}">
                  <a16:creationId xmlns:a16="http://schemas.microsoft.com/office/drawing/2014/main" id="{7230CD91-40D2-DF8A-6615-128FD8BDE8CA}"/>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1619;p25">
              <a:extLst>
                <a:ext uri="{FF2B5EF4-FFF2-40B4-BE49-F238E27FC236}">
                  <a16:creationId xmlns:a16="http://schemas.microsoft.com/office/drawing/2014/main" id="{FCB0E7FC-D494-AB21-C00A-7F42DDAB0005}"/>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1620;p25">
              <a:extLst>
                <a:ext uri="{FF2B5EF4-FFF2-40B4-BE49-F238E27FC236}">
                  <a16:creationId xmlns:a16="http://schemas.microsoft.com/office/drawing/2014/main" id="{AEEBA415-E90C-F52E-7B3B-D29ABADE8F3F}"/>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1621;p25">
              <a:extLst>
                <a:ext uri="{FF2B5EF4-FFF2-40B4-BE49-F238E27FC236}">
                  <a16:creationId xmlns:a16="http://schemas.microsoft.com/office/drawing/2014/main" id="{8A1E0D23-6F62-8F4F-F677-F2A1BAC989E4}"/>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1622;p25">
              <a:extLst>
                <a:ext uri="{FF2B5EF4-FFF2-40B4-BE49-F238E27FC236}">
                  <a16:creationId xmlns:a16="http://schemas.microsoft.com/office/drawing/2014/main" id="{F54A694C-008D-E9A0-4BD6-C34D89AD22F4}"/>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1623;p25">
              <a:extLst>
                <a:ext uri="{FF2B5EF4-FFF2-40B4-BE49-F238E27FC236}">
                  <a16:creationId xmlns:a16="http://schemas.microsoft.com/office/drawing/2014/main" id="{CA36936E-FAB0-7C4A-D478-C797E270CA4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1624;p25">
              <a:extLst>
                <a:ext uri="{FF2B5EF4-FFF2-40B4-BE49-F238E27FC236}">
                  <a16:creationId xmlns:a16="http://schemas.microsoft.com/office/drawing/2014/main" id="{057DF58F-26FE-5B6C-B8A9-B957013AA8D9}"/>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1625;p25">
              <a:extLst>
                <a:ext uri="{FF2B5EF4-FFF2-40B4-BE49-F238E27FC236}">
                  <a16:creationId xmlns:a16="http://schemas.microsoft.com/office/drawing/2014/main" id="{D737E9CD-7091-D425-98F3-FD559F25EAC5}"/>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1626;p25">
              <a:extLst>
                <a:ext uri="{FF2B5EF4-FFF2-40B4-BE49-F238E27FC236}">
                  <a16:creationId xmlns:a16="http://schemas.microsoft.com/office/drawing/2014/main" id="{BD3B2A61-4D00-815E-5BD4-00BB05F5FFF2}"/>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1627;p25">
              <a:extLst>
                <a:ext uri="{FF2B5EF4-FFF2-40B4-BE49-F238E27FC236}">
                  <a16:creationId xmlns:a16="http://schemas.microsoft.com/office/drawing/2014/main" id="{6D1BC9E4-E82A-5C6D-1DBB-21E9884CA5B2}"/>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1628;p25">
              <a:extLst>
                <a:ext uri="{FF2B5EF4-FFF2-40B4-BE49-F238E27FC236}">
                  <a16:creationId xmlns:a16="http://schemas.microsoft.com/office/drawing/2014/main" id="{87AFAEF1-CB79-6E56-A69E-E4DB8BD1547F}"/>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1629;p25">
              <a:extLst>
                <a:ext uri="{FF2B5EF4-FFF2-40B4-BE49-F238E27FC236}">
                  <a16:creationId xmlns:a16="http://schemas.microsoft.com/office/drawing/2014/main" id="{48616344-7627-E786-3D4C-DA05B340070C}"/>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1630;p25">
              <a:extLst>
                <a:ext uri="{FF2B5EF4-FFF2-40B4-BE49-F238E27FC236}">
                  <a16:creationId xmlns:a16="http://schemas.microsoft.com/office/drawing/2014/main" id="{2FB481FA-230E-CE81-82A8-5CF81CC50274}"/>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1631;p25">
              <a:extLst>
                <a:ext uri="{FF2B5EF4-FFF2-40B4-BE49-F238E27FC236}">
                  <a16:creationId xmlns:a16="http://schemas.microsoft.com/office/drawing/2014/main" id="{CEAF01C6-3976-A1C8-BF67-7CE51311939A}"/>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1632;p25">
              <a:extLst>
                <a:ext uri="{FF2B5EF4-FFF2-40B4-BE49-F238E27FC236}">
                  <a16:creationId xmlns:a16="http://schemas.microsoft.com/office/drawing/2014/main" id="{7BFAE318-6E09-EFB8-F856-0A6B3C216ACB}"/>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1633;p25">
              <a:extLst>
                <a:ext uri="{FF2B5EF4-FFF2-40B4-BE49-F238E27FC236}">
                  <a16:creationId xmlns:a16="http://schemas.microsoft.com/office/drawing/2014/main" id="{92FA6F24-1AC3-3D1D-D901-D4EB65CC52E2}"/>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1634;p25">
              <a:extLst>
                <a:ext uri="{FF2B5EF4-FFF2-40B4-BE49-F238E27FC236}">
                  <a16:creationId xmlns:a16="http://schemas.microsoft.com/office/drawing/2014/main" id="{420381D4-E89C-D78D-5C31-70DF31115FF1}"/>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1635;p25">
              <a:extLst>
                <a:ext uri="{FF2B5EF4-FFF2-40B4-BE49-F238E27FC236}">
                  <a16:creationId xmlns:a16="http://schemas.microsoft.com/office/drawing/2014/main" id="{70BD66E4-EBFD-9A43-234B-56DFC1680216}"/>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1636;p25">
              <a:extLst>
                <a:ext uri="{FF2B5EF4-FFF2-40B4-BE49-F238E27FC236}">
                  <a16:creationId xmlns:a16="http://schemas.microsoft.com/office/drawing/2014/main" id="{2F4704FB-AB5F-16AB-73B6-A8D1972053F6}"/>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1637;p25">
              <a:extLst>
                <a:ext uri="{FF2B5EF4-FFF2-40B4-BE49-F238E27FC236}">
                  <a16:creationId xmlns:a16="http://schemas.microsoft.com/office/drawing/2014/main" id="{C3B5361B-9777-CD55-8577-6350BD029F6C}"/>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1638;p25">
              <a:extLst>
                <a:ext uri="{FF2B5EF4-FFF2-40B4-BE49-F238E27FC236}">
                  <a16:creationId xmlns:a16="http://schemas.microsoft.com/office/drawing/2014/main" id="{6FE03382-CA1F-F6BB-522A-FD9A44FC2AAF}"/>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1639;p25">
              <a:extLst>
                <a:ext uri="{FF2B5EF4-FFF2-40B4-BE49-F238E27FC236}">
                  <a16:creationId xmlns:a16="http://schemas.microsoft.com/office/drawing/2014/main" id="{2ACF940F-C407-0433-D750-2686E761B8F4}"/>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2" name="Google Shape;1640;p25">
              <a:extLst>
                <a:ext uri="{FF2B5EF4-FFF2-40B4-BE49-F238E27FC236}">
                  <a16:creationId xmlns:a16="http://schemas.microsoft.com/office/drawing/2014/main" id="{A0C29FF0-F50A-B22F-A8DF-F4AA3F8EF98C}"/>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3" name="Google Shape;1641;p25">
              <a:extLst>
                <a:ext uri="{FF2B5EF4-FFF2-40B4-BE49-F238E27FC236}">
                  <a16:creationId xmlns:a16="http://schemas.microsoft.com/office/drawing/2014/main" id="{9071BD2E-64A1-3A6A-D7C7-C17C0A691BD1}"/>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4" name="Google Shape;1642;p25">
              <a:extLst>
                <a:ext uri="{FF2B5EF4-FFF2-40B4-BE49-F238E27FC236}">
                  <a16:creationId xmlns:a16="http://schemas.microsoft.com/office/drawing/2014/main" id="{998C31CD-8741-E03D-8AA8-7E13448F3D1B}"/>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5" name="Google Shape;1643;p25">
              <a:extLst>
                <a:ext uri="{FF2B5EF4-FFF2-40B4-BE49-F238E27FC236}">
                  <a16:creationId xmlns:a16="http://schemas.microsoft.com/office/drawing/2014/main" id="{67EB1D5D-EEBD-6B8E-6A6A-18CFD52593B8}"/>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425" name="Google Shape;2182;p33">
            <a:extLst>
              <a:ext uri="{FF2B5EF4-FFF2-40B4-BE49-F238E27FC236}">
                <a16:creationId xmlns:a16="http://schemas.microsoft.com/office/drawing/2014/main" id="{057D0F32-9CE6-B57A-295C-B91279B9D5AC}"/>
              </a:ext>
            </a:extLst>
          </p:cNvPr>
          <p:cNvGrpSpPr/>
          <p:nvPr/>
        </p:nvGrpSpPr>
        <p:grpSpPr>
          <a:xfrm>
            <a:off x="-4011626" y="-8828369"/>
            <a:ext cx="4962601" cy="12537460"/>
            <a:chOff x="-7394687" y="-2183642"/>
            <a:chExt cx="3721951" cy="9403095"/>
          </a:xfrm>
        </p:grpSpPr>
        <p:sp>
          <p:nvSpPr>
            <p:cNvPr id="3426" name="Google Shape;2183;p33">
              <a:extLst>
                <a:ext uri="{FF2B5EF4-FFF2-40B4-BE49-F238E27FC236}">
                  <a16:creationId xmlns:a16="http://schemas.microsoft.com/office/drawing/2014/main" id="{31B0D6E3-2E58-B1B8-4625-A64A013D304D}"/>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5" name="Google Shape;2184;p33">
              <a:extLst>
                <a:ext uri="{FF2B5EF4-FFF2-40B4-BE49-F238E27FC236}">
                  <a16:creationId xmlns:a16="http://schemas.microsoft.com/office/drawing/2014/main" id="{158414D3-D278-6FD3-EF85-91C69209170C}"/>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6" name="Google Shape;2185;p33">
              <a:extLst>
                <a:ext uri="{FF2B5EF4-FFF2-40B4-BE49-F238E27FC236}">
                  <a16:creationId xmlns:a16="http://schemas.microsoft.com/office/drawing/2014/main" id="{9F1C715E-D6A0-A4ED-C906-A8478BE12B10}"/>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7" name="Google Shape;2186;p33">
              <a:extLst>
                <a:ext uri="{FF2B5EF4-FFF2-40B4-BE49-F238E27FC236}">
                  <a16:creationId xmlns:a16="http://schemas.microsoft.com/office/drawing/2014/main" id="{9F3B506F-3965-1074-70A7-3AA57F247341}"/>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8" name="Google Shape;2187;p33">
              <a:extLst>
                <a:ext uri="{FF2B5EF4-FFF2-40B4-BE49-F238E27FC236}">
                  <a16:creationId xmlns:a16="http://schemas.microsoft.com/office/drawing/2014/main" id="{4C3F77F7-09A8-30C3-035E-6BE45875C217}"/>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9" name="Google Shape;2188;p33">
              <a:extLst>
                <a:ext uri="{FF2B5EF4-FFF2-40B4-BE49-F238E27FC236}">
                  <a16:creationId xmlns:a16="http://schemas.microsoft.com/office/drawing/2014/main" id="{9BB693E0-C65A-4ED7-E2E1-40D9FEF426AC}"/>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0" name="Google Shape;2189;p33">
              <a:extLst>
                <a:ext uri="{FF2B5EF4-FFF2-40B4-BE49-F238E27FC236}">
                  <a16:creationId xmlns:a16="http://schemas.microsoft.com/office/drawing/2014/main" id="{1771128F-8F7E-6481-10AF-9A05CD5450B5}"/>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1" name="Google Shape;2190;p33">
              <a:extLst>
                <a:ext uri="{FF2B5EF4-FFF2-40B4-BE49-F238E27FC236}">
                  <a16:creationId xmlns:a16="http://schemas.microsoft.com/office/drawing/2014/main" id="{1772C9EE-5BC4-856D-2E21-DF5C6441D48C}"/>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2" name="Google Shape;2191;p33">
              <a:extLst>
                <a:ext uri="{FF2B5EF4-FFF2-40B4-BE49-F238E27FC236}">
                  <a16:creationId xmlns:a16="http://schemas.microsoft.com/office/drawing/2014/main" id="{865E0476-757F-04D6-6E6A-A36352442F7D}"/>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3" name="Google Shape;2192;p33">
              <a:extLst>
                <a:ext uri="{FF2B5EF4-FFF2-40B4-BE49-F238E27FC236}">
                  <a16:creationId xmlns:a16="http://schemas.microsoft.com/office/drawing/2014/main" id="{7128B8CB-724F-DF6F-9283-58AFC8055953}"/>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4" name="Google Shape;2193;p33">
              <a:extLst>
                <a:ext uri="{FF2B5EF4-FFF2-40B4-BE49-F238E27FC236}">
                  <a16:creationId xmlns:a16="http://schemas.microsoft.com/office/drawing/2014/main" id="{E1458F1E-8641-9039-0FE9-A0B0521E1324}"/>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5" name="Google Shape;2194;p33">
              <a:extLst>
                <a:ext uri="{FF2B5EF4-FFF2-40B4-BE49-F238E27FC236}">
                  <a16:creationId xmlns:a16="http://schemas.microsoft.com/office/drawing/2014/main" id="{8B49937B-9FBC-FE62-292C-C4A6E8B63036}"/>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6" name="Google Shape;2195;p33">
              <a:extLst>
                <a:ext uri="{FF2B5EF4-FFF2-40B4-BE49-F238E27FC236}">
                  <a16:creationId xmlns:a16="http://schemas.microsoft.com/office/drawing/2014/main" id="{4EC069DC-8BC8-D9C8-6039-045B6D19410A}"/>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7" name="Google Shape;2196;p33">
              <a:extLst>
                <a:ext uri="{FF2B5EF4-FFF2-40B4-BE49-F238E27FC236}">
                  <a16:creationId xmlns:a16="http://schemas.microsoft.com/office/drawing/2014/main" id="{09BADF89-E823-0503-ADEC-3E3AE9CDB973}"/>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8" name="Google Shape;2197;p33">
              <a:extLst>
                <a:ext uri="{FF2B5EF4-FFF2-40B4-BE49-F238E27FC236}">
                  <a16:creationId xmlns:a16="http://schemas.microsoft.com/office/drawing/2014/main" id="{5EED5FAE-9044-89FA-8003-D28DC120F9F7}"/>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9" name="Google Shape;2198;p33">
              <a:extLst>
                <a:ext uri="{FF2B5EF4-FFF2-40B4-BE49-F238E27FC236}">
                  <a16:creationId xmlns:a16="http://schemas.microsoft.com/office/drawing/2014/main" id="{1599DC91-C3D8-D367-05B7-221CDEF2D0D7}"/>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0" name="Google Shape;2199;p33">
              <a:extLst>
                <a:ext uri="{FF2B5EF4-FFF2-40B4-BE49-F238E27FC236}">
                  <a16:creationId xmlns:a16="http://schemas.microsoft.com/office/drawing/2014/main" id="{7DD73712-70DF-18D9-BBC9-08469FAEE22F}"/>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1" name="Google Shape;2200;p33">
              <a:extLst>
                <a:ext uri="{FF2B5EF4-FFF2-40B4-BE49-F238E27FC236}">
                  <a16:creationId xmlns:a16="http://schemas.microsoft.com/office/drawing/2014/main" id="{4D54FF8C-18EF-D5A2-5D4A-EA166A4E5B12}"/>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2" name="Google Shape;2201;p33">
              <a:extLst>
                <a:ext uri="{FF2B5EF4-FFF2-40B4-BE49-F238E27FC236}">
                  <a16:creationId xmlns:a16="http://schemas.microsoft.com/office/drawing/2014/main" id="{7C241829-B411-103B-C731-DA8BE8979E1A}"/>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3" name="Google Shape;2202;p33">
              <a:extLst>
                <a:ext uri="{FF2B5EF4-FFF2-40B4-BE49-F238E27FC236}">
                  <a16:creationId xmlns:a16="http://schemas.microsoft.com/office/drawing/2014/main" id="{D9055DC6-65A1-F4A3-95C3-56D27A54525C}"/>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4" name="Google Shape;2203;p33">
              <a:extLst>
                <a:ext uri="{FF2B5EF4-FFF2-40B4-BE49-F238E27FC236}">
                  <a16:creationId xmlns:a16="http://schemas.microsoft.com/office/drawing/2014/main" id="{4D02BCAE-9096-B4E0-24D6-78DE6B20A6EA}"/>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5" name="Google Shape;2204;p33">
              <a:extLst>
                <a:ext uri="{FF2B5EF4-FFF2-40B4-BE49-F238E27FC236}">
                  <a16:creationId xmlns:a16="http://schemas.microsoft.com/office/drawing/2014/main" id="{9AB0EC86-C6AB-2A4F-4CD7-63DB0B3E594D}"/>
                </a:ext>
              </a:extLst>
            </p:cNvPr>
            <p:cNvSpPr/>
            <p:nvPr/>
          </p:nvSpPr>
          <p:spPr>
            <a:xfrm rot="10800000">
              <a:off x="-7259447" y="-2141118"/>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6" name="Google Shape;2205;p33">
              <a:extLst>
                <a:ext uri="{FF2B5EF4-FFF2-40B4-BE49-F238E27FC236}">
                  <a16:creationId xmlns:a16="http://schemas.microsoft.com/office/drawing/2014/main" id="{EA19F708-9483-5DB5-F2CB-10FD8E6B9EBF}"/>
                </a:ext>
              </a:extLst>
            </p:cNvPr>
            <p:cNvSpPr/>
            <p:nvPr/>
          </p:nvSpPr>
          <p:spPr>
            <a:xfrm rot="10800000">
              <a:off x="-3806868" y="1911127"/>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7" name="Google Shape;2206;p33">
              <a:extLst>
                <a:ext uri="{FF2B5EF4-FFF2-40B4-BE49-F238E27FC236}">
                  <a16:creationId xmlns:a16="http://schemas.microsoft.com/office/drawing/2014/main" id="{16A15AB7-6722-3BA9-0CA3-D38FD08E1D19}"/>
                </a:ext>
              </a:extLst>
            </p:cNvPr>
            <p:cNvSpPr/>
            <p:nvPr/>
          </p:nvSpPr>
          <p:spPr>
            <a:xfrm rot="10800000">
              <a:off x="-3776265" y="873815"/>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8" name="Google Shape;2207;p33">
              <a:extLst>
                <a:ext uri="{FF2B5EF4-FFF2-40B4-BE49-F238E27FC236}">
                  <a16:creationId xmlns:a16="http://schemas.microsoft.com/office/drawing/2014/main" id="{DB08AB61-BA37-9114-A40F-9DD67DD821F0}"/>
                </a:ext>
              </a:extLst>
            </p:cNvPr>
            <p:cNvSpPr/>
            <p:nvPr/>
          </p:nvSpPr>
          <p:spPr>
            <a:xfrm rot="10800000">
              <a:off x="-7285376" y="4067769"/>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9" name="Google Shape;2208;p33">
              <a:extLst>
                <a:ext uri="{FF2B5EF4-FFF2-40B4-BE49-F238E27FC236}">
                  <a16:creationId xmlns:a16="http://schemas.microsoft.com/office/drawing/2014/main" id="{513D1429-0DD8-2202-99AC-E145929FC2A9}"/>
                </a:ext>
              </a:extLst>
            </p:cNvPr>
            <p:cNvSpPr/>
            <p:nvPr/>
          </p:nvSpPr>
          <p:spPr>
            <a:xfrm rot="10800000">
              <a:off x="-7285376" y="385608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0" name="Google Shape;2209;p33">
              <a:extLst>
                <a:ext uri="{FF2B5EF4-FFF2-40B4-BE49-F238E27FC236}">
                  <a16:creationId xmlns:a16="http://schemas.microsoft.com/office/drawing/2014/main" id="{8E0E2EA2-E7BF-F540-A556-B0161370CE33}"/>
                </a:ext>
              </a:extLst>
            </p:cNvPr>
            <p:cNvSpPr/>
            <p:nvPr/>
          </p:nvSpPr>
          <p:spPr>
            <a:xfrm rot="10800000">
              <a:off x="-7285376" y="3642093"/>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1" name="Google Shape;2210;p33">
              <a:extLst>
                <a:ext uri="{FF2B5EF4-FFF2-40B4-BE49-F238E27FC236}">
                  <a16:creationId xmlns:a16="http://schemas.microsoft.com/office/drawing/2014/main" id="{50C261C5-D9B5-A403-B1E1-13FB4F4881AB}"/>
                </a:ext>
              </a:extLst>
            </p:cNvPr>
            <p:cNvSpPr/>
            <p:nvPr/>
          </p:nvSpPr>
          <p:spPr>
            <a:xfrm rot="10800000">
              <a:off x="-7285376" y="3430410"/>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2" name="Google Shape;2211;p33">
              <a:extLst>
                <a:ext uri="{FF2B5EF4-FFF2-40B4-BE49-F238E27FC236}">
                  <a16:creationId xmlns:a16="http://schemas.microsoft.com/office/drawing/2014/main" id="{FE22D17A-1FE7-B4D3-B5F4-5CA840BE2337}"/>
                </a:ext>
              </a:extLst>
            </p:cNvPr>
            <p:cNvSpPr/>
            <p:nvPr/>
          </p:nvSpPr>
          <p:spPr>
            <a:xfrm rot="10800000">
              <a:off x="-7285376" y="3218726"/>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3" name="Google Shape;2212;p33">
              <a:extLst>
                <a:ext uri="{FF2B5EF4-FFF2-40B4-BE49-F238E27FC236}">
                  <a16:creationId xmlns:a16="http://schemas.microsoft.com/office/drawing/2014/main" id="{D66DC8BD-D1DE-AEE6-CBB5-0A69CC74D271}"/>
                </a:ext>
              </a:extLst>
            </p:cNvPr>
            <p:cNvSpPr/>
            <p:nvPr/>
          </p:nvSpPr>
          <p:spPr>
            <a:xfrm rot="5400000" flipH="1">
              <a:off x="-8418481" y="-374313"/>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4" name="Google Shape;2213;p33">
              <a:extLst>
                <a:ext uri="{FF2B5EF4-FFF2-40B4-BE49-F238E27FC236}">
                  <a16:creationId xmlns:a16="http://schemas.microsoft.com/office/drawing/2014/main" id="{E2069045-E5BD-1C91-D1EF-A6A88BBB33CC}"/>
                </a:ext>
              </a:extLst>
            </p:cNvPr>
            <p:cNvSpPr/>
            <p:nvPr/>
          </p:nvSpPr>
          <p:spPr>
            <a:xfrm rot="5400000" flipH="1">
              <a:off x="-7613337" y="1451163"/>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5" name="Google Shape;2214;p33">
              <a:extLst>
                <a:ext uri="{FF2B5EF4-FFF2-40B4-BE49-F238E27FC236}">
                  <a16:creationId xmlns:a16="http://schemas.microsoft.com/office/drawing/2014/main" id="{B97488D5-D4A1-E2F1-D1F7-4642CD4A574E}"/>
                </a:ext>
              </a:extLst>
            </p:cNvPr>
            <p:cNvSpPr/>
            <p:nvPr/>
          </p:nvSpPr>
          <p:spPr>
            <a:xfrm rot="5400000" flipH="1">
              <a:off x="-6407888"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6" name="Google Shape;2215;p33">
              <a:extLst>
                <a:ext uri="{FF2B5EF4-FFF2-40B4-BE49-F238E27FC236}">
                  <a16:creationId xmlns:a16="http://schemas.microsoft.com/office/drawing/2014/main" id="{74D55CA6-5F24-2CEA-164C-8AF0882F4F5A}"/>
                </a:ext>
              </a:extLst>
            </p:cNvPr>
            <p:cNvSpPr/>
            <p:nvPr/>
          </p:nvSpPr>
          <p:spPr>
            <a:xfrm rot="5400000" flipH="1">
              <a:off x="-7118387"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7" name="Google Shape;2216;p33">
              <a:extLst>
                <a:ext uri="{FF2B5EF4-FFF2-40B4-BE49-F238E27FC236}">
                  <a16:creationId xmlns:a16="http://schemas.microsoft.com/office/drawing/2014/main" id="{E0EB94C0-F210-488E-A3B6-4C02140CC5E6}"/>
                </a:ext>
              </a:extLst>
            </p:cNvPr>
            <p:cNvSpPr/>
            <p:nvPr/>
          </p:nvSpPr>
          <p:spPr>
            <a:xfrm rot="5400000" flipH="1">
              <a:off x="-6881554"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8" name="Google Shape;2217;p33">
              <a:extLst>
                <a:ext uri="{FF2B5EF4-FFF2-40B4-BE49-F238E27FC236}">
                  <a16:creationId xmlns:a16="http://schemas.microsoft.com/office/drawing/2014/main" id="{F2549169-DC35-C0C3-70EF-3BB4D09A0E04}"/>
                </a:ext>
              </a:extLst>
            </p:cNvPr>
            <p:cNvSpPr/>
            <p:nvPr/>
          </p:nvSpPr>
          <p:spPr>
            <a:xfrm rot="5400000" flipH="1">
              <a:off x="-6644721" y="-218364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9" name="Google Shape;2218;p33">
              <a:extLst>
                <a:ext uri="{FF2B5EF4-FFF2-40B4-BE49-F238E27FC236}">
                  <a16:creationId xmlns:a16="http://schemas.microsoft.com/office/drawing/2014/main" id="{4A583422-78A1-E526-8951-51153365A4D2}"/>
                </a:ext>
              </a:extLst>
            </p:cNvPr>
            <p:cNvSpPr/>
            <p:nvPr/>
          </p:nvSpPr>
          <p:spPr>
            <a:xfrm rot="5400000" flipH="1">
              <a:off x="-4162608" y="3019385"/>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0" name="Google Shape;2219;p33">
              <a:extLst>
                <a:ext uri="{FF2B5EF4-FFF2-40B4-BE49-F238E27FC236}">
                  <a16:creationId xmlns:a16="http://schemas.microsoft.com/office/drawing/2014/main" id="{D3C61E86-BF44-4D55-B501-999BF16CA71D}"/>
                </a:ext>
              </a:extLst>
            </p:cNvPr>
            <p:cNvSpPr/>
            <p:nvPr/>
          </p:nvSpPr>
          <p:spPr>
            <a:xfrm rot="5400000" flipH="1">
              <a:off x="-7318221" y="591632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1" name="Google Shape;2220;p33">
              <a:extLst>
                <a:ext uri="{FF2B5EF4-FFF2-40B4-BE49-F238E27FC236}">
                  <a16:creationId xmlns:a16="http://schemas.microsoft.com/office/drawing/2014/main" id="{D0ADAD57-2BF0-8C66-8A81-8BEAA7E07D66}"/>
                </a:ext>
              </a:extLst>
            </p:cNvPr>
            <p:cNvSpPr/>
            <p:nvPr/>
          </p:nvSpPr>
          <p:spPr>
            <a:xfrm rot="5400000" flipH="1">
              <a:off x="-7318221" y="71019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2" name="Google Shape;2221;p33">
              <a:extLst>
                <a:ext uri="{FF2B5EF4-FFF2-40B4-BE49-F238E27FC236}">
                  <a16:creationId xmlns:a16="http://schemas.microsoft.com/office/drawing/2014/main" id="{B3DD3E30-375A-4249-CC12-DC2C22A0F703}"/>
                </a:ext>
              </a:extLst>
            </p:cNvPr>
            <p:cNvSpPr/>
            <p:nvPr/>
          </p:nvSpPr>
          <p:spPr>
            <a:xfrm rot="5400000" flipH="1">
              <a:off x="-7318221" y="686481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3" name="Google Shape;2222;p33">
              <a:extLst>
                <a:ext uri="{FF2B5EF4-FFF2-40B4-BE49-F238E27FC236}">
                  <a16:creationId xmlns:a16="http://schemas.microsoft.com/office/drawing/2014/main" id="{96BD2A24-2FAC-DAF7-7156-FFE6B0E8518A}"/>
                </a:ext>
              </a:extLst>
            </p:cNvPr>
            <p:cNvSpPr/>
            <p:nvPr/>
          </p:nvSpPr>
          <p:spPr>
            <a:xfrm rot="5400000" flipH="1">
              <a:off x="-7318221" y="662768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4" name="Google Shape;2223;p33">
              <a:extLst>
                <a:ext uri="{FF2B5EF4-FFF2-40B4-BE49-F238E27FC236}">
                  <a16:creationId xmlns:a16="http://schemas.microsoft.com/office/drawing/2014/main" id="{A5C5E93F-6977-B880-5F92-B5441C8D86AA}"/>
                </a:ext>
              </a:extLst>
            </p:cNvPr>
            <p:cNvSpPr/>
            <p:nvPr/>
          </p:nvSpPr>
          <p:spPr>
            <a:xfrm rot="5400000" flipH="1">
              <a:off x="-7318221" y="639056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5" name="Google Shape;2224;p33">
              <a:extLst>
                <a:ext uri="{FF2B5EF4-FFF2-40B4-BE49-F238E27FC236}">
                  <a16:creationId xmlns:a16="http://schemas.microsoft.com/office/drawing/2014/main" id="{04D65977-3523-0759-1285-7028B81A374A}"/>
                </a:ext>
              </a:extLst>
            </p:cNvPr>
            <p:cNvSpPr/>
            <p:nvPr/>
          </p:nvSpPr>
          <p:spPr>
            <a:xfrm rot="5400000" flipH="1">
              <a:off x="-7318221" y="615344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78" name="Google Shape;1355;p21">
            <a:extLst>
              <a:ext uri="{FF2B5EF4-FFF2-40B4-BE49-F238E27FC236}">
                <a16:creationId xmlns:a16="http://schemas.microsoft.com/office/drawing/2014/main" id="{52B21AF7-E513-113A-457F-5F9CBCCBBC38}"/>
              </a:ext>
            </a:extLst>
          </p:cNvPr>
          <p:cNvGrpSpPr/>
          <p:nvPr/>
        </p:nvGrpSpPr>
        <p:grpSpPr>
          <a:xfrm>
            <a:off x="11564560" y="-1006108"/>
            <a:ext cx="1718357" cy="2518237"/>
            <a:chOff x="7504044" y="4265398"/>
            <a:chExt cx="1288768" cy="1888678"/>
          </a:xfrm>
        </p:grpSpPr>
        <p:sp>
          <p:nvSpPr>
            <p:cNvPr id="3679" name="Google Shape;1356;p21">
              <a:extLst>
                <a:ext uri="{FF2B5EF4-FFF2-40B4-BE49-F238E27FC236}">
                  <a16:creationId xmlns:a16="http://schemas.microsoft.com/office/drawing/2014/main" id="{1CDE3F4C-099A-75E7-A970-4AC653E96296}"/>
                </a:ext>
              </a:extLst>
            </p:cNvPr>
            <p:cNvSpPr/>
            <p:nvPr/>
          </p:nvSpPr>
          <p:spPr>
            <a:xfrm rot="5400000" flipH="1">
              <a:off x="7262783" y="4624048"/>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0" name="Google Shape;1357;p21">
              <a:extLst>
                <a:ext uri="{FF2B5EF4-FFF2-40B4-BE49-F238E27FC236}">
                  <a16:creationId xmlns:a16="http://schemas.microsoft.com/office/drawing/2014/main" id="{C6080657-F478-613A-98BF-A79D20037473}"/>
                </a:ext>
              </a:extLst>
            </p:cNvPr>
            <p:cNvSpPr/>
            <p:nvPr/>
          </p:nvSpPr>
          <p:spPr>
            <a:xfrm rot="10800000">
              <a:off x="7504044" y="42653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1" name="Google Shape;1358;p21">
              <a:extLst>
                <a:ext uri="{FF2B5EF4-FFF2-40B4-BE49-F238E27FC236}">
                  <a16:creationId xmlns:a16="http://schemas.microsoft.com/office/drawing/2014/main" id="{191CA3ED-AB90-E3EB-E20A-96FC7CF9510F}"/>
                </a:ext>
              </a:extLst>
            </p:cNvPr>
            <p:cNvSpPr/>
            <p:nvPr/>
          </p:nvSpPr>
          <p:spPr>
            <a:xfrm rot="10800000">
              <a:off x="8675289" y="60365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2" name="Google Shape;1359;p21">
              <a:extLst>
                <a:ext uri="{FF2B5EF4-FFF2-40B4-BE49-F238E27FC236}">
                  <a16:creationId xmlns:a16="http://schemas.microsoft.com/office/drawing/2014/main" id="{3ADA6749-8FC0-F9A0-506B-C99EA35B37BB}"/>
                </a:ext>
              </a:extLst>
            </p:cNvPr>
            <p:cNvSpPr/>
            <p:nvPr/>
          </p:nvSpPr>
          <p:spPr>
            <a:xfrm rot="10800000">
              <a:off x="8675289" y="57517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3" name="Google Shape;1360;p21">
              <a:extLst>
                <a:ext uri="{FF2B5EF4-FFF2-40B4-BE49-F238E27FC236}">
                  <a16:creationId xmlns:a16="http://schemas.microsoft.com/office/drawing/2014/main" id="{7EAE8131-AB60-96BF-8FA9-F995D9E91390}"/>
                </a:ext>
              </a:extLst>
            </p:cNvPr>
            <p:cNvSpPr/>
            <p:nvPr/>
          </p:nvSpPr>
          <p:spPr>
            <a:xfrm rot="5400000" flipH="1">
              <a:off x="7262783" y="4624048"/>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4" name="Google Shape;1361;p21">
              <a:extLst>
                <a:ext uri="{FF2B5EF4-FFF2-40B4-BE49-F238E27FC236}">
                  <a16:creationId xmlns:a16="http://schemas.microsoft.com/office/drawing/2014/main" id="{27594081-1181-8F05-A595-576003315692}"/>
                </a:ext>
              </a:extLst>
            </p:cNvPr>
            <p:cNvSpPr/>
            <p:nvPr/>
          </p:nvSpPr>
          <p:spPr>
            <a:xfrm rot="10800000">
              <a:off x="7504044" y="42653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5" name="Google Shape;1362;p21">
              <a:extLst>
                <a:ext uri="{FF2B5EF4-FFF2-40B4-BE49-F238E27FC236}">
                  <a16:creationId xmlns:a16="http://schemas.microsoft.com/office/drawing/2014/main" id="{56DF543F-8F06-EE1D-7AD4-481A800A3A4D}"/>
                </a:ext>
              </a:extLst>
            </p:cNvPr>
            <p:cNvSpPr/>
            <p:nvPr/>
          </p:nvSpPr>
          <p:spPr>
            <a:xfrm rot="10800000">
              <a:off x="8675289" y="60365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6" name="Google Shape;1363;p21">
              <a:extLst>
                <a:ext uri="{FF2B5EF4-FFF2-40B4-BE49-F238E27FC236}">
                  <a16:creationId xmlns:a16="http://schemas.microsoft.com/office/drawing/2014/main" id="{0E6CBB46-3E15-BA8D-FCE9-EC2B6615C84D}"/>
                </a:ext>
              </a:extLst>
            </p:cNvPr>
            <p:cNvSpPr/>
            <p:nvPr/>
          </p:nvSpPr>
          <p:spPr>
            <a:xfrm rot="10800000">
              <a:off x="8675289" y="57517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87" name="Google Shape;1355;p21">
            <a:extLst>
              <a:ext uri="{FF2B5EF4-FFF2-40B4-BE49-F238E27FC236}">
                <a16:creationId xmlns:a16="http://schemas.microsoft.com/office/drawing/2014/main" id="{237D3182-9EF7-D3D7-06A5-EB3FDF04C6EA}"/>
              </a:ext>
            </a:extLst>
          </p:cNvPr>
          <p:cNvGrpSpPr/>
          <p:nvPr/>
        </p:nvGrpSpPr>
        <p:grpSpPr>
          <a:xfrm rot="10800000">
            <a:off x="-1163586" y="5370280"/>
            <a:ext cx="1718357" cy="2518237"/>
            <a:chOff x="7504044" y="4265398"/>
            <a:chExt cx="1288768" cy="1888678"/>
          </a:xfrm>
        </p:grpSpPr>
        <p:sp>
          <p:nvSpPr>
            <p:cNvPr id="3688" name="Google Shape;1356;p21">
              <a:extLst>
                <a:ext uri="{FF2B5EF4-FFF2-40B4-BE49-F238E27FC236}">
                  <a16:creationId xmlns:a16="http://schemas.microsoft.com/office/drawing/2014/main" id="{C304E292-4D76-9CA6-63BD-208CB26ED33A}"/>
                </a:ext>
              </a:extLst>
            </p:cNvPr>
            <p:cNvSpPr/>
            <p:nvPr/>
          </p:nvSpPr>
          <p:spPr>
            <a:xfrm rot="5400000" flipH="1">
              <a:off x="7262783" y="4624048"/>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9" name="Google Shape;1357;p21">
              <a:extLst>
                <a:ext uri="{FF2B5EF4-FFF2-40B4-BE49-F238E27FC236}">
                  <a16:creationId xmlns:a16="http://schemas.microsoft.com/office/drawing/2014/main" id="{973A4EE5-6FED-2EF8-6A62-E39DA720EF33}"/>
                </a:ext>
              </a:extLst>
            </p:cNvPr>
            <p:cNvSpPr/>
            <p:nvPr/>
          </p:nvSpPr>
          <p:spPr>
            <a:xfrm rot="10800000">
              <a:off x="7504044" y="42653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0" name="Google Shape;1358;p21">
              <a:extLst>
                <a:ext uri="{FF2B5EF4-FFF2-40B4-BE49-F238E27FC236}">
                  <a16:creationId xmlns:a16="http://schemas.microsoft.com/office/drawing/2014/main" id="{692FB2F0-D7D6-90A6-4F7C-8BD490C01172}"/>
                </a:ext>
              </a:extLst>
            </p:cNvPr>
            <p:cNvSpPr/>
            <p:nvPr/>
          </p:nvSpPr>
          <p:spPr>
            <a:xfrm rot="10800000">
              <a:off x="8675289" y="60365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1" name="Google Shape;1359;p21">
              <a:extLst>
                <a:ext uri="{FF2B5EF4-FFF2-40B4-BE49-F238E27FC236}">
                  <a16:creationId xmlns:a16="http://schemas.microsoft.com/office/drawing/2014/main" id="{1EEBF8AA-92A4-8A4A-85B1-401DDFB8B19B}"/>
                </a:ext>
              </a:extLst>
            </p:cNvPr>
            <p:cNvSpPr/>
            <p:nvPr/>
          </p:nvSpPr>
          <p:spPr>
            <a:xfrm rot="10800000">
              <a:off x="8675289" y="57517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2" name="Google Shape;1360;p21">
              <a:extLst>
                <a:ext uri="{FF2B5EF4-FFF2-40B4-BE49-F238E27FC236}">
                  <a16:creationId xmlns:a16="http://schemas.microsoft.com/office/drawing/2014/main" id="{4C38713A-A90A-8157-3A7A-A6DF32F4ED61}"/>
                </a:ext>
              </a:extLst>
            </p:cNvPr>
            <p:cNvSpPr/>
            <p:nvPr/>
          </p:nvSpPr>
          <p:spPr>
            <a:xfrm rot="5400000" flipH="1">
              <a:off x="7262783" y="4624048"/>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3" name="Google Shape;1361;p21">
              <a:extLst>
                <a:ext uri="{FF2B5EF4-FFF2-40B4-BE49-F238E27FC236}">
                  <a16:creationId xmlns:a16="http://schemas.microsoft.com/office/drawing/2014/main" id="{BC2B2398-E22A-2B60-4213-2B3CD6D868B4}"/>
                </a:ext>
              </a:extLst>
            </p:cNvPr>
            <p:cNvSpPr/>
            <p:nvPr/>
          </p:nvSpPr>
          <p:spPr>
            <a:xfrm rot="10800000">
              <a:off x="7504044" y="42653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4" name="Google Shape;1362;p21">
              <a:extLst>
                <a:ext uri="{FF2B5EF4-FFF2-40B4-BE49-F238E27FC236}">
                  <a16:creationId xmlns:a16="http://schemas.microsoft.com/office/drawing/2014/main" id="{DE345DFF-60C8-A0F0-EA06-1D678C508B07}"/>
                </a:ext>
              </a:extLst>
            </p:cNvPr>
            <p:cNvSpPr/>
            <p:nvPr/>
          </p:nvSpPr>
          <p:spPr>
            <a:xfrm rot="10800000">
              <a:off x="8675289" y="60365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5" name="Google Shape;1363;p21">
              <a:extLst>
                <a:ext uri="{FF2B5EF4-FFF2-40B4-BE49-F238E27FC236}">
                  <a16:creationId xmlns:a16="http://schemas.microsoft.com/office/drawing/2014/main" id="{D82080C2-A65B-0B72-82DD-37ABF8E8AAE2}"/>
                </a:ext>
              </a:extLst>
            </p:cNvPr>
            <p:cNvSpPr/>
            <p:nvPr/>
          </p:nvSpPr>
          <p:spPr>
            <a:xfrm rot="10800000">
              <a:off x="8675289" y="57517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4617835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30"/>
        <p:cNvGrpSpPr/>
        <p:nvPr/>
      </p:nvGrpSpPr>
      <p:grpSpPr>
        <a:xfrm>
          <a:off x="0" y="0"/>
          <a:ext cx="0" cy="0"/>
          <a:chOff x="0" y="0"/>
          <a:chExt cx="0" cy="0"/>
        </a:xfrm>
      </p:grpSpPr>
      <p:sp>
        <p:nvSpPr>
          <p:cNvPr id="3331" name="Google Shape;3331;p68"/>
          <p:cNvSpPr txBox="1">
            <a:spLocks noGrp="1"/>
          </p:cNvSpPr>
          <p:nvPr>
            <p:ph type="title"/>
          </p:nvPr>
        </p:nvSpPr>
        <p:spPr>
          <a:xfrm>
            <a:off x="3519600" y="1777000"/>
            <a:ext cx="5152800" cy="637600"/>
          </a:xfrm>
          <a:prstGeom prst="rect">
            <a:avLst/>
          </a:prstGeom>
        </p:spPr>
        <p:txBody>
          <a:bodyPr spcFirstLastPara="1" wrap="square" lIns="121900" tIns="121900" rIns="121900" bIns="121900" anchor="ctr" anchorCtr="0">
            <a:noAutofit/>
          </a:bodyPr>
          <a:lstStyle/>
          <a:p>
            <a:r>
              <a:rPr lang="en-US" sz="2400" dirty="0"/>
              <a:t>FROM CHAOS TO STRUCTURE</a:t>
            </a:r>
          </a:p>
        </p:txBody>
      </p:sp>
      <p:grpSp>
        <p:nvGrpSpPr>
          <p:cNvPr id="3332" name="Google Shape;3332;p68"/>
          <p:cNvGrpSpPr/>
          <p:nvPr/>
        </p:nvGrpSpPr>
        <p:grpSpPr>
          <a:xfrm>
            <a:off x="4052150" y="2665960"/>
            <a:ext cx="4087700" cy="180400"/>
            <a:chOff x="4308725" y="1999470"/>
            <a:chExt cx="3065775" cy="135300"/>
          </a:xfrm>
        </p:grpSpPr>
        <p:cxnSp>
          <p:nvCxnSpPr>
            <p:cNvPr id="3333" name="Google Shape;3333;p68"/>
            <p:cNvCxnSpPr>
              <a:stCxn id="3334" idx="6"/>
              <a:endCxn id="3335" idx="2"/>
            </p:cNvCxnSpPr>
            <p:nvPr/>
          </p:nvCxnSpPr>
          <p:spPr>
            <a:xfrm>
              <a:off x="4444025" y="2067120"/>
              <a:ext cx="2795100" cy="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sp>
          <p:nvSpPr>
            <p:cNvPr id="3334" name="Google Shape;3334;p68"/>
            <p:cNvSpPr/>
            <p:nvPr/>
          </p:nvSpPr>
          <p:spPr>
            <a:xfrm>
              <a:off x="4308725" y="1999470"/>
              <a:ext cx="135300" cy="1353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endParaRPr sz="2400"/>
            </a:p>
          </p:txBody>
        </p:sp>
        <p:sp>
          <p:nvSpPr>
            <p:cNvPr id="3335" name="Google Shape;3335;p68"/>
            <p:cNvSpPr/>
            <p:nvPr/>
          </p:nvSpPr>
          <p:spPr>
            <a:xfrm>
              <a:off x="7239200" y="1999470"/>
              <a:ext cx="135300" cy="1353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endParaRPr sz="2400"/>
            </a:p>
          </p:txBody>
        </p:sp>
        <p:cxnSp>
          <p:nvCxnSpPr>
            <p:cNvPr id="3336" name="Google Shape;3336;p68"/>
            <p:cNvCxnSpPr>
              <a:stCxn id="3334" idx="6"/>
              <a:endCxn id="3335" idx="2"/>
            </p:cNvCxnSpPr>
            <p:nvPr/>
          </p:nvCxnSpPr>
          <p:spPr>
            <a:xfrm>
              <a:off x="4444025" y="2067120"/>
              <a:ext cx="2795100" cy="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grpSp>
      <p:sp>
        <p:nvSpPr>
          <p:cNvPr id="3337" name="Google Shape;3337;p68"/>
          <p:cNvSpPr txBox="1">
            <a:spLocks noGrp="1"/>
          </p:cNvSpPr>
          <p:nvPr>
            <p:ph type="subTitle" idx="1"/>
          </p:nvPr>
        </p:nvSpPr>
        <p:spPr>
          <a:xfrm>
            <a:off x="2997994" y="3097732"/>
            <a:ext cx="6196012" cy="1779067"/>
          </a:xfrm>
          <a:prstGeom prst="rect">
            <a:avLst/>
          </a:prstGeom>
        </p:spPr>
        <p:txBody>
          <a:bodyPr spcFirstLastPara="1" wrap="square" lIns="121900" tIns="0" rIns="121900" bIns="121900" anchor="t" anchorCtr="0">
            <a:noAutofit/>
          </a:bodyPr>
          <a:lstStyle/>
          <a:p>
            <a:pPr marL="0" indent="0"/>
            <a:r>
              <a:rPr lang="en-US" dirty="0"/>
              <a:t>We journeyed from the "spaghetti code" of the 1950s to the organized, reusable Object-Oriented paradigms of today.</a:t>
            </a:r>
          </a:p>
          <a:p>
            <a:pPr marL="0" indent="0"/>
            <a:endParaRPr lang="en-US" dirty="0"/>
          </a:p>
          <a:p>
            <a:pPr marL="0" indent="0"/>
            <a:r>
              <a:rPr lang="en-US" dirty="0"/>
              <a:t>Whether in Python or VB.NET or any OOP language, Objects allow us to build complex, maintainable, and scalable software.</a:t>
            </a:r>
            <a:endParaRPr dirty="0"/>
          </a:p>
        </p:txBody>
      </p:sp>
      <p:grpSp>
        <p:nvGrpSpPr>
          <p:cNvPr id="1355" name="Google Shape;1355;p21"/>
          <p:cNvGrpSpPr/>
          <p:nvPr/>
        </p:nvGrpSpPr>
        <p:grpSpPr>
          <a:xfrm>
            <a:off x="9850060" y="579495"/>
            <a:ext cx="1718357" cy="2518237"/>
            <a:chOff x="7504044" y="4265398"/>
            <a:chExt cx="1288768" cy="1888678"/>
          </a:xfrm>
        </p:grpSpPr>
        <p:sp>
          <p:nvSpPr>
            <p:cNvPr id="1356" name="Google Shape;1356;p21"/>
            <p:cNvSpPr/>
            <p:nvPr/>
          </p:nvSpPr>
          <p:spPr>
            <a:xfrm rot="5400000" flipH="1">
              <a:off x="7262783" y="4624048"/>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21"/>
            <p:cNvSpPr/>
            <p:nvPr/>
          </p:nvSpPr>
          <p:spPr>
            <a:xfrm rot="10800000">
              <a:off x="7504044" y="42653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21"/>
            <p:cNvSpPr/>
            <p:nvPr/>
          </p:nvSpPr>
          <p:spPr>
            <a:xfrm rot="10800000">
              <a:off x="8675289" y="60365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9" name="Google Shape;1359;p21"/>
            <p:cNvSpPr/>
            <p:nvPr/>
          </p:nvSpPr>
          <p:spPr>
            <a:xfrm rot="10800000">
              <a:off x="8675289" y="57517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21"/>
            <p:cNvSpPr/>
            <p:nvPr/>
          </p:nvSpPr>
          <p:spPr>
            <a:xfrm rot="5400000" flipH="1">
              <a:off x="7262783" y="4624048"/>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21"/>
            <p:cNvSpPr/>
            <p:nvPr/>
          </p:nvSpPr>
          <p:spPr>
            <a:xfrm rot="10800000">
              <a:off x="7504044" y="42653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2" name="Google Shape;1362;p21"/>
            <p:cNvSpPr/>
            <p:nvPr/>
          </p:nvSpPr>
          <p:spPr>
            <a:xfrm rot="10800000">
              <a:off x="8675289" y="60365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3" name="Google Shape;1363;p21"/>
            <p:cNvSpPr/>
            <p:nvPr/>
          </p:nvSpPr>
          <p:spPr>
            <a:xfrm rot="10800000">
              <a:off x="8675289" y="57517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 name="Google Shape;1355;p21">
            <a:extLst>
              <a:ext uri="{FF2B5EF4-FFF2-40B4-BE49-F238E27FC236}">
                <a16:creationId xmlns:a16="http://schemas.microsoft.com/office/drawing/2014/main" id="{1FD77750-0F15-DC72-5870-6F3B2172DDD0}"/>
              </a:ext>
            </a:extLst>
          </p:cNvPr>
          <p:cNvGrpSpPr/>
          <p:nvPr/>
        </p:nvGrpSpPr>
        <p:grpSpPr>
          <a:xfrm rot="10800000">
            <a:off x="703314" y="3617680"/>
            <a:ext cx="1718357" cy="2518237"/>
            <a:chOff x="7504044" y="4265398"/>
            <a:chExt cx="1288768" cy="1888678"/>
          </a:xfrm>
        </p:grpSpPr>
        <p:sp>
          <p:nvSpPr>
            <p:cNvPr id="3" name="Google Shape;1356;p21">
              <a:extLst>
                <a:ext uri="{FF2B5EF4-FFF2-40B4-BE49-F238E27FC236}">
                  <a16:creationId xmlns:a16="http://schemas.microsoft.com/office/drawing/2014/main" id="{F1922341-A551-E58F-E645-BCCA334CAFFF}"/>
                </a:ext>
              </a:extLst>
            </p:cNvPr>
            <p:cNvSpPr/>
            <p:nvPr/>
          </p:nvSpPr>
          <p:spPr>
            <a:xfrm rot="5400000" flipH="1">
              <a:off x="7262783" y="4624048"/>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 name="Google Shape;1357;p21">
              <a:extLst>
                <a:ext uri="{FF2B5EF4-FFF2-40B4-BE49-F238E27FC236}">
                  <a16:creationId xmlns:a16="http://schemas.microsoft.com/office/drawing/2014/main" id="{3887BB98-F2CF-2DDF-C068-6D9A3B2A432B}"/>
                </a:ext>
              </a:extLst>
            </p:cNvPr>
            <p:cNvSpPr/>
            <p:nvPr/>
          </p:nvSpPr>
          <p:spPr>
            <a:xfrm rot="10800000">
              <a:off x="7504044" y="42653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 name="Google Shape;1358;p21">
              <a:extLst>
                <a:ext uri="{FF2B5EF4-FFF2-40B4-BE49-F238E27FC236}">
                  <a16:creationId xmlns:a16="http://schemas.microsoft.com/office/drawing/2014/main" id="{797BB246-7822-203B-7D45-DC708CF11441}"/>
                </a:ext>
              </a:extLst>
            </p:cNvPr>
            <p:cNvSpPr/>
            <p:nvPr/>
          </p:nvSpPr>
          <p:spPr>
            <a:xfrm rot="10800000">
              <a:off x="8675289" y="60365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 name="Google Shape;1359;p21">
              <a:extLst>
                <a:ext uri="{FF2B5EF4-FFF2-40B4-BE49-F238E27FC236}">
                  <a16:creationId xmlns:a16="http://schemas.microsoft.com/office/drawing/2014/main" id="{AA4B368D-D0B9-2406-3C1C-C091F44166D3}"/>
                </a:ext>
              </a:extLst>
            </p:cNvPr>
            <p:cNvSpPr/>
            <p:nvPr/>
          </p:nvSpPr>
          <p:spPr>
            <a:xfrm rot="10800000">
              <a:off x="8675289" y="57517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 name="Google Shape;1360;p21">
              <a:extLst>
                <a:ext uri="{FF2B5EF4-FFF2-40B4-BE49-F238E27FC236}">
                  <a16:creationId xmlns:a16="http://schemas.microsoft.com/office/drawing/2014/main" id="{3CB79333-202B-C6BE-7C12-C74773540248}"/>
                </a:ext>
              </a:extLst>
            </p:cNvPr>
            <p:cNvSpPr/>
            <p:nvPr/>
          </p:nvSpPr>
          <p:spPr>
            <a:xfrm rot="5400000" flipH="1">
              <a:off x="7262783" y="4624048"/>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 name="Google Shape;1361;p21">
              <a:extLst>
                <a:ext uri="{FF2B5EF4-FFF2-40B4-BE49-F238E27FC236}">
                  <a16:creationId xmlns:a16="http://schemas.microsoft.com/office/drawing/2014/main" id="{D1934A0F-C269-9573-DD0E-2BA58F31C74D}"/>
                </a:ext>
              </a:extLst>
            </p:cNvPr>
            <p:cNvSpPr/>
            <p:nvPr/>
          </p:nvSpPr>
          <p:spPr>
            <a:xfrm rot="10800000">
              <a:off x="7504044" y="426539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 name="Google Shape;1362;p21">
              <a:extLst>
                <a:ext uri="{FF2B5EF4-FFF2-40B4-BE49-F238E27FC236}">
                  <a16:creationId xmlns:a16="http://schemas.microsoft.com/office/drawing/2014/main" id="{5A0617AC-893D-62DC-409D-8E8B2AB47E0D}"/>
                </a:ext>
              </a:extLst>
            </p:cNvPr>
            <p:cNvSpPr/>
            <p:nvPr/>
          </p:nvSpPr>
          <p:spPr>
            <a:xfrm rot="10800000">
              <a:off x="8675289" y="6036554"/>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 name="Google Shape;1363;p21">
              <a:extLst>
                <a:ext uri="{FF2B5EF4-FFF2-40B4-BE49-F238E27FC236}">
                  <a16:creationId xmlns:a16="http://schemas.microsoft.com/office/drawing/2014/main" id="{C4C2A9D5-76DE-1AA1-FAC1-5233E34B6603}"/>
                </a:ext>
              </a:extLst>
            </p:cNvPr>
            <p:cNvSpPr/>
            <p:nvPr/>
          </p:nvSpPr>
          <p:spPr>
            <a:xfrm rot="10800000">
              <a:off x="8675289" y="5751730"/>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 name="Google Shape;1578;p25">
            <a:extLst>
              <a:ext uri="{FF2B5EF4-FFF2-40B4-BE49-F238E27FC236}">
                <a16:creationId xmlns:a16="http://schemas.microsoft.com/office/drawing/2014/main" id="{8FE72608-0918-9016-7A9E-97E8FA7E7484}"/>
              </a:ext>
            </a:extLst>
          </p:cNvPr>
          <p:cNvGrpSpPr/>
          <p:nvPr/>
        </p:nvGrpSpPr>
        <p:grpSpPr>
          <a:xfrm rot="5400000">
            <a:off x="12528471" y="6083503"/>
            <a:ext cx="5630517" cy="5451748"/>
            <a:chOff x="8129425" y="2555026"/>
            <a:chExt cx="4222888" cy="4088811"/>
          </a:xfrm>
        </p:grpSpPr>
        <p:sp>
          <p:nvSpPr>
            <p:cNvPr id="12" name="Google Shape;1579;p25">
              <a:extLst>
                <a:ext uri="{FF2B5EF4-FFF2-40B4-BE49-F238E27FC236}">
                  <a16:creationId xmlns:a16="http://schemas.microsoft.com/office/drawing/2014/main" id="{1504A3B6-A558-7F51-89CA-70A271DA0F73}"/>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580;p25">
              <a:extLst>
                <a:ext uri="{FF2B5EF4-FFF2-40B4-BE49-F238E27FC236}">
                  <a16:creationId xmlns:a16="http://schemas.microsoft.com/office/drawing/2014/main" id="{B08C96B3-C9EB-04EC-E123-C346BF9B1476}"/>
                </a:ext>
              </a:extLst>
            </p:cNvPr>
            <p:cNvSpPr/>
            <p:nvPr/>
          </p:nvSpPr>
          <p:spPr>
            <a:xfrm>
              <a:off x="8263502" y="2555026"/>
              <a:ext cx="4088811" cy="4088811"/>
            </a:xfrm>
            <a:custGeom>
              <a:avLst/>
              <a:gdLst/>
              <a:ahLst/>
              <a:cxnLst/>
              <a:rect l="l" t="t" r="r" b="b"/>
              <a:pathLst>
                <a:path w="21100" h="21100" fill="none" extrusionOk="0">
                  <a:moveTo>
                    <a:pt x="21100" y="21099"/>
                  </a:moveTo>
                  <a:lnTo>
                    <a:pt x="1" y="21099"/>
                  </a:lnTo>
                  <a:lnTo>
                    <a:pt x="1" y="3911"/>
                  </a:lnTo>
                  <a:lnTo>
                    <a:pt x="3809" y="0"/>
                  </a:lnTo>
                  <a:lnTo>
                    <a:pt x="21100" y="0"/>
                  </a:lnTo>
                  <a:close/>
                </a:path>
              </a:pathLst>
            </a:custGeom>
            <a:noFill/>
            <a:ln w="28575" cap="flat" cmpd="sng">
              <a:solidFill>
                <a:schemeClr val="accent1"/>
              </a:solidFill>
              <a:prstDash val="solid"/>
              <a:miter lim="20365"/>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581;p25">
              <a:extLst>
                <a:ext uri="{FF2B5EF4-FFF2-40B4-BE49-F238E27FC236}">
                  <a16:creationId xmlns:a16="http://schemas.microsoft.com/office/drawing/2014/main" id="{DBF410EA-C6E8-26C9-8B8F-C92DA0183AA6}"/>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82;p25">
              <a:extLst>
                <a:ext uri="{FF2B5EF4-FFF2-40B4-BE49-F238E27FC236}">
                  <a16:creationId xmlns:a16="http://schemas.microsoft.com/office/drawing/2014/main" id="{23D9536F-91D7-1EEF-C76F-A03C77E995F5}"/>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583;p25">
              <a:extLst>
                <a:ext uri="{FF2B5EF4-FFF2-40B4-BE49-F238E27FC236}">
                  <a16:creationId xmlns:a16="http://schemas.microsoft.com/office/drawing/2014/main" id="{58873D98-9ADC-E3A2-2DE6-55ADD8B3EA06}"/>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584;p25">
              <a:extLst>
                <a:ext uri="{FF2B5EF4-FFF2-40B4-BE49-F238E27FC236}">
                  <a16:creationId xmlns:a16="http://schemas.microsoft.com/office/drawing/2014/main" id="{1A94DA2A-7996-4E33-8494-6A2C616D3621}"/>
                </a:ext>
              </a:extLst>
            </p:cNvPr>
            <p:cNvSpPr/>
            <p:nvPr/>
          </p:nvSpPr>
          <p:spPr>
            <a:xfrm rot="-5400000">
              <a:off x="8064107" y="3895031"/>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585;p25">
              <a:extLst>
                <a:ext uri="{FF2B5EF4-FFF2-40B4-BE49-F238E27FC236}">
                  <a16:creationId xmlns:a16="http://schemas.microsoft.com/office/drawing/2014/main" id="{F9BAD899-A671-D9C0-1020-13E928406997}"/>
                </a:ext>
              </a:extLst>
            </p:cNvPr>
            <p:cNvSpPr/>
            <p:nvPr/>
          </p:nvSpPr>
          <p:spPr>
            <a:xfrm rot="-5400000">
              <a:off x="8064107" y="485406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586;p25">
              <a:extLst>
                <a:ext uri="{FF2B5EF4-FFF2-40B4-BE49-F238E27FC236}">
                  <a16:creationId xmlns:a16="http://schemas.microsoft.com/office/drawing/2014/main" id="{0DD86FC2-38E6-8546-E1B9-1BC46D667F37}"/>
                </a:ext>
              </a:extLst>
            </p:cNvPr>
            <p:cNvSpPr/>
            <p:nvPr/>
          </p:nvSpPr>
          <p:spPr>
            <a:xfrm rot="-5400000">
              <a:off x="8064107" y="5813119"/>
              <a:ext cx="398786"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 name="Google Shape;1644;p25">
            <a:extLst>
              <a:ext uri="{FF2B5EF4-FFF2-40B4-BE49-F238E27FC236}">
                <a16:creationId xmlns:a16="http://schemas.microsoft.com/office/drawing/2014/main" id="{84C05908-79CF-80B9-2C66-BAD0F0B1923E}"/>
              </a:ext>
            </a:extLst>
          </p:cNvPr>
          <p:cNvGrpSpPr/>
          <p:nvPr/>
        </p:nvGrpSpPr>
        <p:grpSpPr>
          <a:xfrm flipH="1">
            <a:off x="-4075109" y="-15555135"/>
            <a:ext cx="5026084" cy="15144076"/>
            <a:chOff x="-2722250" y="-1079764"/>
            <a:chExt cx="3769563" cy="11358057"/>
          </a:xfrm>
        </p:grpSpPr>
        <p:sp>
          <p:nvSpPr>
            <p:cNvPr id="21" name="Google Shape;1645;p25">
              <a:extLst>
                <a:ext uri="{FF2B5EF4-FFF2-40B4-BE49-F238E27FC236}">
                  <a16:creationId xmlns:a16="http://schemas.microsoft.com/office/drawing/2014/main" id="{8D8D6114-E77A-82AC-45ED-D797B6D9544A}"/>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dist="19050"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1646;p25">
              <a:extLst>
                <a:ext uri="{FF2B5EF4-FFF2-40B4-BE49-F238E27FC236}">
                  <a16:creationId xmlns:a16="http://schemas.microsoft.com/office/drawing/2014/main" id="{2A1796C4-6FCF-BE8E-13CE-EB1BD58D0EDE}"/>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1647;p25">
              <a:extLst>
                <a:ext uri="{FF2B5EF4-FFF2-40B4-BE49-F238E27FC236}">
                  <a16:creationId xmlns:a16="http://schemas.microsoft.com/office/drawing/2014/main" id="{D2C496A8-7398-8AB7-7807-F9457BA7CCCB}"/>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1648;p25">
              <a:extLst>
                <a:ext uri="{FF2B5EF4-FFF2-40B4-BE49-F238E27FC236}">
                  <a16:creationId xmlns:a16="http://schemas.microsoft.com/office/drawing/2014/main" id="{0A211929-4DFF-1774-38AB-4B302391A28F}"/>
                </a:ext>
              </a:extLst>
            </p:cNvPr>
            <p:cNvSpPr/>
            <p:nvPr/>
          </p:nvSpPr>
          <p:spPr>
            <a:xfrm rot="-5400000">
              <a:off x="-6425973" y="2892399"/>
              <a:ext cx="11223689" cy="3548098"/>
            </a:xfrm>
            <a:custGeom>
              <a:avLst/>
              <a:gdLst/>
              <a:ahLst/>
              <a:cxnLst/>
              <a:rect l="l" t="t" r="r" b="b"/>
              <a:pathLst>
                <a:path w="68226" h="21568" fill="none" extrusionOk="0">
                  <a:moveTo>
                    <a:pt x="53094" y="1"/>
                  </a:moveTo>
                  <a:lnTo>
                    <a:pt x="49672" y="1"/>
                  </a:lnTo>
                  <a:lnTo>
                    <a:pt x="47554" y="2119"/>
                  </a:lnTo>
                  <a:lnTo>
                    <a:pt x="41811" y="2119"/>
                  </a:lnTo>
                  <a:lnTo>
                    <a:pt x="39713" y="1"/>
                  </a:lnTo>
                  <a:lnTo>
                    <a:pt x="0" y="1"/>
                  </a:lnTo>
                  <a:lnTo>
                    <a:pt x="0" y="13625"/>
                  </a:lnTo>
                  <a:lnTo>
                    <a:pt x="7556" y="21283"/>
                  </a:lnTo>
                  <a:lnTo>
                    <a:pt x="46230" y="21283"/>
                  </a:lnTo>
                  <a:lnTo>
                    <a:pt x="49448" y="18045"/>
                  </a:lnTo>
                  <a:lnTo>
                    <a:pt x="55538" y="18045"/>
                  </a:lnTo>
                  <a:lnTo>
                    <a:pt x="59061" y="21568"/>
                  </a:lnTo>
                  <a:lnTo>
                    <a:pt x="65598" y="21568"/>
                  </a:lnTo>
                  <a:lnTo>
                    <a:pt x="68022" y="19124"/>
                  </a:lnTo>
                  <a:lnTo>
                    <a:pt x="68022" y="16904"/>
                  </a:lnTo>
                  <a:lnTo>
                    <a:pt x="66698" y="15560"/>
                  </a:lnTo>
                  <a:lnTo>
                    <a:pt x="66698" y="12729"/>
                  </a:lnTo>
                  <a:lnTo>
                    <a:pt x="68225" y="11181"/>
                  </a:lnTo>
                  <a:lnTo>
                    <a:pt x="68225" y="926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1649;p25">
              <a:extLst>
                <a:ext uri="{FF2B5EF4-FFF2-40B4-BE49-F238E27FC236}">
                  <a16:creationId xmlns:a16="http://schemas.microsoft.com/office/drawing/2014/main" id="{9EBF30A6-63D2-8EBD-1DEC-F4953129B876}"/>
                </a:ext>
              </a:extLst>
            </p:cNvPr>
            <p:cNvSpPr/>
            <p:nvPr/>
          </p:nvSpPr>
          <p:spPr>
            <a:xfrm rot="-5400000">
              <a:off x="779166" y="3484700"/>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1650;p25">
              <a:extLst>
                <a:ext uri="{FF2B5EF4-FFF2-40B4-BE49-F238E27FC236}">
                  <a16:creationId xmlns:a16="http://schemas.microsoft.com/office/drawing/2014/main" id="{749462BD-B21C-F1BD-D296-12CE0EDA8151}"/>
                </a:ext>
              </a:extLst>
            </p:cNvPr>
            <p:cNvSpPr/>
            <p:nvPr/>
          </p:nvSpPr>
          <p:spPr>
            <a:xfrm rot="-5400000">
              <a:off x="-363339" y="5689141"/>
              <a:ext cx="2553156" cy="268147"/>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1651;p25">
              <a:extLst>
                <a:ext uri="{FF2B5EF4-FFF2-40B4-BE49-F238E27FC236}">
                  <a16:creationId xmlns:a16="http://schemas.microsoft.com/office/drawing/2014/main" id="{5B72F6B8-F39B-6A1D-BFBA-0F508250A06A}"/>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1652;p25">
              <a:extLst>
                <a:ext uri="{FF2B5EF4-FFF2-40B4-BE49-F238E27FC236}">
                  <a16:creationId xmlns:a16="http://schemas.microsoft.com/office/drawing/2014/main" id="{EF42A3D1-3FF2-E688-2732-C38BEA719859}"/>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1653;p25">
              <a:extLst>
                <a:ext uri="{FF2B5EF4-FFF2-40B4-BE49-F238E27FC236}">
                  <a16:creationId xmlns:a16="http://schemas.microsoft.com/office/drawing/2014/main" id="{784D0605-77D2-19C3-B1F0-35B8B8B2161A}"/>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1654;p25">
              <a:extLst>
                <a:ext uri="{FF2B5EF4-FFF2-40B4-BE49-F238E27FC236}">
                  <a16:creationId xmlns:a16="http://schemas.microsoft.com/office/drawing/2014/main" id="{FD4A5B83-6E60-DACE-4632-62615E1616A8}"/>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1655;p25">
              <a:extLst>
                <a:ext uri="{FF2B5EF4-FFF2-40B4-BE49-F238E27FC236}">
                  <a16:creationId xmlns:a16="http://schemas.microsoft.com/office/drawing/2014/main" id="{15448A10-D338-52C2-5BC3-6D774B4E9538}"/>
                </a:ext>
              </a:extLst>
            </p:cNvPr>
            <p:cNvSpPr/>
            <p:nvPr/>
          </p:nvSpPr>
          <p:spPr>
            <a:xfrm rot="-5400000">
              <a:off x="-3866449" y="8223650"/>
              <a:ext cx="2556549" cy="268151"/>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1656;p25">
              <a:extLst>
                <a:ext uri="{FF2B5EF4-FFF2-40B4-BE49-F238E27FC236}">
                  <a16:creationId xmlns:a16="http://schemas.microsoft.com/office/drawing/2014/main" id="{4756E4F1-588E-9058-E54E-8C0A068D43F4}"/>
                </a:ext>
              </a:extLst>
            </p:cNvPr>
            <p:cNvSpPr/>
            <p:nvPr/>
          </p:nvSpPr>
          <p:spPr>
            <a:xfrm rot="-5400000">
              <a:off x="-2722238" y="1390659"/>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1657;p25">
              <a:extLst>
                <a:ext uri="{FF2B5EF4-FFF2-40B4-BE49-F238E27FC236}">
                  <a16:creationId xmlns:a16="http://schemas.microsoft.com/office/drawing/2014/main" id="{5D68816C-A8DD-6379-7E49-E34E45404DAE}"/>
                </a:ext>
              </a:extLst>
            </p:cNvPr>
            <p:cNvSpPr/>
            <p:nvPr/>
          </p:nvSpPr>
          <p:spPr>
            <a:xfrm rot="-5400000">
              <a:off x="-1331823" y="-1079764"/>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1658;p25">
              <a:extLst>
                <a:ext uri="{FF2B5EF4-FFF2-40B4-BE49-F238E27FC236}">
                  <a16:creationId xmlns:a16="http://schemas.microsoft.com/office/drawing/2014/main" id="{8ADA9829-41C1-8BE3-1E84-E27A81EC655A}"/>
                </a:ext>
              </a:extLst>
            </p:cNvPr>
            <p:cNvSpPr/>
            <p:nvPr/>
          </p:nvSpPr>
          <p:spPr>
            <a:xfrm rot="-5400000">
              <a:off x="-413699" y="-829583"/>
              <a:ext cx="268147" cy="268147"/>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 name="Google Shape;1587;p25">
            <a:extLst>
              <a:ext uri="{FF2B5EF4-FFF2-40B4-BE49-F238E27FC236}">
                <a16:creationId xmlns:a16="http://schemas.microsoft.com/office/drawing/2014/main" id="{8700C746-F997-F8A4-9DE5-7116341051D3}"/>
              </a:ext>
            </a:extLst>
          </p:cNvPr>
          <p:cNvGrpSpPr/>
          <p:nvPr/>
        </p:nvGrpSpPr>
        <p:grpSpPr>
          <a:xfrm flipH="1">
            <a:off x="11298952" y="-16475141"/>
            <a:ext cx="4962601" cy="16181231"/>
            <a:chOff x="-3170262" y="3452177"/>
            <a:chExt cx="3721951" cy="12135923"/>
          </a:xfrm>
        </p:grpSpPr>
        <p:sp>
          <p:nvSpPr>
            <p:cNvPr id="36" name="Google Shape;1588;p25">
              <a:extLst>
                <a:ext uri="{FF2B5EF4-FFF2-40B4-BE49-F238E27FC236}">
                  <a16:creationId xmlns:a16="http://schemas.microsoft.com/office/drawing/2014/main" id="{6F0D72BD-5BDE-7204-3CD4-3DE2C17A2D20}"/>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1589;p25">
              <a:extLst>
                <a:ext uri="{FF2B5EF4-FFF2-40B4-BE49-F238E27FC236}">
                  <a16:creationId xmlns:a16="http://schemas.microsoft.com/office/drawing/2014/main" id="{7F913F73-E41E-F009-851E-E04FE3397BD9}"/>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1590;p25">
              <a:extLst>
                <a:ext uri="{FF2B5EF4-FFF2-40B4-BE49-F238E27FC236}">
                  <a16:creationId xmlns:a16="http://schemas.microsoft.com/office/drawing/2014/main" id="{9F5DBA9B-5E0E-DCC8-1C02-95DE0FEA3714}"/>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1591;p25">
              <a:extLst>
                <a:ext uri="{FF2B5EF4-FFF2-40B4-BE49-F238E27FC236}">
                  <a16:creationId xmlns:a16="http://schemas.microsoft.com/office/drawing/2014/main" id="{4190ACFC-8F97-E22C-A9C5-CB0D697042BE}"/>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1592;p25">
              <a:extLst>
                <a:ext uri="{FF2B5EF4-FFF2-40B4-BE49-F238E27FC236}">
                  <a16:creationId xmlns:a16="http://schemas.microsoft.com/office/drawing/2014/main" id="{4AF42692-776F-B397-43B5-7BE576C7DF9E}"/>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1593;p25">
              <a:extLst>
                <a:ext uri="{FF2B5EF4-FFF2-40B4-BE49-F238E27FC236}">
                  <a16:creationId xmlns:a16="http://schemas.microsoft.com/office/drawing/2014/main" id="{9B1014C6-C657-DE85-1B53-EA53465A0850}"/>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1594;p25">
              <a:extLst>
                <a:ext uri="{FF2B5EF4-FFF2-40B4-BE49-F238E27FC236}">
                  <a16:creationId xmlns:a16="http://schemas.microsoft.com/office/drawing/2014/main" id="{1139E181-2D32-2BB1-7004-8C4984E0D432}"/>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1595;p25">
              <a:extLst>
                <a:ext uri="{FF2B5EF4-FFF2-40B4-BE49-F238E27FC236}">
                  <a16:creationId xmlns:a16="http://schemas.microsoft.com/office/drawing/2014/main" id="{0929A341-BC79-C441-80C7-EC4E4CC0A0CD}"/>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1596;p25">
              <a:extLst>
                <a:ext uri="{FF2B5EF4-FFF2-40B4-BE49-F238E27FC236}">
                  <a16:creationId xmlns:a16="http://schemas.microsoft.com/office/drawing/2014/main" id="{C9AEF67B-3517-EA56-4EFF-C92979D46A95}"/>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1597;p25">
              <a:extLst>
                <a:ext uri="{FF2B5EF4-FFF2-40B4-BE49-F238E27FC236}">
                  <a16:creationId xmlns:a16="http://schemas.microsoft.com/office/drawing/2014/main" id="{15080DA0-24D5-5B5E-9D3A-6C18951D4E3F}"/>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1598;p25">
              <a:extLst>
                <a:ext uri="{FF2B5EF4-FFF2-40B4-BE49-F238E27FC236}">
                  <a16:creationId xmlns:a16="http://schemas.microsoft.com/office/drawing/2014/main" id="{B6C9B007-9F47-0FB3-BACD-221B01E5190F}"/>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1599;p25">
              <a:extLst>
                <a:ext uri="{FF2B5EF4-FFF2-40B4-BE49-F238E27FC236}">
                  <a16:creationId xmlns:a16="http://schemas.microsoft.com/office/drawing/2014/main" id="{4B8B7851-59AF-E658-9A65-E4B7C99DAFA7}"/>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1600;p25">
              <a:extLst>
                <a:ext uri="{FF2B5EF4-FFF2-40B4-BE49-F238E27FC236}">
                  <a16:creationId xmlns:a16="http://schemas.microsoft.com/office/drawing/2014/main" id="{932144B1-2C7E-5D05-84FF-0AC1871570AD}"/>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1601;p25">
              <a:extLst>
                <a:ext uri="{FF2B5EF4-FFF2-40B4-BE49-F238E27FC236}">
                  <a16:creationId xmlns:a16="http://schemas.microsoft.com/office/drawing/2014/main" id="{6D6D3D0F-4962-5EAC-F4C9-5D73B8689030}"/>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1602;p25">
              <a:extLst>
                <a:ext uri="{FF2B5EF4-FFF2-40B4-BE49-F238E27FC236}">
                  <a16:creationId xmlns:a16="http://schemas.microsoft.com/office/drawing/2014/main" id="{5528D52A-3964-C97D-0BA8-8CB52857CFF3}"/>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1603;p25">
              <a:extLst>
                <a:ext uri="{FF2B5EF4-FFF2-40B4-BE49-F238E27FC236}">
                  <a16:creationId xmlns:a16="http://schemas.microsoft.com/office/drawing/2014/main" id="{82B1F5FE-C064-8DED-7D78-CDE1AD3A184A}"/>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1604;p25">
              <a:extLst>
                <a:ext uri="{FF2B5EF4-FFF2-40B4-BE49-F238E27FC236}">
                  <a16:creationId xmlns:a16="http://schemas.microsoft.com/office/drawing/2014/main" id="{86D82883-41D7-66E9-BCCA-65EA40049E0D}"/>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1605;p25">
              <a:extLst>
                <a:ext uri="{FF2B5EF4-FFF2-40B4-BE49-F238E27FC236}">
                  <a16:creationId xmlns:a16="http://schemas.microsoft.com/office/drawing/2014/main" id="{38E016BD-4145-CD6C-5EC3-898F278BDC4E}"/>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1606;p25">
              <a:extLst>
                <a:ext uri="{FF2B5EF4-FFF2-40B4-BE49-F238E27FC236}">
                  <a16:creationId xmlns:a16="http://schemas.microsoft.com/office/drawing/2014/main" id="{3715CDD4-5CF6-229D-99D2-961830403F3E}"/>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1607;p25">
              <a:extLst>
                <a:ext uri="{FF2B5EF4-FFF2-40B4-BE49-F238E27FC236}">
                  <a16:creationId xmlns:a16="http://schemas.microsoft.com/office/drawing/2014/main" id="{4711F0B3-2947-CDE4-BEE9-3D2E918B6F1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1608;p25">
              <a:extLst>
                <a:ext uri="{FF2B5EF4-FFF2-40B4-BE49-F238E27FC236}">
                  <a16:creationId xmlns:a16="http://schemas.microsoft.com/office/drawing/2014/main" id="{1F78C147-1970-3310-03A2-59884E85042B}"/>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1609;p25">
              <a:extLst>
                <a:ext uri="{FF2B5EF4-FFF2-40B4-BE49-F238E27FC236}">
                  <a16:creationId xmlns:a16="http://schemas.microsoft.com/office/drawing/2014/main" id="{C5FC0E75-2020-3F9F-5861-96C66B78BC4E}"/>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1610;p25">
              <a:extLst>
                <a:ext uri="{FF2B5EF4-FFF2-40B4-BE49-F238E27FC236}">
                  <a16:creationId xmlns:a16="http://schemas.microsoft.com/office/drawing/2014/main" id="{68B04AC1-B985-DDB3-3141-76A0C589974F}"/>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1611;p25">
              <a:extLst>
                <a:ext uri="{FF2B5EF4-FFF2-40B4-BE49-F238E27FC236}">
                  <a16:creationId xmlns:a16="http://schemas.microsoft.com/office/drawing/2014/main" id="{3662ED2F-94B1-2846-B796-E22E0D05971D}"/>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1612;p25">
              <a:extLst>
                <a:ext uri="{FF2B5EF4-FFF2-40B4-BE49-F238E27FC236}">
                  <a16:creationId xmlns:a16="http://schemas.microsoft.com/office/drawing/2014/main" id="{A93C08B3-687F-035F-698D-5279F17E181A}"/>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1613;p25">
              <a:extLst>
                <a:ext uri="{FF2B5EF4-FFF2-40B4-BE49-F238E27FC236}">
                  <a16:creationId xmlns:a16="http://schemas.microsoft.com/office/drawing/2014/main" id="{BF45BD38-8841-35B5-75A4-E5A61E74322D}"/>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1614;p25">
              <a:extLst>
                <a:ext uri="{FF2B5EF4-FFF2-40B4-BE49-F238E27FC236}">
                  <a16:creationId xmlns:a16="http://schemas.microsoft.com/office/drawing/2014/main" id="{0E0CFF4B-0136-E132-E145-B5C3175327A5}"/>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1615;p25">
              <a:extLst>
                <a:ext uri="{FF2B5EF4-FFF2-40B4-BE49-F238E27FC236}">
                  <a16:creationId xmlns:a16="http://schemas.microsoft.com/office/drawing/2014/main" id="{A1A8AD2F-1564-9739-5BA4-67E335DDB1BF}"/>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3" name="Google Shape;1616;p25">
              <a:extLst>
                <a:ext uri="{FF2B5EF4-FFF2-40B4-BE49-F238E27FC236}">
                  <a16:creationId xmlns:a16="http://schemas.microsoft.com/office/drawing/2014/main" id="{2E02231C-56D5-4C36-DFC8-1BC062B44093}"/>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617;p25">
              <a:extLst>
                <a:ext uri="{FF2B5EF4-FFF2-40B4-BE49-F238E27FC236}">
                  <a16:creationId xmlns:a16="http://schemas.microsoft.com/office/drawing/2014/main" id="{4FFDB1B1-B860-F358-3063-FB88716947E4}"/>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5" name="Google Shape;1618;p25">
              <a:extLst>
                <a:ext uri="{FF2B5EF4-FFF2-40B4-BE49-F238E27FC236}">
                  <a16:creationId xmlns:a16="http://schemas.microsoft.com/office/drawing/2014/main" id="{F1FC894E-10AC-8F7B-DC3D-30F9EF8B8E12}"/>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6" name="Google Shape;1619;p25">
              <a:extLst>
                <a:ext uri="{FF2B5EF4-FFF2-40B4-BE49-F238E27FC236}">
                  <a16:creationId xmlns:a16="http://schemas.microsoft.com/office/drawing/2014/main" id="{0B149D87-FD9A-5132-94CA-2F7F37CCA8F9}"/>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620;p25">
              <a:extLst>
                <a:ext uri="{FF2B5EF4-FFF2-40B4-BE49-F238E27FC236}">
                  <a16:creationId xmlns:a16="http://schemas.microsoft.com/office/drawing/2014/main" id="{1258BEB8-CA0F-E553-9DB9-EDDE3BE39202}"/>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621;p25">
              <a:extLst>
                <a:ext uri="{FF2B5EF4-FFF2-40B4-BE49-F238E27FC236}">
                  <a16:creationId xmlns:a16="http://schemas.microsoft.com/office/drawing/2014/main" id="{F6E05D8E-AA82-C32F-DE35-C6FF14B7F043}"/>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9" name="Google Shape;1622;p25">
              <a:extLst>
                <a:ext uri="{FF2B5EF4-FFF2-40B4-BE49-F238E27FC236}">
                  <a16:creationId xmlns:a16="http://schemas.microsoft.com/office/drawing/2014/main" id="{AC6244F8-CC8F-573F-8302-0C6C0007D40E}"/>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0" name="Google Shape;1623;p25">
              <a:extLst>
                <a:ext uri="{FF2B5EF4-FFF2-40B4-BE49-F238E27FC236}">
                  <a16:creationId xmlns:a16="http://schemas.microsoft.com/office/drawing/2014/main" id="{683CA30E-2B8D-DDE2-EE8E-D01545F29D31}"/>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1" name="Google Shape;1624;p25">
              <a:extLst>
                <a:ext uri="{FF2B5EF4-FFF2-40B4-BE49-F238E27FC236}">
                  <a16:creationId xmlns:a16="http://schemas.microsoft.com/office/drawing/2014/main" id="{8E465090-614C-05E0-1B03-8F1ED46FA830}"/>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2" name="Google Shape;1625;p25">
              <a:extLst>
                <a:ext uri="{FF2B5EF4-FFF2-40B4-BE49-F238E27FC236}">
                  <a16:creationId xmlns:a16="http://schemas.microsoft.com/office/drawing/2014/main" id="{3EE961C7-BC17-8CB4-C203-C7D90AB68016}"/>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3" name="Google Shape;1626;p25">
              <a:extLst>
                <a:ext uri="{FF2B5EF4-FFF2-40B4-BE49-F238E27FC236}">
                  <a16:creationId xmlns:a16="http://schemas.microsoft.com/office/drawing/2014/main" id="{E9E996AF-07B3-DA86-A5AE-333B52FC25D6}"/>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4" name="Google Shape;1627;p25">
              <a:extLst>
                <a:ext uri="{FF2B5EF4-FFF2-40B4-BE49-F238E27FC236}">
                  <a16:creationId xmlns:a16="http://schemas.microsoft.com/office/drawing/2014/main" id="{981A281E-7443-0913-E7AA-1B06843A0246}"/>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628;p25">
              <a:extLst>
                <a:ext uri="{FF2B5EF4-FFF2-40B4-BE49-F238E27FC236}">
                  <a16:creationId xmlns:a16="http://schemas.microsoft.com/office/drawing/2014/main" id="{662347B3-2D88-1A42-6D89-FCD7EAFD7BB6}"/>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629;p25">
              <a:extLst>
                <a:ext uri="{FF2B5EF4-FFF2-40B4-BE49-F238E27FC236}">
                  <a16:creationId xmlns:a16="http://schemas.microsoft.com/office/drawing/2014/main" id="{DEF298AE-7F2D-CF89-0FB2-ADC29702F02C}"/>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7" name="Google Shape;1630;p25">
              <a:extLst>
                <a:ext uri="{FF2B5EF4-FFF2-40B4-BE49-F238E27FC236}">
                  <a16:creationId xmlns:a16="http://schemas.microsoft.com/office/drawing/2014/main" id="{A2A932A7-571F-D73A-BA1A-7DA64DC66BCA}"/>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8" name="Google Shape;1631;p25">
              <a:extLst>
                <a:ext uri="{FF2B5EF4-FFF2-40B4-BE49-F238E27FC236}">
                  <a16:creationId xmlns:a16="http://schemas.microsoft.com/office/drawing/2014/main" id="{A099A3D1-5BAC-2448-6DD5-C50815C6993F}"/>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9" name="Google Shape;1632;p25">
              <a:extLst>
                <a:ext uri="{FF2B5EF4-FFF2-40B4-BE49-F238E27FC236}">
                  <a16:creationId xmlns:a16="http://schemas.microsoft.com/office/drawing/2014/main" id="{AEA5D76B-65EA-3E1E-FABD-92AB9C892096}"/>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0" name="Google Shape;1633;p25">
              <a:extLst>
                <a:ext uri="{FF2B5EF4-FFF2-40B4-BE49-F238E27FC236}">
                  <a16:creationId xmlns:a16="http://schemas.microsoft.com/office/drawing/2014/main" id="{1EABB4CC-AEF7-DB00-4CE4-19C35DB0EEBD}"/>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1" name="Google Shape;1634;p25">
              <a:extLst>
                <a:ext uri="{FF2B5EF4-FFF2-40B4-BE49-F238E27FC236}">
                  <a16:creationId xmlns:a16="http://schemas.microsoft.com/office/drawing/2014/main" id="{CAFC92FA-2F48-70F3-B799-A31F14D73999}"/>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2" name="Google Shape;1635;p25">
              <a:extLst>
                <a:ext uri="{FF2B5EF4-FFF2-40B4-BE49-F238E27FC236}">
                  <a16:creationId xmlns:a16="http://schemas.microsoft.com/office/drawing/2014/main" id="{C7712808-D190-4708-D0DA-3AEB2707C3F4}"/>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636;p25">
              <a:extLst>
                <a:ext uri="{FF2B5EF4-FFF2-40B4-BE49-F238E27FC236}">
                  <a16:creationId xmlns:a16="http://schemas.microsoft.com/office/drawing/2014/main" id="{181E760A-367E-247C-A2CC-99EB8E7163D8}"/>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637;p25">
              <a:extLst>
                <a:ext uri="{FF2B5EF4-FFF2-40B4-BE49-F238E27FC236}">
                  <a16:creationId xmlns:a16="http://schemas.microsoft.com/office/drawing/2014/main" id="{6B0B81F9-012B-9996-B1D7-71B0F179C36B}"/>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638;p25">
              <a:extLst>
                <a:ext uri="{FF2B5EF4-FFF2-40B4-BE49-F238E27FC236}">
                  <a16:creationId xmlns:a16="http://schemas.microsoft.com/office/drawing/2014/main" id="{2BBA43F4-B9CC-1A31-E644-185DA32DF217}"/>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6" name="Google Shape;1639;p25">
              <a:extLst>
                <a:ext uri="{FF2B5EF4-FFF2-40B4-BE49-F238E27FC236}">
                  <a16:creationId xmlns:a16="http://schemas.microsoft.com/office/drawing/2014/main" id="{9C920DE5-D392-6DC8-2028-5E4F097FD45E}"/>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7" name="Google Shape;1640;p25">
              <a:extLst>
                <a:ext uri="{FF2B5EF4-FFF2-40B4-BE49-F238E27FC236}">
                  <a16:creationId xmlns:a16="http://schemas.microsoft.com/office/drawing/2014/main" id="{828D4621-2381-7A24-DF80-58F9B1440A43}"/>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8" name="Google Shape;1641;p25">
              <a:extLst>
                <a:ext uri="{FF2B5EF4-FFF2-40B4-BE49-F238E27FC236}">
                  <a16:creationId xmlns:a16="http://schemas.microsoft.com/office/drawing/2014/main" id="{BA38054A-486D-3027-797C-155A069784AC}"/>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9" name="Google Shape;1642;p25">
              <a:extLst>
                <a:ext uri="{FF2B5EF4-FFF2-40B4-BE49-F238E27FC236}">
                  <a16:creationId xmlns:a16="http://schemas.microsoft.com/office/drawing/2014/main" id="{961BACE5-4D37-5366-0247-006B48AF7E21}"/>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0" name="Google Shape;1643;p25">
              <a:extLst>
                <a:ext uri="{FF2B5EF4-FFF2-40B4-BE49-F238E27FC236}">
                  <a16:creationId xmlns:a16="http://schemas.microsoft.com/office/drawing/2014/main" id="{FD45238D-BA98-4CF7-D9E7-9A0B86E6DB08}"/>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48" name="Google Shape;2232;p34">
            <a:extLst>
              <a:ext uri="{FF2B5EF4-FFF2-40B4-BE49-F238E27FC236}">
                <a16:creationId xmlns:a16="http://schemas.microsoft.com/office/drawing/2014/main" id="{7B696FE1-C3CD-0031-5BEB-44586CB588F4}"/>
              </a:ext>
            </a:extLst>
          </p:cNvPr>
          <p:cNvGrpSpPr/>
          <p:nvPr/>
        </p:nvGrpSpPr>
        <p:grpSpPr>
          <a:xfrm rot="10800000" flipH="1">
            <a:off x="-2596334" y="7635529"/>
            <a:ext cx="4962601" cy="16181231"/>
            <a:chOff x="-3170262" y="3452177"/>
            <a:chExt cx="3721951" cy="12135923"/>
          </a:xfrm>
        </p:grpSpPr>
        <p:sp>
          <p:nvSpPr>
            <p:cNvPr id="3349" name="Google Shape;2233;p34">
              <a:extLst>
                <a:ext uri="{FF2B5EF4-FFF2-40B4-BE49-F238E27FC236}">
                  <a16:creationId xmlns:a16="http://schemas.microsoft.com/office/drawing/2014/main" id="{04C1A127-0462-0C5B-EDC2-1EB4B74F996F}"/>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0" name="Google Shape;2234;p34">
              <a:extLst>
                <a:ext uri="{FF2B5EF4-FFF2-40B4-BE49-F238E27FC236}">
                  <a16:creationId xmlns:a16="http://schemas.microsoft.com/office/drawing/2014/main" id="{5D2329AC-5A67-9D03-DE98-C0CE7AF34431}"/>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1" name="Google Shape;2235;p34">
              <a:extLst>
                <a:ext uri="{FF2B5EF4-FFF2-40B4-BE49-F238E27FC236}">
                  <a16:creationId xmlns:a16="http://schemas.microsoft.com/office/drawing/2014/main" id="{FAF8E72D-7536-7294-ABF9-262380567D41}"/>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2" name="Google Shape;2236;p34">
              <a:extLst>
                <a:ext uri="{FF2B5EF4-FFF2-40B4-BE49-F238E27FC236}">
                  <a16:creationId xmlns:a16="http://schemas.microsoft.com/office/drawing/2014/main" id="{73A6967D-4EB3-6D3C-DF16-F5557C819FBD}"/>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3" name="Google Shape;2237;p34">
              <a:extLst>
                <a:ext uri="{FF2B5EF4-FFF2-40B4-BE49-F238E27FC236}">
                  <a16:creationId xmlns:a16="http://schemas.microsoft.com/office/drawing/2014/main" id="{4B07CEA6-289A-0C0D-7F0F-546A897529C9}"/>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4" name="Google Shape;2238;p34">
              <a:extLst>
                <a:ext uri="{FF2B5EF4-FFF2-40B4-BE49-F238E27FC236}">
                  <a16:creationId xmlns:a16="http://schemas.microsoft.com/office/drawing/2014/main" id="{28A9A258-E412-DFAD-2660-A3EEC0EF66E8}"/>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5" name="Google Shape;2239;p34">
              <a:extLst>
                <a:ext uri="{FF2B5EF4-FFF2-40B4-BE49-F238E27FC236}">
                  <a16:creationId xmlns:a16="http://schemas.microsoft.com/office/drawing/2014/main" id="{409DAC16-BBCD-B6F5-89FD-65661E0EBE9C}"/>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6" name="Google Shape;2240;p34">
              <a:extLst>
                <a:ext uri="{FF2B5EF4-FFF2-40B4-BE49-F238E27FC236}">
                  <a16:creationId xmlns:a16="http://schemas.microsoft.com/office/drawing/2014/main" id="{1B9AC7A5-382A-75A2-589C-68AE87841793}"/>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7" name="Google Shape;2241;p34">
              <a:extLst>
                <a:ext uri="{FF2B5EF4-FFF2-40B4-BE49-F238E27FC236}">
                  <a16:creationId xmlns:a16="http://schemas.microsoft.com/office/drawing/2014/main" id="{B879AE13-9B9B-760A-8843-E63AC3BF1C4D}"/>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8" name="Google Shape;2242;p34">
              <a:extLst>
                <a:ext uri="{FF2B5EF4-FFF2-40B4-BE49-F238E27FC236}">
                  <a16:creationId xmlns:a16="http://schemas.microsoft.com/office/drawing/2014/main" id="{2C40BC0A-1CCB-00ED-2D80-ED98964BF783}"/>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9" name="Google Shape;2243;p34">
              <a:extLst>
                <a:ext uri="{FF2B5EF4-FFF2-40B4-BE49-F238E27FC236}">
                  <a16:creationId xmlns:a16="http://schemas.microsoft.com/office/drawing/2014/main" id="{E1743665-BDF6-1141-4224-9811052A3DE4}"/>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0" name="Google Shape;2244;p34">
              <a:extLst>
                <a:ext uri="{FF2B5EF4-FFF2-40B4-BE49-F238E27FC236}">
                  <a16:creationId xmlns:a16="http://schemas.microsoft.com/office/drawing/2014/main" id="{746B667B-6C50-8E44-D19E-C8D8E229F2D9}"/>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1" name="Google Shape;2245;p34">
              <a:extLst>
                <a:ext uri="{FF2B5EF4-FFF2-40B4-BE49-F238E27FC236}">
                  <a16:creationId xmlns:a16="http://schemas.microsoft.com/office/drawing/2014/main" id="{8917EF6A-2358-BDB0-48A0-2A5EE71EE1BF}"/>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2" name="Google Shape;2246;p34">
              <a:extLst>
                <a:ext uri="{FF2B5EF4-FFF2-40B4-BE49-F238E27FC236}">
                  <a16:creationId xmlns:a16="http://schemas.microsoft.com/office/drawing/2014/main" id="{FAB771CF-9D55-0C53-06E3-201E1C3F1358}"/>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3" name="Google Shape;2247;p34">
              <a:extLst>
                <a:ext uri="{FF2B5EF4-FFF2-40B4-BE49-F238E27FC236}">
                  <a16:creationId xmlns:a16="http://schemas.microsoft.com/office/drawing/2014/main" id="{EFE66994-5CCE-7D7D-45E8-8EB68A86DF50}"/>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4" name="Google Shape;2248;p34">
              <a:extLst>
                <a:ext uri="{FF2B5EF4-FFF2-40B4-BE49-F238E27FC236}">
                  <a16:creationId xmlns:a16="http://schemas.microsoft.com/office/drawing/2014/main" id="{A5C6CB50-54C1-0A3F-A148-D1190A789046}"/>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5" name="Google Shape;2249;p34">
              <a:extLst>
                <a:ext uri="{FF2B5EF4-FFF2-40B4-BE49-F238E27FC236}">
                  <a16:creationId xmlns:a16="http://schemas.microsoft.com/office/drawing/2014/main" id="{2F722F46-41BA-BB66-8356-33E810CCA040}"/>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6" name="Google Shape;2250;p34">
              <a:extLst>
                <a:ext uri="{FF2B5EF4-FFF2-40B4-BE49-F238E27FC236}">
                  <a16:creationId xmlns:a16="http://schemas.microsoft.com/office/drawing/2014/main" id="{B2D30865-2972-FA48-F038-12F69D75B74F}"/>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7" name="Google Shape;2251;p34">
              <a:extLst>
                <a:ext uri="{FF2B5EF4-FFF2-40B4-BE49-F238E27FC236}">
                  <a16:creationId xmlns:a16="http://schemas.microsoft.com/office/drawing/2014/main" id="{A1E0C821-2F52-6439-9BAB-0C9E235AB762}"/>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8" name="Google Shape;2252;p34">
              <a:extLst>
                <a:ext uri="{FF2B5EF4-FFF2-40B4-BE49-F238E27FC236}">
                  <a16:creationId xmlns:a16="http://schemas.microsoft.com/office/drawing/2014/main" id="{9720268E-54B0-AD14-6080-BE4B982BF6E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9" name="Google Shape;2253;p34">
              <a:extLst>
                <a:ext uri="{FF2B5EF4-FFF2-40B4-BE49-F238E27FC236}">
                  <a16:creationId xmlns:a16="http://schemas.microsoft.com/office/drawing/2014/main" id="{7E9BD722-1B48-3140-E541-94AAA6FC5C49}"/>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0" name="Google Shape;2254;p34">
              <a:extLst>
                <a:ext uri="{FF2B5EF4-FFF2-40B4-BE49-F238E27FC236}">
                  <a16:creationId xmlns:a16="http://schemas.microsoft.com/office/drawing/2014/main" id="{B98D61B9-F8E9-8CDD-D468-4F9AD971F4F6}"/>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1" name="Google Shape;2255;p34">
              <a:extLst>
                <a:ext uri="{FF2B5EF4-FFF2-40B4-BE49-F238E27FC236}">
                  <a16:creationId xmlns:a16="http://schemas.microsoft.com/office/drawing/2014/main" id="{77A3BDF3-52DC-3573-FD6A-4CED75582F7B}"/>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2" name="Google Shape;2256;p34">
              <a:extLst>
                <a:ext uri="{FF2B5EF4-FFF2-40B4-BE49-F238E27FC236}">
                  <a16:creationId xmlns:a16="http://schemas.microsoft.com/office/drawing/2014/main" id="{0B9C012D-CFB3-9108-0BAD-2CA39BF9157D}"/>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3" name="Google Shape;2257;p34">
              <a:extLst>
                <a:ext uri="{FF2B5EF4-FFF2-40B4-BE49-F238E27FC236}">
                  <a16:creationId xmlns:a16="http://schemas.microsoft.com/office/drawing/2014/main" id="{86D12525-5BA4-A7DE-28D8-55BF152AA4DD}"/>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4" name="Google Shape;2258;p34">
              <a:extLst>
                <a:ext uri="{FF2B5EF4-FFF2-40B4-BE49-F238E27FC236}">
                  <a16:creationId xmlns:a16="http://schemas.microsoft.com/office/drawing/2014/main" id="{9B979D6D-5CB1-0E25-D5F5-C1E757A138A6}"/>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5" name="Google Shape;2259;p34">
              <a:extLst>
                <a:ext uri="{FF2B5EF4-FFF2-40B4-BE49-F238E27FC236}">
                  <a16:creationId xmlns:a16="http://schemas.microsoft.com/office/drawing/2014/main" id="{8C9F1233-1D3F-4C96-123F-A45726044F86}"/>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6" name="Google Shape;2260;p34">
              <a:extLst>
                <a:ext uri="{FF2B5EF4-FFF2-40B4-BE49-F238E27FC236}">
                  <a16:creationId xmlns:a16="http://schemas.microsoft.com/office/drawing/2014/main" id="{F725A3D8-87AA-148F-6E1F-82EE1F8F310D}"/>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7" name="Google Shape;2261;p34">
              <a:extLst>
                <a:ext uri="{FF2B5EF4-FFF2-40B4-BE49-F238E27FC236}">
                  <a16:creationId xmlns:a16="http://schemas.microsoft.com/office/drawing/2014/main" id="{81FA043E-2221-9235-5283-F077F2878259}"/>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8" name="Google Shape;2262;p34">
              <a:extLst>
                <a:ext uri="{FF2B5EF4-FFF2-40B4-BE49-F238E27FC236}">
                  <a16:creationId xmlns:a16="http://schemas.microsoft.com/office/drawing/2014/main" id="{1EA3BC2F-6F6A-88FC-B7B6-AAD5B4C94566}"/>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9" name="Google Shape;2263;p34">
              <a:extLst>
                <a:ext uri="{FF2B5EF4-FFF2-40B4-BE49-F238E27FC236}">
                  <a16:creationId xmlns:a16="http://schemas.microsoft.com/office/drawing/2014/main" id="{111430A5-2481-5BD2-7EFE-568D341831AE}"/>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0" name="Google Shape;2264;p34">
              <a:extLst>
                <a:ext uri="{FF2B5EF4-FFF2-40B4-BE49-F238E27FC236}">
                  <a16:creationId xmlns:a16="http://schemas.microsoft.com/office/drawing/2014/main" id="{81118D87-61B3-18DB-8470-9D9DBD1D838A}"/>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1" name="Google Shape;2265;p34">
              <a:extLst>
                <a:ext uri="{FF2B5EF4-FFF2-40B4-BE49-F238E27FC236}">
                  <a16:creationId xmlns:a16="http://schemas.microsoft.com/office/drawing/2014/main" id="{924603D7-E43E-E668-A1B1-519F589D79A0}"/>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2" name="Google Shape;2266;p34">
              <a:extLst>
                <a:ext uri="{FF2B5EF4-FFF2-40B4-BE49-F238E27FC236}">
                  <a16:creationId xmlns:a16="http://schemas.microsoft.com/office/drawing/2014/main" id="{62D49177-6C86-720D-E210-CC65ED4094CA}"/>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3" name="Google Shape;2267;p34">
              <a:extLst>
                <a:ext uri="{FF2B5EF4-FFF2-40B4-BE49-F238E27FC236}">
                  <a16:creationId xmlns:a16="http://schemas.microsoft.com/office/drawing/2014/main" id="{C577CB15-69D0-E222-6CD5-507DC367EF47}"/>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4" name="Google Shape;2268;p34">
              <a:extLst>
                <a:ext uri="{FF2B5EF4-FFF2-40B4-BE49-F238E27FC236}">
                  <a16:creationId xmlns:a16="http://schemas.microsoft.com/office/drawing/2014/main" id="{EB9F05B8-C270-98B5-4FFF-9A90EB8FB55E}"/>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5" name="Google Shape;2269;p34">
              <a:extLst>
                <a:ext uri="{FF2B5EF4-FFF2-40B4-BE49-F238E27FC236}">
                  <a16:creationId xmlns:a16="http://schemas.microsoft.com/office/drawing/2014/main" id="{CAAAB80D-A8C9-C47B-9847-F444454D775D}"/>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6" name="Google Shape;2270;p34">
              <a:extLst>
                <a:ext uri="{FF2B5EF4-FFF2-40B4-BE49-F238E27FC236}">
                  <a16:creationId xmlns:a16="http://schemas.microsoft.com/office/drawing/2014/main" id="{08524803-A0D5-8351-3852-933F0559AC3C}"/>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7" name="Google Shape;2271;p34">
              <a:extLst>
                <a:ext uri="{FF2B5EF4-FFF2-40B4-BE49-F238E27FC236}">
                  <a16:creationId xmlns:a16="http://schemas.microsoft.com/office/drawing/2014/main" id="{484EFE3C-7ED7-025D-60D4-6774FC4E7B0D}"/>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8" name="Google Shape;2272;p34">
              <a:extLst>
                <a:ext uri="{FF2B5EF4-FFF2-40B4-BE49-F238E27FC236}">
                  <a16:creationId xmlns:a16="http://schemas.microsoft.com/office/drawing/2014/main" id="{BC9F4892-4BF1-51D7-4B6E-8038F34B7A0D}"/>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9" name="Google Shape;2273;p34">
              <a:extLst>
                <a:ext uri="{FF2B5EF4-FFF2-40B4-BE49-F238E27FC236}">
                  <a16:creationId xmlns:a16="http://schemas.microsoft.com/office/drawing/2014/main" id="{37C7D8C8-CE3A-8C25-6565-8A9B95CE4458}"/>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0" name="Google Shape;2274;p34">
              <a:extLst>
                <a:ext uri="{FF2B5EF4-FFF2-40B4-BE49-F238E27FC236}">
                  <a16:creationId xmlns:a16="http://schemas.microsoft.com/office/drawing/2014/main" id="{498BFACD-A497-8316-A77E-115F7A60AF66}"/>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1" name="Google Shape;2275;p34">
              <a:extLst>
                <a:ext uri="{FF2B5EF4-FFF2-40B4-BE49-F238E27FC236}">
                  <a16:creationId xmlns:a16="http://schemas.microsoft.com/office/drawing/2014/main" id="{BBDC961C-D851-A804-0E8F-A003D9858C86}"/>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0" name="Google Shape;2276;p34">
              <a:extLst>
                <a:ext uri="{FF2B5EF4-FFF2-40B4-BE49-F238E27FC236}">
                  <a16:creationId xmlns:a16="http://schemas.microsoft.com/office/drawing/2014/main" id="{4737C0D4-3BC0-1272-9634-9188D9CAE753}"/>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1" name="Google Shape;2277;p34">
              <a:extLst>
                <a:ext uri="{FF2B5EF4-FFF2-40B4-BE49-F238E27FC236}">
                  <a16:creationId xmlns:a16="http://schemas.microsoft.com/office/drawing/2014/main" id="{861AFDB3-FFB2-C820-5CA0-95080D747B04}"/>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2" name="Google Shape;2278;p34">
              <a:extLst>
                <a:ext uri="{FF2B5EF4-FFF2-40B4-BE49-F238E27FC236}">
                  <a16:creationId xmlns:a16="http://schemas.microsoft.com/office/drawing/2014/main" id="{D7425F0E-90AA-DD24-AD16-94007BB93509}"/>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3" name="Google Shape;2279;p34">
              <a:extLst>
                <a:ext uri="{FF2B5EF4-FFF2-40B4-BE49-F238E27FC236}">
                  <a16:creationId xmlns:a16="http://schemas.microsoft.com/office/drawing/2014/main" id="{A172B1E5-F5EB-05C7-254A-778697114A1F}"/>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4" name="Google Shape;2280;p34">
              <a:extLst>
                <a:ext uri="{FF2B5EF4-FFF2-40B4-BE49-F238E27FC236}">
                  <a16:creationId xmlns:a16="http://schemas.microsoft.com/office/drawing/2014/main" id="{25E1C6E9-B72A-7EE5-D167-AAB2F01C993E}"/>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5" name="Google Shape;2281;p34">
              <a:extLst>
                <a:ext uri="{FF2B5EF4-FFF2-40B4-BE49-F238E27FC236}">
                  <a16:creationId xmlns:a16="http://schemas.microsoft.com/office/drawing/2014/main" id="{C4900479-59D5-EFCB-FC2B-16915DE0EB98}"/>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6" name="Google Shape;2282;p34">
              <a:extLst>
                <a:ext uri="{FF2B5EF4-FFF2-40B4-BE49-F238E27FC236}">
                  <a16:creationId xmlns:a16="http://schemas.microsoft.com/office/drawing/2014/main" id="{29344CBC-929D-2AE2-CDC1-707DC659939D}"/>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7" name="Google Shape;2283;p34">
              <a:extLst>
                <a:ext uri="{FF2B5EF4-FFF2-40B4-BE49-F238E27FC236}">
                  <a16:creationId xmlns:a16="http://schemas.microsoft.com/office/drawing/2014/main" id="{C845DF0B-A06B-0E68-B815-C5D72222266B}"/>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8" name="Google Shape;2284;p34">
              <a:extLst>
                <a:ext uri="{FF2B5EF4-FFF2-40B4-BE49-F238E27FC236}">
                  <a16:creationId xmlns:a16="http://schemas.microsoft.com/office/drawing/2014/main" id="{9D8853F9-FF91-1070-4A65-579B760C282E}"/>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9" name="Google Shape;2285;p34">
              <a:extLst>
                <a:ext uri="{FF2B5EF4-FFF2-40B4-BE49-F238E27FC236}">
                  <a16:creationId xmlns:a16="http://schemas.microsoft.com/office/drawing/2014/main" id="{0E0E8802-E083-EB53-05B2-3E7D3DE4EBDE}"/>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0" name="Google Shape;2286;p34">
              <a:extLst>
                <a:ext uri="{FF2B5EF4-FFF2-40B4-BE49-F238E27FC236}">
                  <a16:creationId xmlns:a16="http://schemas.microsoft.com/office/drawing/2014/main" id="{7891A36A-1C5E-4A5A-4867-E82860603E60}"/>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2" name="Google Shape;2287;p34">
              <a:extLst>
                <a:ext uri="{FF2B5EF4-FFF2-40B4-BE49-F238E27FC236}">
                  <a16:creationId xmlns:a16="http://schemas.microsoft.com/office/drawing/2014/main" id="{57B011E0-2A88-B056-5EEB-79F72E949987}"/>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3" name="Google Shape;2288;p34">
              <a:extLst>
                <a:ext uri="{FF2B5EF4-FFF2-40B4-BE49-F238E27FC236}">
                  <a16:creationId xmlns:a16="http://schemas.microsoft.com/office/drawing/2014/main" id="{E4B98A6B-4729-84EC-8300-4E05470B63B1}"/>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94" name="Google Shape;2289;p34">
            <a:extLst>
              <a:ext uri="{FF2B5EF4-FFF2-40B4-BE49-F238E27FC236}">
                <a16:creationId xmlns:a16="http://schemas.microsoft.com/office/drawing/2014/main" id="{093E0D4A-58AB-54DB-F81E-4D5E06601BAE}"/>
              </a:ext>
            </a:extLst>
          </p:cNvPr>
          <p:cNvGrpSpPr/>
          <p:nvPr/>
        </p:nvGrpSpPr>
        <p:grpSpPr>
          <a:xfrm rot="10800000">
            <a:off x="-3554534" y="8429529"/>
            <a:ext cx="4962601" cy="16181231"/>
            <a:chOff x="-3170262" y="3452177"/>
            <a:chExt cx="3721951" cy="12135923"/>
          </a:xfrm>
        </p:grpSpPr>
        <p:sp>
          <p:nvSpPr>
            <p:cNvPr id="3395" name="Google Shape;2290;p34">
              <a:extLst>
                <a:ext uri="{FF2B5EF4-FFF2-40B4-BE49-F238E27FC236}">
                  <a16:creationId xmlns:a16="http://schemas.microsoft.com/office/drawing/2014/main" id="{1F7B6F98-7DA8-7234-0629-7BCBA7CBA208}"/>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6" name="Google Shape;2291;p34">
              <a:extLst>
                <a:ext uri="{FF2B5EF4-FFF2-40B4-BE49-F238E27FC236}">
                  <a16:creationId xmlns:a16="http://schemas.microsoft.com/office/drawing/2014/main" id="{3198EAF1-32EA-917A-C2AF-CAFB7A3C737E}"/>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7" name="Google Shape;2292;p34">
              <a:extLst>
                <a:ext uri="{FF2B5EF4-FFF2-40B4-BE49-F238E27FC236}">
                  <a16:creationId xmlns:a16="http://schemas.microsoft.com/office/drawing/2014/main" id="{BB81F21F-956C-2D34-A2F0-ABD63AEDDD9E}"/>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8" name="Google Shape;2293;p34">
              <a:extLst>
                <a:ext uri="{FF2B5EF4-FFF2-40B4-BE49-F238E27FC236}">
                  <a16:creationId xmlns:a16="http://schemas.microsoft.com/office/drawing/2014/main" id="{B28B52B1-6B07-F269-2E90-1F6AB042F094}"/>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9" name="Google Shape;2294;p34">
              <a:extLst>
                <a:ext uri="{FF2B5EF4-FFF2-40B4-BE49-F238E27FC236}">
                  <a16:creationId xmlns:a16="http://schemas.microsoft.com/office/drawing/2014/main" id="{6A0AB58E-5D8F-33B9-5A78-4C6DE67DCF2A}"/>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0" name="Google Shape;2295;p34">
              <a:extLst>
                <a:ext uri="{FF2B5EF4-FFF2-40B4-BE49-F238E27FC236}">
                  <a16:creationId xmlns:a16="http://schemas.microsoft.com/office/drawing/2014/main" id="{067D17A7-FDB8-B46A-4839-4C06C81D9F2D}"/>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1" name="Google Shape;2296;p34">
              <a:extLst>
                <a:ext uri="{FF2B5EF4-FFF2-40B4-BE49-F238E27FC236}">
                  <a16:creationId xmlns:a16="http://schemas.microsoft.com/office/drawing/2014/main" id="{8F8C8FC0-5152-C65F-2DD5-79642E204596}"/>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2" name="Google Shape;2297;p34">
              <a:extLst>
                <a:ext uri="{FF2B5EF4-FFF2-40B4-BE49-F238E27FC236}">
                  <a16:creationId xmlns:a16="http://schemas.microsoft.com/office/drawing/2014/main" id="{28E16FE0-53D0-23BD-CF39-45C576478B3D}"/>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3" name="Google Shape;2298;p34">
              <a:extLst>
                <a:ext uri="{FF2B5EF4-FFF2-40B4-BE49-F238E27FC236}">
                  <a16:creationId xmlns:a16="http://schemas.microsoft.com/office/drawing/2014/main" id="{ACFD8D5F-8856-628F-FD30-116967807DED}"/>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4" name="Google Shape;2299;p34">
              <a:extLst>
                <a:ext uri="{FF2B5EF4-FFF2-40B4-BE49-F238E27FC236}">
                  <a16:creationId xmlns:a16="http://schemas.microsoft.com/office/drawing/2014/main" id="{F33AF721-7CF6-4BA0-2880-7BC51FE11650}"/>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5" name="Google Shape;2300;p34">
              <a:extLst>
                <a:ext uri="{FF2B5EF4-FFF2-40B4-BE49-F238E27FC236}">
                  <a16:creationId xmlns:a16="http://schemas.microsoft.com/office/drawing/2014/main" id="{0353FB11-63AE-A3F9-E468-21B3C8242114}"/>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6" name="Google Shape;2301;p34">
              <a:extLst>
                <a:ext uri="{FF2B5EF4-FFF2-40B4-BE49-F238E27FC236}">
                  <a16:creationId xmlns:a16="http://schemas.microsoft.com/office/drawing/2014/main" id="{B71F3FD1-02F2-CC01-561B-834351BC3E46}"/>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7" name="Google Shape;2302;p34">
              <a:extLst>
                <a:ext uri="{FF2B5EF4-FFF2-40B4-BE49-F238E27FC236}">
                  <a16:creationId xmlns:a16="http://schemas.microsoft.com/office/drawing/2014/main" id="{B510E913-FA3A-E3E0-9C1D-954345D4DE01}"/>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8" name="Google Shape;2303;p34">
              <a:extLst>
                <a:ext uri="{FF2B5EF4-FFF2-40B4-BE49-F238E27FC236}">
                  <a16:creationId xmlns:a16="http://schemas.microsoft.com/office/drawing/2014/main" id="{740D6E37-8213-A480-9402-E6E8F18317E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9" name="Google Shape;2304;p34">
              <a:extLst>
                <a:ext uri="{FF2B5EF4-FFF2-40B4-BE49-F238E27FC236}">
                  <a16:creationId xmlns:a16="http://schemas.microsoft.com/office/drawing/2014/main" id="{48C1A67F-AF9D-31B5-48C7-6C858C33D7C7}"/>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0" name="Google Shape;2305;p34">
              <a:extLst>
                <a:ext uri="{FF2B5EF4-FFF2-40B4-BE49-F238E27FC236}">
                  <a16:creationId xmlns:a16="http://schemas.microsoft.com/office/drawing/2014/main" id="{34CFDC9F-A5AD-58C6-A69B-D0786FE610F8}"/>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1" name="Google Shape;2306;p34">
              <a:extLst>
                <a:ext uri="{FF2B5EF4-FFF2-40B4-BE49-F238E27FC236}">
                  <a16:creationId xmlns:a16="http://schemas.microsoft.com/office/drawing/2014/main" id="{6CF12400-7857-A7D9-309A-981AA46B7875}"/>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2" name="Google Shape;2307;p34">
              <a:extLst>
                <a:ext uri="{FF2B5EF4-FFF2-40B4-BE49-F238E27FC236}">
                  <a16:creationId xmlns:a16="http://schemas.microsoft.com/office/drawing/2014/main" id="{764C921F-A13F-6CA2-CF23-761BB25C79C3}"/>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3" name="Google Shape;2308;p34">
              <a:extLst>
                <a:ext uri="{FF2B5EF4-FFF2-40B4-BE49-F238E27FC236}">
                  <a16:creationId xmlns:a16="http://schemas.microsoft.com/office/drawing/2014/main" id="{590E51B7-85CD-2C89-EAB9-2EB33D93381B}"/>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4" name="Google Shape;2309;p34">
              <a:extLst>
                <a:ext uri="{FF2B5EF4-FFF2-40B4-BE49-F238E27FC236}">
                  <a16:creationId xmlns:a16="http://schemas.microsoft.com/office/drawing/2014/main" id="{8341CC8C-EA78-A0ED-FF79-FA3F40BEED48}"/>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5" name="Google Shape;2310;p34">
              <a:extLst>
                <a:ext uri="{FF2B5EF4-FFF2-40B4-BE49-F238E27FC236}">
                  <a16:creationId xmlns:a16="http://schemas.microsoft.com/office/drawing/2014/main" id="{1AF09847-DEB1-2EA2-4D12-39BAEA24AD7B}"/>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6" name="Google Shape;2311;p34">
              <a:extLst>
                <a:ext uri="{FF2B5EF4-FFF2-40B4-BE49-F238E27FC236}">
                  <a16:creationId xmlns:a16="http://schemas.microsoft.com/office/drawing/2014/main" id="{0242A030-F5A8-76E7-2D84-20ADB2139B3F}"/>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7" name="Google Shape;2312;p34">
              <a:extLst>
                <a:ext uri="{FF2B5EF4-FFF2-40B4-BE49-F238E27FC236}">
                  <a16:creationId xmlns:a16="http://schemas.microsoft.com/office/drawing/2014/main" id="{8D7DEA2A-A9FB-AF0D-71CF-EB468301A0BF}"/>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8" name="Google Shape;2313;p34">
              <a:extLst>
                <a:ext uri="{FF2B5EF4-FFF2-40B4-BE49-F238E27FC236}">
                  <a16:creationId xmlns:a16="http://schemas.microsoft.com/office/drawing/2014/main" id="{8E5E0BDB-074F-5021-5BD2-5FA591A7CF33}"/>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9" name="Google Shape;2314;p34">
              <a:extLst>
                <a:ext uri="{FF2B5EF4-FFF2-40B4-BE49-F238E27FC236}">
                  <a16:creationId xmlns:a16="http://schemas.microsoft.com/office/drawing/2014/main" id="{C85FCDF9-F721-51C4-626C-02CAC252EB39}"/>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0" name="Google Shape;2315;p34">
              <a:extLst>
                <a:ext uri="{FF2B5EF4-FFF2-40B4-BE49-F238E27FC236}">
                  <a16:creationId xmlns:a16="http://schemas.microsoft.com/office/drawing/2014/main" id="{DC804A6F-3D9F-5F9A-E134-D7849C62F0B5}"/>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1" name="Google Shape;2316;p34">
              <a:extLst>
                <a:ext uri="{FF2B5EF4-FFF2-40B4-BE49-F238E27FC236}">
                  <a16:creationId xmlns:a16="http://schemas.microsoft.com/office/drawing/2014/main" id="{38CC6B47-0E00-D588-79D8-F1CBA5321987}"/>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2" name="Google Shape;2317;p34">
              <a:extLst>
                <a:ext uri="{FF2B5EF4-FFF2-40B4-BE49-F238E27FC236}">
                  <a16:creationId xmlns:a16="http://schemas.microsoft.com/office/drawing/2014/main" id="{F78239AD-0334-49D0-6B81-2DC5C3CA9A6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3" name="Google Shape;2318;p34">
              <a:extLst>
                <a:ext uri="{FF2B5EF4-FFF2-40B4-BE49-F238E27FC236}">
                  <a16:creationId xmlns:a16="http://schemas.microsoft.com/office/drawing/2014/main" id="{B6EA09A2-E9D3-362D-736E-1D4BF74EF115}"/>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4" name="Google Shape;2319;p34">
              <a:extLst>
                <a:ext uri="{FF2B5EF4-FFF2-40B4-BE49-F238E27FC236}">
                  <a16:creationId xmlns:a16="http://schemas.microsoft.com/office/drawing/2014/main" id="{6B85C20C-ABB8-49E3-BDC7-CBBFA25CA54F}"/>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5" name="Google Shape;2320;p34">
              <a:extLst>
                <a:ext uri="{FF2B5EF4-FFF2-40B4-BE49-F238E27FC236}">
                  <a16:creationId xmlns:a16="http://schemas.microsoft.com/office/drawing/2014/main" id="{FA45127C-210E-D6C0-9487-346EADF9ABDF}"/>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6" name="Google Shape;2321;p34">
              <a:extLst>
                <a:ext uri="{FF2B5EF4-FFF2-40B4-BE49-F238E27FC236}">
                  <a16:creationId xmlns:a16="http://schemas.microsoft.com/office/drawing/2014/main" id="{6F3C0B51-14F6-E683-02A9-6538F0692339}"/>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7" name="Google Shape;2322;p34">
              <a:extLst>
                <a:ext uri="{FF2B5EF4-FFF2-40B4-BE49-F238E27FC236}">
                  <a16:creationId xmlns:a16="http://schemas.microsoft.com/office/drawing/2014/main" id="{6D4BB5B5-8890-3B09-B8CF-837A640E14EA}"/>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8" name="Google Shape;2323;p34">
              <a:extLst>
                <a:ext uri="{FF2B5EF4-FFF2-40B4-BE49-F238E27FC236}">
                  <a16:creationId xmlns:a16="http://schemas.microsoft.com/office/drawing/2014/main" id="{19E92A67-EB72-E3FC-D0E4-8763870398C3}"/>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9" name="Google Shape;2324;p34">
              <a:extLst>
                <a:ext uri="{FF2B5EF4-FFF2-40B4-BE49-F238E27FC236}">
                  <a16:creationId xmlns:a16="http://schemas.microsoft.com/office/drawing/2014/main" id="{96F8B731-72CE-12FA-37B6-B81825CC2E29}"/>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0" name="Google Shape;2325;p34">
              <a:extLst>
                <a:ext uri="{FF2B5EF4-FFF2-40B4-BE49-F238E27FC236}">
                  <a16:creationId xmlns:a16="http://schemas.microsoft.com/office/drawing/2014/main" id="{4361793C-746B-4327-0C28-FE45BDE74EA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1" name="Google Shape;2326;p34">
              <a:extLst>
                <a:ext uri="{FF2B5EF4-FFF2-40B4-BE49-F238E27FC236}">
                  <a16:creationId xmlns:a16="http://schemas.microsoft.com/office/drawing/2014/main" id="{A7DEF271-7564-0325-C60F-04D8F482A860}"/>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2" name="Google Shape;2327;p34">
              <a:extLst>
                <a:ext uri="{FF2B5EF4-FFF2-40B4-BE49-F238E27FC236}">
                  <a16:creationId xmlns:a16="http://schemas.microsoft.com/office/drawing/2014/main" id="{223306D8-DF9C-EB39-92B2-B6997F45F5AB}"/>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3" name="Google Shape;2328;p34">
              <a:extLst>
                <a:ext uri="{FF2B5EF4-FFF2-40B4-BE49-F238E27FC236}">
                  <a16:creationId xmlns:a16="http://schemas.microsoft.com/office/drawing/2014/main" id="{124E7027-EBB0-DAEF-FE84-6A1B23C7D7F4}"/>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4" name="Google Shape;2329;p34">
              <a:extLst>
                <a:ext uri="{FF2B5EF4-FFF2-40B4-BE49-F238E27FC236}">
                  <a16:creationId xmlns:a16="http://schemas.microsoft.com/office/drawing/2014/main" id="{D82C197A-AB8C-5DC0-E374-315E322EB991}"/>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5" name="Google Shape;2330;p34">
              <a:extLst>
                <a:ext uri="{FF2B5EF4-FFF2-40B4-BE49-F238E27FC236}">
                  <a16:creationId xmlns:a16="http://schemas.microsoft.com/office/drawing/2014/main" id="{761E269A-B0BD-3229-FBFB-BFC3DEAE1616}"/>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6" name="Google Shape;2331;p34">
              <a:extLst>
                <a:ext uri="{FF2B5EF4-FFF2-40B4-BE49-F238E27FC236}">
                  <a16:creationId xmlns:a16="http://schemas.microsoft.com/office/drawing/2014/main" id="{62E3761E-FCE3-2C1C-76F7-557413FEBAD7}"/>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7" name="Google Shape;2332;p34">
              <a:extLst>
                <a:ext uri="{FF2B5EF4-FFF2-40B4-BE49-F238E27FC236}">
                  <a16:creationId xmlns:a16="http://schemas.microsoft.com/office/drawing/2014/main" id="{C43C2B2F-F180-614F-784C-FF58E65CD7A9}"/>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8" name="Google Shape;2333;p34">
              <a:extLst>
                <a:ext uri="{FF2B5EF4-FFF2-40B4-BE49-F238E27FC236}">
                  <a16:creationId xmlns:a16="http://schemas.microsoft.com/office/drawing/2014/main" id="{727F32D2-F74C-A5DD-F827-FE8B0A2052C3}"/>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9" name="Google Shape;2334;p34">
              <a:extLst>
                <a:ext uri="{FF2B5EF4-FFF2-40B4-BE49-F238E27FC236}">
                  <a16:creationId xmlns:a16="http://schemas.microsoft.com/office/drawing/2014/main" id="{CDFDF478-B05E-3892-46AF-712F02011B16}"/>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0" name="Google Shape;2335;p34">
              <a:extLst>
                <a:ext uri="{FF2B5EF4-FFF2-40B4-BE49-F238E27FC236}">
                  <a16:creationId xmlns:a16="http://schemas.microsoft.com/office/drawing/2014/main" id="{4057473F-D88B-F276-AE6E-104314208803}"/>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1" name="Google Shape;2336;p34">
              <a:extLst>
                <a:ext uri="{FF2B5EF4-FFF2-40B4-BE49-F238E27FC236}">
                  <a16:creationId xmlns:a16="http://schemas.microsoft.com/office/drawing/2014/main" id="{85090B6E-EE69-2F42-9D8B-713076C36E32}"/>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2" name="Google Shape;2337;p34">
              <a:extLst>
                <a:ext uri="{FF2B5EF4-FFF2-40B4-BE49-F238E27FC236}">
                  <a16:creationId xmlns:a16="http://schemas.microsoft.com/office/drawing/2014/main" id="{14E0A2BD-D8C2-D4E1-48C1-7ED4ADC2029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3" name="Google Shape;2338;p34">
              <a:extLst>
                <a:ext uri="{FF2B5EF4-FFF2-40B4-BE49-F238E27FC236}">
                  <a16:creationId xmlns:a16="http://schemas.microsoft.com/office/drawing/2014/main" id="{46169200-C3EB-8563-9859-394463B88F56}"/>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4" name="Google Shape;2339;p34">
              <a:extLst>
                <a:ext uri="{FF2B5EF4-FFF2-40B4-BE49-F238E27FC236}">
                  <a16:creationId xmlns:a16="http://schemas.microsoft.com/office/drawing/2014/main" id="{2BEEE308-E2F8-6476-AD62-F3884F01D463}"/>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5" name="Google Shape;2340;p34">
              <a:extLst>
                <a:ext uri="{FF2B5EF4-FFF2-40B4-BE49-F238E27FC236}">
                  <a16:creationId xmlns:a16="http://schemas.microsoft.com/office/drawing/2014/main" id="{A372FD7A-4F17-6A9F-2F3F-CBBBCC421ED1}"/>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6" name="Google Shape;2341;p34">
              <a:extLst>
                <a:ext uri="{FF2B5EF4-FFF2-40B4-BE49-F238E27FC236}">
                  <a16:creationId xmlns:a16="http://schemas.microsoft.com/office/drawing/2014/main" id="{9B6EB512-EEDF-541C-FB8F-D275D9C4C6B2}"/>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7" name="Google Shape;2342;p34">
              <a:extLst>
                <a:ext uri="{FF2B5EF4-FFF2-40B4-BE49-F238E27FC236}">
                  <a16:creationId xmlns:a16="http://schemas.microsoft.com/office/drawing/2014/main" id="{50C85D31-F49B-BB1D-6DE4-AF2BF6924DE2}"/>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8" name="Google Shape;2343;p34">
              <a:extLst>
                <a:ext uri="{FF2B5EF4-FFF2-40B4-BE49-F238E27FC236}">
                  <a16:creationId xmlns:a16="http://schemas.microsoft.com/office/drawing/2014/main" id="{BFC3EE29-4EF4-4B07-890E-47EBAE5C2DCF}"/>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9" name="Google Shape;2344;p34">
              <a:extLst>
                <a:ext uri="{FF2B5EF4-FFF2-40B4-BE49-F238E27FC236}">
                  <a16:creationId xmlns:a16="http://schemas.microsoft.com/office/drawing/2014/main" id="{14714862-5E5C-6ED1-821B-94755DE6DD08}"/>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0" name="Google Shape;2345;p34">
              <a:extLst>
                <a:ext uri="{FF2B5EF4-FFF2-40B4-BE49-F238E27FC236}">
                  <a16:creationId xmlns:a16="http://schemas.microsoft.com/office/drawing/2014/main" id="{BDED9672-18B0-D389-F236-F7B89105FF75}"/>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451" name="Google Shape;2346;p34">
            <a:extLst>
              <a:ext uri="{FF2B5EF4-FFF2-40B4-BE49-F238E27FC236}">
                <a16:creationId xmlns:a16="http://schemas.microsoft.com/office/drawing/2014/main" id="{60D29384-331D-4B6E-5C05-AD772ACF3120}"/>
              </a:ext>
            </a:extLst>
          </p:cNvPr>
          <p:cNvGrpSpPr/>
          <p:nvPr/>
        </p:nvGrpSpPr>
        <p:grpSpPr>
          <a:xfrm flipH="1">
            <a:off x="9825733" y="-16965744"/>
            <a:ext cx="4962601" cy="16181231"/>
            <a:chOff x="-3170262" y="3452177"/>
            <a:chExt cx="3721951" cy="12135923"/>
          </a:xfrm>
        </p:grpSpPr>
        <p:sp>
          <p:nvSpPr>
            <p:cNvPr id="3452" name="Google Shape;2347;p34">
              <a:extLst>
                <a:ext uri="{FF2B5EF4-FFF2-40B4-BE49-F238E27FC236}">
                  <a16:creationId xmlns:a16="http://schemas.microsoft.com/office/drawing/2014/main" id="{1EF4F8F8-3CC7-F19B-44D2-3FF202857085}"/>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3" name="Google Shape;2348;p34">
              <a:extLst>
                <a:ext uri="{FF2B5EF4-FFF2-40B4-BE49-F238E27FC236}">
                  <a16:creationId xmlns:a16="http://schemas.microsoft.com/office/drawing/2014/main" id="{9F9D3BD9-B6EF-0F5C-4BE5-92A16484A890}"/>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4" name="Google Shape;2349;p34">
              <a:extLst>
                <a:ext uri="{FF2B5EF4-FFF2-40B4-BE49-F238E27FC236}">
                  <a16:creationId xmlns:a16="http://schemas.microsoft.com/office/drawing/2014/main" id="{3EABE842-39DB-0480-F5D7-D0E2233D3509}"/>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5" name="Google Shape;2350;p34">
              <a:extLst>
                <a:ext uri="{FF2B5EF4-FFF2-40B4-BE49-F238E27FC236}">
                  <a16:creationId xmlns:a16="http://schemas.microsoft.com/office/drawing/2014/main" id="{C4E8D1A7-2689-EAC0-F275-3C0120CF0304}"/>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6" name="Google Shape;2351;p34">
              <a:extLst>
                <a:ext uri="{FF2B5EF4-FFF2-40B4-BE49-F238E27FC236}">
                  <a16:creationId xmlns:a16="http://schemas.microsoft.com/office/drawing/2014/main" id="{54B316CE-0F3C-BA7B-BF25-CF284974ACE9}"/>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7" name="Google Shape;2352;p34">
              <a:extLst>
                <a:ext uri="{FF2B5EF4-FFF2-40B4-BE49-F238E27FC236}">
                  <a16:creationId xmlns:a16="http://schemas.microsoft.com/office/drawing/2014/main" id="{8378D231-1E10-704E-5D06-ACAA36ACCE10}"/>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8" name="Google Shape;2353;p34">
              <a:extLst>
                <a:ext uri="{FF2B5EF4-FFF2-40B4-BE49-F238E27FC236}">
                  <a16:creationId xmlns:a16="http://schemas.microsoft.com/office/drawing/2014/main" id="{3ED98FFD-259C-FDD4-73EF-A1DD04172514}"/>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9" name="Google Shape;2354;p34">
              <a:extLst>
                <a:ext uri="{FF2B5EF4-FFF2-40B4-BE49-F238E27FC236}">
                  <a16:creationId xmlns:a16="http://schemas.microsoft.com/office/drawing/2014/main" id="{4F88F8E4-BF6E-BAF0-8A9E-803E9DCFEB9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0" name="Google Shape;2355;p34">
              <a:extLst>
                <a:ext uri="{FF2B5EF4-FFF2-40B4-BE49-F238E27FC236}">
                  <a16:creationId xmlns:a16="http://schemas.microsoft.com/office/drawing/2014/main" id="{B40DF9C8-4E28-B4CD-FE76-9CE91EEFA70F}"/>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1" name="Google Shape;2356;p34">
              <a:extLst>
                <a:ext uri="{FF2B5EF4-FFF2-40B4-BE49-F238E27FC236}">
                  <a16:creationId xmlns:a16="http://schemas.microsoft.com/office/drawing/2014/main" id="{B5518571-269C-E67D-E7D1-47E71CF32D2C}"/>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2" name="Google Shape;2357;p34">
              <a:extLst>
                <a:ext uri="{FF2B5EF4-FFF2-40B4-BE49-F238E27FC236}">
                  <a16:creationId xmlns:a16="http://schemas.microsoft.com/office/drawing/2014/main" id="{54EA32B6-EA55-D4EB-AC7B-95035EEC0C3E}"/>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3" name="Google Shape;2358;p34">
              <a:extLst>
                <a:ext uri="{FF2B5EF4-FFF2-40B4-BE49-F238E27FC236}">
                  <a16:creationId xmlns:a16="http://schemas.microsoft.com/office/drawing/2014/main" id="{4B18D838-3E77-F2F2-7A1B-72CD69153668}"/>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4" name="Google Shape;2359;p34">
              <a:extLst>
                <a:ext uri="{FF2B5EF4-FFF2-40B4-BE49-F238E27FC236}">
                  <a16:creationId xmlns:a16="http://schemas.microsoft.com/office/drawing/2014/main" id="{F2BA7D4E-B5D6-98C4-E58B-14DD1866BB52}"/>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5" name="Google Shape;2360;p34">
              <a:extLst>
                <a:ext uri="{FF2B5EF4-FFF2-40B4-BE49-F238E27FC236}">
                  <a16:creationId xmlns:a16="http://schemas.microsoft.com/office/drawing/2014/main" id="{6B262A09-CF03-DC53-AE9A-0A1A0768F2A7}"/>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6" name="Google Shape;2361;p34">
              <a:extLst>
                <a:ext uri="{FF2B5EF4-FFF2-40B4-BE49-F238E27FC236}">
                  <a16:creationId xmlns:a16="http://schemas.microsoft.com/office/drawing/2014/main" id="{7159DBB8-0829-E052-315C-FA71BEB8E66C}"/>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7" name="Google Shape;2362;p34">
              <a:extLst>
                <a:ext uri="{FF2B5EF4-FFF2-40B4-BE49-F238E27FC236}">
                  <a16:creationId xmlns:a16="http://schemas.microsoft.com/office/drawing/2014/main" id="{CAF0F546-7A31-34E2-9658-1BE3F496D554}"/>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8" name="Google Shape;2363;p34">
              <a:extLst>
                <a:ext uri="{FF2B5EF4-FFF2-40B4-BE49-F238E27FC236}">
                  <a16:creationId xmlns:a16="http://schemas.microsoft.com/office/drawing/2014/main" id="{172A4943-843A-C68D-8D21-EF5B818141BC}"/>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9" name="Google Shape;2364;p34">
              <a:extLst>
                <a:ext uri="{FF2B5EF4-FFF2-40B4-BE49-F238E27FC236}">
                  <a16:creationId xmlns:a16="http://schemas.microsoft.com/office/drawing/2014/main" id="{719800F0-5AC2-D27B-4609-08D217D8852D}"/>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0" name="Google Shape;2365;p34">
              <a:extLst>
                <a:ext uri="{FF2B5EF4-FFF2-40B4-BE49-F238E27FC236}">
                  <a16:creationId xmlns:a16="http://schemas.microsoft.com/office/drawing/2014/main" id="{D76909FA-202A-8E04-9F15-E15912686341}"/>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1" name="Google Shape;2366;p34">
              <a:extLst>
                <a:ext uri="{FF2B5EF4-FFF2-40B4-BE49-F238E27FC236}">
                  <a16:creationId xmlns:a16="http://schemas.microsoft.com/office/drawing/2014/main" id="{CE464E32-2ED3-DFC6-51C1-A6F26B81FF26}"/>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2" name="Google Shape;2367;p34">
              <a:extLst>
                <a:ext uri="{FF2B5EF4-FFF2-40B4-BE49-F238E27FC236}">
                  <a16:creationId xmlns:a16="http://schemas.microsoft.com/office/drawing/2014/main" id="{5F0C1F52-675C-7584-F642-8B6BF27F973C}"/>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3" name="Google Shape;2368;p34">
              <a:extLst>
                <a:ext uri="{FF2B5EF4-FFF2-40B4-BE49-F238E27FC236}">
                  <a16:creationId xmlns:a16="http://schemas.microsoft.com/office/drawing/2014/main" id="{95BA0A8F-8F6D-229D-C4BD-40A9FADA388B}"/>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4" name="Google Shape;2369;p34">
              <a:extLst>
                <a:ext uri="{FF2B5EF4-FFF2-40B4-BE49-F238E27FC236}">
                  <a16:creationId xmlns:a16="http://schemas.microsoft.com/office/drawing/2014/main" id="{C41949AD-691E-5FA7-DC47-6563FA3CEE66}"/>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5" name="Google Shape;2370;p34">
              <a:extLst>
                <a:ext uri="{FF2B5EF4-FFF2-40B4-BE49-F238E27FC236}">
                  <a16:creationId xmlns:a16="http://schemas.microsoft.com/office/drawing/2014/main" id="{AB442AA0-7EA1-E431-FE8A-71A6BDA435DC}"/>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6" name="Google Shape;2371;p34">
              <a:extLst>
                <a:ext uri="{FF2B5EF4-FFF2-40B4-BE49-F238E27FC236}">
                  <a16:creationId xmlns:a16="http://schemas.microsoft.com/office/drawing/2014/main" id="{DD549A97-E697-AE22-4366-BCCB82E043A0}"/>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7" name="Google Shape;2372;p34">
              <a:extLst>
                <a:ext uri="{FF2B5EF4-FFF2-40B4-BE49-F238E27FC236}">
                  <a16:creationId xmlns:a16="http://schemas.microsoft.com/office/drawing/2014/main" id="{02A2AC2A-C436-AF38-3F19-30F48ABF5AA8}"/>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8" name="Google Shape;2373;p34">
              <a:extLst>
                <a:ext uri="{FF2B5EF4-FFF2-40B4-BE49-F238E27FC236}">
                  <a16:creationId xmlns:a16="http://schemas.microsoft.com/office/drawing/2014/main" id="{18AB0797-7A79-D416-8C58-50974457C776}"/>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9" name="Google Shape;2374;p34">
              <a:extLst>
                <a:ext uri="{FF2B5EF4-FFF2-40B4-BE49-F238E27FC236}">
                  <a16:creationId xmlns:a16="http://schemas.microsoft.com/office/drawing/2014/main" id="{7B472913-5278-FDDC-CEB7-E0FBBFB71087}"/>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0" name="Google Shape;2375;p34">
              <a:extLst>
                <a:ext uri="{FF2B5EF4-FFF2-40B4-BE49-F238E27FC236}">
                  <a16:creationId xmlns:a16="http://schemas.microsoft.com/office/drawing/2014/main" id="{5FAB6066-8E30-8C12-3057-BF2239627A0E}"/>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1" name="Google Shape;2376;p34">
              <a:extLst>
                <a:ext uri="{FF2B5EF4-FFF2-40B4-BE49-F238E27FC236}">
                  <a16:creationId xmlns:a16="http://schemas.microsoft.com/office/drawing/2014/main" id="{47242E1F-0ABB-1CEC-9FD1-F07096B7AA1F}"/>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2" name="Google Shape;2377;p34">
              <a:extLst>
                <a:ext uri="{FF2B5EF4-FFF2-40B4-BE49-F238E27FC236}">
                  <a16:creationId xmlns:a16="http://schemas.microsoft.com/office/drawing/2014/main" id="{9A3104A7-3BD5-3125-45F9-BD7A607B04CF}"/>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3" name="Google Shape;2378;p34">
              <a:extLst>
                <a:ext uri="{FF2B5EF4-FFF2-40B4-BE49-F238E27FC236}">
                  <a16:creationId xmlns:a16="http://schemas.microsoft.com/office/drawing/2014/main" id="{90C2C014-D3AB-6037-4A85-F549E0378603}"/>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4" name="Google Shape;2379;p34">
              <a:extLst>
                <a:ext uri="{FF2B5EF4-FFF2-40B4-BE49-F238E27FC236}">
                  <a16:creationId xmlns:a16="http://schemas.microsoft.com/office/drawing/2014/main" id="{2B9B8638-8681-DEF0-68E9-5210EA81B426}"/>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5" name="Google Shape;2380;p34">
              <a:extLst>
                <a:ext uri="{FF2B5EF4-FFF2-40B4-BE49-F238E27FC236}">
                  <a16:creationId xmlns:a16="http://schemas.microsoft.com/office/drawing/2014/main" id="{5E840504-F7CE-4CE0-3890-59C8D33F43A6}"/>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6" name="Google Shape;2381;p34">
              <a:extLst>
                <a:ext uri="{FF2B5EF4-FFF2-40B4-BE49-F238E27FC236}">
                  <a16:creationId xmlns:a16="http://schemas.microsoft.com/office/drawing/2014/main" id="{D78B8AFB-A309-599E-653D-2327893B8258}"/>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7" name="Google Shape;2382;p34">
              <a:extLst>
                <a:ext uri="{FF2B5EF4-FFF2-40B4-BE49-F238E27FC236}">
                  <a16:creationId xmlns:a16="http://schemas.microsoft.com/office/drawing/2014/main" id="{A368701B-5690-FD1C-6EBA-483CD8EE8648}"/>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8" name="Google Shape;2383;p34">
              <a:extLst>
                <a:ext uri="{FF2B5EF4-FFF2-40B4-BE49-F238E27FC236}">
                  <a16:creationId xmlns:a16="http://schemas.microsoft.com/office/drawing/2014/main" id="{315F2112-E7FB-7913-2238-B40B16990542}"/>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9" name="Google Shape;2384;p34">
              <a:extLst>
                <a:ext uri="{FF2B5EF4-FFF2-40B4-BE49-F238E27FC236}">
                  <a16:creationId xmlns:a16="http://schemas.microsoft.com/office/drawing/2014/main" id="{64C222BB-2C6B-4E7B-F8F9-4CBE6C1017A6}"/>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0" name="Google Shape;2385;p34">
              <a:extLst>
                <a:ext uri="{FF2B5EF4-FFF2-40B4-BE49-F238E27FC236}">
                  <a16:creationId xmlns:a16="http://schemas.microsoft.com/office/drawing/2014/main" id="{04E2E6AA-E34C-4B23-21E7-B991FF6AA0E3}"/>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1" name="Google Shape;2386;p34">
              <a:extLst>
                <a:ext uri="{FF2B5EF4-FFF2-40B4-BE49-F238E27FC236}">
                  <a16:creationId xmlns:a16="http://schemas.microsoft.com/office/drawing/2014/main" id="{41F2500B-30EF-AA25-5D18-777E839D3BFB}"/>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2" name="Google Shape;2387;p34">
              <a:extLst>
                <a:ext uri="{FF2B5EF4-FFF2-40B4-BE49-F238E27FC236}">
                  <a16:creationId xmlns:a16="http://schemas.microsoft.com/office/drawing/2014/main" id="{EF888CE4-94AA-6294-2328-B691F4AB0321}"/>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3" name="Google Shape;2388;p34">
              <a:extLst>
                <a:ext uri="{FF2B5EF4-FFF2-40B4-BE49-F238E27FC236}">
                  <a16:creationId xmlns:a16="http://schemas.microsoft.com/office/drawing/2014/main" id="{75D45933-CE0E-CAF3-0CAA-0FC00E17F2F1}"/>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4" name="Google Shape;2389;p34">
              <a:extLst>
                <a:ext uri="{FF2B5EF4-FFF2-40B4-BE49-F238E27FC236}">
                  <a16:creationId xmlns:a16="http://schemas.microsoft.com/office/drawing/2014/main" id="{5D16F6A9-12F7-9339-5C26-B4E8FCE2ABE8}"/>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5" name="Google Shape;2390;p34">
              <a:extLst>
                <a:ext uri="{FF2B5EF4-FFF2-40B4-BE49-F238E27FC236}">
                  <a16:creationId xmlns:a16="http://schemas.microsoft.com/office/drawing/2014/main" id="{362725FA-4241-D6B3-FB81-4864A861AC51}"/>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6" name="Google Shape;2391;p34">
              <a:extLst>
                <a:ext uri="{FF2B5EF4-FFF2-40B4-BE49-F238E27FC236}">
                  <a16:creationId xmlns:a16="http://schemas.microsoft.com/office/drawing/2014/main" id="{29727659-196E-562C-1E69-A3C5F5AAE91A}"/>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7" name="Google Shape;2392;p34">
              <a:extLst>
                <a:ext uri="{FF2B5EF4-FFF2-40B4-BE49-F238E27FC236}">
                  <a16:creationId xmlns:a16="http://schemas.microsoft.com/office/drawing/2014/main" id="{E4E33251-285B-B444-3447-E4228113F1B5}"/>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8" name="Google Shape;2393;p34">
              <a:extLst>
                <a:ext uri="{FF2B5EF4-FFF2-40B4-BE49-F238E27FC236}">
                  <a16:creationId xmlns:a16="http://schemas.microsoft.com/office/drawing/2014/main" id="{366AE953-D9FC-F328-2919-C73A60B14BF0}"/>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9" name="Google Shape;2394;p34">
              <a:extLst>
                <a:ext uri="{FF2B5EF4-FFF2-40B4-BE49-F238E27FC236}">
                  <a16:creationId xmlns:a16="http://schemas.microsoft.com/office/drawing/2014/main" id="{E1580CB5-BAC2-58E4-D764-E1B542404600}"/>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0" name="Google Shape;2395;p34">
              <a:extLst>
                <a:ext uri="{FF2B5EF4-FFF2-40B4-BE49-F238E27FC236}">
                  <a16:creationId xmlns:a16="http://schemas.microsoft.com/office/drawing/2014/main" id="{DB265B8E-9C7B-98FE-F05E-1DC11EC3075B}"/>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1" name="Google Shape;2396;p34">
              <a:extLst>
                <a:ext uri="{FF2B5EF4-FFF2-40B4-BE49-F238E27FC236}">
                  <a16:creationId xmlns:a16="http://schemas.microsoft.com/office/drawing/2014/main" id="{F72D18CB-1D81-931E-DE38-F0DA44E73CF8}"/>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2" name="Google Shape;2397;p34">
              <a:extLst>
                <a:ext uri="{FF2B5EF4-FFF2-40B4-BE49-F238E27FC236}">
                  <a16:creationId xmlns:a16="http://schemas.microsoft.com/office/drawing/2014/main" id="{DCD749E0-678C-A568-92F1-91E1ABF7EB4D}"/>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3" name="Google Shape;2398;p34">
              <a:extLst>
                <a:ext uri="{FF2B5EF4-FFF2-40B4-BE49-F238E27FC236}">
                  <a16:creationId xmlns:a16="http://schemas.microsoft.com/office/drawing/2014/main" id="{3FCCF0A5-44B1-5608-CDC7-836CA5A43FAF}"/>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4" name="Google Shape;2399;p34">
              <a:extLst>
                <a:ext uri="{FF2B5EF4-FFF2-40B4-BE49-F238E27FC236}">
                  <a16:creationId xmlns:a16="http://schemas.microsoft.com/office/drawing/2014/main" id="{4FE83A05-8650-6AC6-A8D4-2F5E607274FF}"/>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5" name="Google Shape;2400;p34">
              <a:extLst>
                <a:ext uri="{FF2B5EF4-FFF2-40B4-BE49-F238E27FC236}">
                  <a16:creationId xmlns:a16="http://schemas.microsoft.com/office/drawing/2014/main" id="{97954B00-CBA9-3C79-52CB-EC7D309608BA}"/>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6" name="Google Shape;2401;p34">
              <a:extLst>
                <a:ext uri="{FF2B5EF4-FFF2-40B4-BE49-F238E27FC236}">
                  <a16:creationId xmlns:a16="http://schemas.microsoft.com/office/drawing/2014/main" id="{2BA9661D-A337-C90D-D31B-E8E5650EA9EA}"/>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7" name="Google Shape;2402;p34">
              <a:extLst>
                <a:ext uri="{FF2B5EF4-FFF2-40B4-BE49-F238E27FC236}">
                  <a16:creationId xmlns:a16="http://schemas.microsoft.com/office/drawing/2014/main" id="{5CF1EE96-B394-7474-8A57-479F898FCF0C}"/>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08" name="Google Shape;2403;p34">
            <a:extLst>
              <a:ext uri="{FF2B5EF4-FFF2-40B4-BE49-F238E27FC236}">
                <a16:creationId xmlns:a16="http://schemas.microsoft.com/office/drawing/2014/main" id="{C9B684B2-224A-89FE-77C5-398D5744AEE5}"/>
              </a:ext>
            </a:extLst>
          </p:cNvPr>
          <p:cNvGrpSpPr/>
          <p:nvPr/>
        </p:nvGrpSpPr>
        <p:grpSpPr>
          <a:xfrm>
            <a:off x="10783933" y="-17759744"/>
            <a:ext cx="4962601" cy="16181231"/>
            <a:chOff x="-3170262" y="3452177"/>
            <a:chExt cx="3721951" cy="12135923"/>
          </a:xfrm>
        </p:grpSpPr>
        <p:sp>
          <p:nvSpPr>
            <p:cNvPr id="3509" name="Google Shape;2404;p34">
              <a:extLst>
                <a:ext uri="{FF2B5EF4-FFF2-40B4-BE49-F238E27FC236}">
                  <a16:creationId xmlns:a16="http://schemas.microsoft.com/office/drawing/2014/main" id="{DF7ABE9C-21A1-4F3E-C5CA-6D470204DC18}"/>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0" name="Google Shape;2405;p34">
              <a:extLst>
                <a:ext uri="{FF2B5EF4-FFF2-40B4-BE49-F238E27FC236}">
                  <a16:creationId xmlns:a16="http://schemas.microsoft.com/office/drawing/2014/main" id="{9C449BBE-305E-716D-BBA3-4C116B2186C5}"/>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1" name="Google Shape;2406;p34">
              <a:extLst>
                <a:ext uri="{FF2B5EF4-FFF2-40B4-BE49-F238E27FC236}">
                  <a16:creationId xmlns:a16="http://schemas.microsoft.com/office/drawing/2014/main" id="{A360934F-27DD-5650-3A2F-DD2086F5FC52}"/>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2" name="Google Shape;2407;p34">
              <a:extLst>
                <a:ext uri="{FF2B5EF4-FFF2-40B4-BE49-F238E27FC236}">
                  <a16:creationId xmlns:a16="http://schemas.microsoft.com/office/drawing/2014/main" id="{77472B18-298E-5FFC-D2D4-94B5353CBE3F}"/>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3" name="Google Shape;2408;p34">
              <a:extLst>
                <a:ext uri="{FF2B5EF4-FFF2-40B4-BE49-F238E27FC236}">
                  <a16:creationId xmlns:a16="http://schemas.microsoft.com/office/drawing/2014/main" id="{C8742B87-A721-1A5E-2248-423419ECCF4F}"/>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4" name="Google Shape;2409;p34">
              <a:extLst>
                <a:ext uri="{FF2B5EF4-FFF2-40B4-BE49-F238E27FC236}">
                  <a16:creationId xmlns:a16="http://schemas.microsoft.com/office/drawing/2014/main" id="{940432EB-27C0-C614-57D0-DABC63D04FF8}"/>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5" name="Google Shape;2410;p34">
              <a:extLst>
                <a:ext uri="{FF2B5EF4-FFF2-40B4-BE49-F238E27FC236}">
                  <a16:creationId xmlns:a16="http://schemas.microsoft.com/office/drawing/2014/main" id="{E275275B-A04C-8510-F541-FC348952A9C9}"/>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6" name="Google Shape;2411;p34">
              <a:extLst>
                <a:ext uri="{FF2B5EF4-FFF2-40B4-BE49-F238E27FC236}">
                  <a16:creationId xmlns:a16="http://schemas.microsoft.com/office/drawing/2014/main" id="{AEA0B71F-061F-7454-57CD-8BCBB9F24835}"/>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7" name="Google Shape;2412;p34">
              <a:extLst>
                <a:ext uri="{FF2B5EF4-FFF2-40B4-BE49-F238E27FC236}">
                  <a16:creationId xmlns:a16="http://schemas.microsoft.com/office/drawing/2014/main" id="{8F31786B-DCA6-0E89-25D2-BA2498744040}"/>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8" name="Google Shape;2413;p34">
              <a:extLst>
                <a:ext uri="{FF2B5EF4-FFF2-40B4-BE49-F238E27FC236}">
                  <a16:creationId xmlns:a16="http://schemas.microsoft.com/office/drawing/2014/main" id="{573768B2-5D29-8DFB-596F-4D870FA702AA}"/>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9" name="Google Shape;2414;p34">
              <a:extLst>
                <a:ext uri="{FF2B5EF4-FFF2-40B4-BE49-F238E27FC236}">
                  <a16:creationId xmlns:a16="http://schemas.microsoft.com/office/drawing/2014/main" id="{16E96A4A-73FB-D838-8702-C6BF7C393ED6}"/>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0" name="Google Shape;2415;p34">
              <a:extLst>
                <a:ext uri="{FF2B5EF4-FFF2-40B4-BE49-F238E27FC236}">
                  <a16:creationId xmlns:a16="http://schemas.microsoft.com/office/drawing/2014/main" id="{9C6C2366-A34E-14C6-B557-2529B2E923E9}"/>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1" name="Google Shape;2416;p34">
              <a:extLst>
                <a:ext uri="{FF2B5EF4-FFF2-40B4-BE49-F238E27FC236}">
                  <a16:creationId xmlns:a16="http://schemas.microsoft.com/office/drawing/2014/main" id="{87D61153-9C7A-4C39-BC0A-64E22A407152}"/>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2" name="Google Shape;2417;p34">
              <a:extLst>
                <a:ext uri="{FF2B5EF4-FFF2-40B4-BE49-F238E27FC236}">
                  <a16:creationId xmlns:a16="http://schemas.microsoft.com/office/drawing/2014/main" id="{6B5C7712-F7C4-7D4A-4C9F-C1EA90685ACC}"/>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3" name="Google Shape;2418;p34">
              <a:extLst>
                <a:ext uri="{FF2B5EF4-FFF2-40B4-BE49-F238E27FC236}">
                  <a16:creationId xmlns:a16="http://schemas.microsoft.com/office/drawing/2014/main" id="{297C8F32-9789-E1C9-5782-A533C0D78693}"/>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4" name="Google Shape;2419;p34">
              <a:extLst>
                <a:ext uri="{FF2B5EF4-FFF2-40B4-BE49-F238E27FC236}">
                  <a16:creationId xmlns:a16="http://schemas.microsoft.com/office/drawing/2014/main" id="{7E0A68EF-DA8A-B65C-7AFF-BC5F90FC7ECA}"/>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5" name="Google Shape;2420;p34">
              <a:extLst>
                <a:ext uri="{FF2B5EF4-FFF2-40B4-BE49-F238E27FC236}">
                  <a16:creationId xmlns:a16="http://schemas.microsoft.com/office/drawing/2014/main" id="{EF157A79-EC57-4CC6-599E-8D58C2F8C936}"/>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6" name="Google Shape;2421;p34">
              <a:extLst>
                <a:ext uri="{FF2B5EF4-FFF2-40B4-BE49-F238E27FC236}">
                  <a16:creationId xmlns:a16="http://schemas.microsoft.com/office/drawing/2014/main" id="{8DD3CBF0-5E2A-82F3-AA97-1863F9A4D5E8}"/>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7" name="Google Shape;2422;p34">
              <a:extLst>
                <a:ext uri="{FF2B5EF4-FFF2-40B4-BE49-F238E27FC236}">
                  <a16:creationId xmlns:a16="http://schemas.microsoft.com/office/drawing/2014/main" id="{30B30666-1D56-07C2-EE9A-B7F58121CB67}"/>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8" name="Google Shape;2423;p34">
              <a:extLst>
                <a:ext uri="{FF2B5EF4-FFF2-40B4-BE49-F238E27FC236}">
                  <a16:creationId xmlns:a16="http://schemas.microsoft.com/office/drawing/2014/main" id="{0E6B0DB1-FB22-ADBA-AD41-6C06BC01E8CE}"/>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9" name="Google Shape;2424;p34">
              <a:extLst>
                <a:ext uri="{FF2B5EF4-FFF2-40B4-BE49-F238E27FC236}">
                  <a16:creationId xmlns:a16="http://schemas.microsoft.com/office/drawing/2014/main" id="{DDE4B811-3FC9-8CEF-6BF8-E632ABA4253C}"/>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0" name="Google Shape;2425;p34">
              <a:extLst>
                <a:ext uri="{FF2B5EF4-FFF2-40B4-BE49-F238E27FC236}">
                  <a16:creationId xmlns:a16="http://schemas.microsoft.com/office/drawing/2014/main" id="{DB9ACE01-029B-CAF7-E1D9-AB9B0418654E}"/>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1" name="Google Shape;2426;p34">
              <a:extLst>
                <a:ext uri="{FF2B5EF4-FFF2-40B4-BE49-F238E27FC236}">
                  <a16:creationId xmlns:a16="http://schemas.microsoft.com/office/drawing/2014/main" id="{0DF126AA-5750-9350-C751-755AE016E18A}"/>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2" name="Google Shape;2427;p34">
              <a:extLst>
                <a:ext uri="{FF2B5EF4-FFF2-40B4-BE49-F238E27FC236}">
                  <a16:creationId xmlns:a16="http://schemas.microsoft.com/office/drawing/2014/main" id="{31282530-8442-CDCB-D0B6-9B800F826876}"/>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3" name="Google Shape;2428;p34">
              <a:extLst>
                <a:ext uri="{FF2B5EF4-FFF2-40B4-BE49-F238E27FC236}">
                  <a16:creationId xmlns:a16="http://schemas.microsoft.com/office/drawing/2014/main" id="{4F621ED7-08D1-E8B4-12CE-8826473BB221}"/>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4" name="Google Shape;2429;p34">
              <a:extLst>
                <a:ext uri="{FF2B5EF4-FFF2-40B4-BE49-F238E27FC236}">
                  <a16:creationId xmlns:a16="http://schemas.microsoft.com/office/drawing/2014/main" id="{EDCD5F1E-BF04-D662-0F1D-4F924A07AD61}"/>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5" name="Google Shape;2430;p34">
              <a:extLst>
                <a:ext uri="{FF2B5EF4-FFF2-40B4-BE49-F238E27FC236}">
                  <a16:creationId xmlns:a16="http://schemas.microsoft.com/office/drawing/2014/main" id="{80FC65A7-73F8-79C1-918A-8D9349FD19DA}"/>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6" name="Google Shape;2431;p34">
              <a:extLst>
                <a:ext uri="{FF2B5EF4-FFF2-40B4-BE49-F238E27FC236}">
                  <a16:creationId xmlns:a16="http://schemas.microsoft.com/office/drawing/2014/main" id="{A7237C98-4609-E2C3-30E8-FD45E17415A7}"/>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7" name="Google Shape;2432;p34">
              <a:extLst>
                <a:ext uri="{FF2B5EF4-FFF2-40B4-BE49-F238E27FC236}">
                  <a16:creationId xmlns:a16="http://schemas.microsoft.com/office/drawing/2014/main" id="{E30F5DE5-E318-E8D5-8C92-5A3597AB5BB2}"/>
                </a:ext>
              </a:extLst>
            </p:cNvPr>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8" name="Google Shape;2433;p34">
              <a:extLst>
                <a:ext uri="{FF2B5EF4-FFF2-40B4-BE49-F238E27FC236}">
                  <a16:creationId xmlns:a16="http://schemas.microsoft.com/office/drawing/2014/main" id="{DE7D8088-8330-6A60-281F-8E7F1A4AEF48}"/>
                </a:ext>
              </a:extLst>
            </p:cNvPr>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9" name="Google Shape;2434;p34">
              <a:extLst>
                <a:ext uri="{FF2B5EF4-FFF2-40B4-BE49-F238E27FC236}">
                  <a16:creationId xmlns:a16="http://schemas.microsoft.com/office/drawing/2014/main" id="{0B518B4A-D07F-2A90-3195-5A4053C0427B}"/>
                </a:ext>
              </a:extLst>
            </p:cNvPr>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0" name="Google Shape;2435;p34">
              <a:extLst>
                <a:ext uri="{FF2B5EF4-FFF2-40B4-BE49-F238E27FC236}">
                  <a16:creationId xmlns:a16="http://schemas.microsoft.com/office/drawing/2014/main" id="{9346DF95-F65E-DE35-21B2-29F2922429BB}"/>
                </a:ext>
              </a:extLst>
            </p:cNvPr>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1" name="Google Shape;2436;p34">
              <a:extLst>
                <a:ext uri="{FF2B5EF4-FFF2-40B4-BE49-F238E27FC236}">
                  <a16:creationId xmlns:a16="http://schemas.microsoft.com/office/drawing/2014/main" id="{7B863A17-73B0-E371-27B8-B0BEC19A51DE}"/>
                </a:ext>
              </a:extLst>
            </p:cNvPr>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2" name="Google Shape;2437;p34">
              <a:extLst>
                <a:ext uri="{FF2B5EF4-FFF2-40B4-BE49-F238E27FC236}">
                  <a16:creationId xmlns:a16="http://schemas.microsoft.com/office/drawing/2014/main" id="{42C0BA64-1F06-E6A0-4D75-2FAF943CDE3A}"/>
                </a:ext>
              </a:extLst>
            </p:cNvPr>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3" name="Google Shape;2438;p34">
              <a:extLst>
                <a:ext uri="{FF2B5EF4-FFF2-40B4-BE49-F238E27FC236}">
                  <a16:creationId xmlns:a16="http://schemas.microsoft.com/office/drawing/2014/main" id="{F044E32B-C3DC-BD19-C0C9-101A4E8793BF}"/>
                </a:ext>
              </a:extLst>
            </p:cNvPr>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4" name="Google Shape;2439;p34">
              <a:extLst>
                <a:ext uri="{FF2B5EF4-FFF2-40B4-BE49-F238E27FC236}">
                  <a16:creationId xmlns:a16="http://schemas.microsoft.com/office/drawing/2014/main" id="{3F982F7E-E87D-DC5D-4CFD-94C6A561D8BA}"/>
                </a:ext>
              </a:extLst>
            </p:cNvPr>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5" name="Google Shape;2440;p34">
              <a:extLst>
                <a:ext uri="{FF2B5EF4-FFF2-40B4-BE49-F238E27FC236}">
                  <a16:creationId xmlns:a16="http://schemas.microsoft.com/office/drawing/2014/main" id="{480BDFAC-7B0F-AF50-B4D3-FCF41DCD3CE2}"/>
                </a:ext>
              </a:extLst>
            </p:cNvPr>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6" name="Google Shape;2441;p34">
              <a:extLst>
                <a:ext uri="{FF2B5EF4-FFF2-40B4-BE49-F238E27FC236}">
                  <a16:creationId xmlns:a16="http://schemas.microsoft.com/office/drawing/2014/main" id="{66475C0F-625F-ED10-8B8F-86C66BF86A63}"/>
                </a:ext>
              </a:extLst>
            </p:cNvPr>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7" name="Google Shape;2442;p34">
              <a:extLst>
                <a:ext uri="{FF2B5EF4-FFF2-40B4-BE49-F238E27FC236}">
                  <a16:creationId xmlns:a16="http://schemas.microsoft.com/office/drawing/2014/main" id="{802CD9A8-A26B-D1EC-04B4-12565711B703}"/>
                </a:ext>
              </a:extLst>
            </p:cNvPr>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8" name="Google Shape;2443;p34">
              <a:extLst>
                <a:ext uri="{FF2B5EF4-FFF2-40B4-BE49-F238E27FC236}">
                  <a16:creationId xmlns:a16="http://schemas.microsoft.com/office/drawing/2014/main" id="{F27F16A4-C3FF-B5DA-738F-312CD58EB6F0}"/>
                </a:ext>
              </a:extLst>
            </p:cNvPr>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9" name="Google Shape;2444;p34">
              <a:extLst>
                <a:ext uri="{FF2B5EF4-FFF2-40B4-BE49-F238E27FC236}">
                  <a16:creationId xmlns:a16="http://schemas.microsoft.com/office/drawing/2014/main" id="{587796F7-91CF-F31C-CE97-117A80066EC2}"/>
                </a:ext>
              </a:extLst>
            </p:cNvPr>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0" name="Google Shape;2445;p34">
              <a:extLst>
                <a:ext uri="{FF2B5EF4-FFF2-40B4-BE49-F238E27FC236}">
                  <a16:creationId xmlns:a16="http://schemas.microsoft.com/office/drawing/2014/main" id="{3BEFFB80-AA30-1287-41F3-9F001CC78A5E}"/>
                </a:ext>
              </a:extLst>
            </p:cNvPr>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1" name="Google Shape;2446;p34">
              <a:extLst>
                <a:ext uri="{FF2B5EF4-FFF2-40B4-BE49-F238E27FC236}">
                  <a16:creationId xmlns:a16="http://schemas.microsoft.com/office/drawing/2014/main" id="{EC00BA08-612B-F214-44B3-2C51D6191D68}"/>
                </a:ext>
              </a:extLst>
            </p:cNvPr>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2" name="Google Shape;2447;p34">
              <a:extLst>
                <a:ext uri="{FF2B5EF4-FFF2-40B4-BE49-F238E27FC236}">
                  <a16:creationId xmlns:a16="http://schemas.microsoft.com/office/drawing/2014/main" id="{DDB2EB49-C97D-7EA0-E9ED-F8E94CDC7198}"/>
                </a:ext>
              </a:extLst>
            </p:cNvPr>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3" name="Google Shape;2448;p34">
              <a:extLst>
                <a:ext uri="{FF2B5EF4-FFF2-40B4-BE49-F238E27FC236}">
                  <a16:creationId xmlns:a16="http://schemas.microsoft.com/office/drawing/2014/main" id="{9595BD21-D121-32E9-5590-600A1D54F0B1}"/>
                </a:ext>
              </a:extLst>
            </p:cNvPr>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4" name="Google Shape;2449;p34">
              <a:extLst>
                <a:ext uri="{FF2B5EF4-FFF2-40B4-BE49-F238E27FC236}">
                  <a16:creationId xmlns:a16="http://schemas.microsoft.com/office/drawing/2014/main" id="{1162C73D-035B-16DA-ADFC-4EC45B5376B4}"/>
                </a:ext>
              </a:extLst>
            </p:cNvPr>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5" name="Google Shape;2450;p34">
              <a:extLst>
                <a:ext uri="{FF2B5EF4-FFF2-40B4-BE49-F238E27FC236}">
                  <a16:creationId xmlns:a16="http://schemas.microsoft.com/office/drawing/2014/main" id="{C1751257-2A6B-816F-6C8E-6A9209FF0C01}"/>
                </a:ext>
              </a:extLst>
            </p:cNvPr>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6" name="Google Shape;2451;p34">
              <a:extLst>
                <a:ext uri="{FF2B5EF4-FFF2-40B4-BE49-F238E27FC236}">
                  <a16:creationId xmlns:a16="http://schemas.microsoft.com/office/drawing/2014/main" id="{53F54125-0B87-DF9E-8564-5AFCB7F00EF5}"/>
                </a:ext>
              </a:extLst>
            </p:cNvPr>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7" name="Google Shape;2452;p34">
              <a:extLst>
                <a:ext uri="{FF2B5EF4-FFF2-40B4-BE49-F238E27FC236}">
                  <a16:creationId xmlns:a16="http://schemas.microsoft.com/office/drawing/2014/main" id="{0E0E7D85-2265-D9AA-2610-3DE0CCACF119}"/>
                </a:ext>
              </a:extLst>
            </p:cNvPr>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8" name="Google Shape;2453;p34">
              <a:extLst>
                <a:ext uri="{FF2B5EF4-FFF2-40B4-BE49-F238E27FC236}">
                  <a16:creationId xmlns:a16="http://schemas.microsoft.com/office/drawing/2014/main" id="{FD1AFB0C-E1DE-1010-081F-396E077FE801}"/>
                </a:ext>
              </a:extLst>
            </p:cNvPr>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9" name="Google Shape;2454;p34">
              <a:extLst>
                <a:ext uri="{FF2B5EF4-FFF2-40B4-BE49-F238E27FC236}">
                  <a16:creationId xmlns:a16="http://schemas.microsoft.com/office/drawing/2014/main" id="{53F23838-9F3F-0567-3168-9C7A2E65308A}"/>
                </a:ext>
              </a:extLst>
            </p:cNvPr>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0" name="Google Shape;2455;p34">
              <a:extLst>
                <a:ext uri="{FF2B5EF4-FFF2-40B4-BE49-F238E27FC236}">
                  <a16:creationId xmlns:a16="http://schemas.microsoft.com/office/drawing/2014/main" id="{D25AAFAE-51CE-FA62-7A09-50640CCC5A49}"/>
                </a:ext>
              </a:extLst>
            </p:cNvPr>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1" name="Google Shape;2456;p34">
              <a:extLst>
                <a:ext uri="{FF2B5EF4-FFF2-40B4-BE49-F238E27FC236}">
                  <a16:creationId xmlns:a16="http://schemas.microsoft.com/office/drawing/2014/main" id="{A1C46CEF-4C0C-7279-4E7A-65150860F2EB}"/>
                </a:ext>
              </a:extLst>
            </p:cNvPr>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2" name="Google Shape;2457;p34">
              <a:extLst>
                <a:ext uri="{FF2B5EF4-FFF2-40B4-BE49-F238E27FC236}">
                  <a16:creationId xmlns:a16="http://schemas.microsoft.com/office/drawing/2014/main" id="{8C688804-91ED-2BE7-6ED6-3FE6129AF067}"/>
                </a:ext>
              </a:extLst>
            </p:cNvPr>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3" name="Google Shape;2458;p34">
              <a:extLst>
                <a:ext uri="{FF2B5EF4-FFF2-40B4-BE49-F238E27FC236}">
                  <a16:creationId xmlns:a16="http://schemas.microsoft.com/office/drawing/2014/main" id="{E6B31BE3-564D-4659-7FBD-5D0074D1757C}"/>
                </a:ext>
              </a:extLst>
            </p:cNvPr>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4" name="Google Shape;2459;p34">
              <a:extLst>
                <a:ext uri="{FF2B5EF4-FFF2-40B4-BE49-F238E27FC236}">
                  <a16:creationId xmlns:a16="http://schemas.microsoft.com/office/drawing/2014/main" id="{67D94EA6-06E4-540B-A5D3-1993C16F7B0A}"/>
                </a:ext>
              </a:extLst>
            </p:cNvPr>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9"/>
        <p:cNvGrpSpPr/>
        <p:nvPr/>
      </p:nvGrpSpPr>
      <p:grpSpPr>
        <a:xfrm>
          <a:off x="0" y="0"/>
          <a:ext cx="0" cy="0"/>
          <a:chOff x="0" y="0"/>
          <a:chExt cx="0" cy="0"/>
        </a:xfrm>
      </p:grpSpPr>
      <p:sp>
        <p:nvSpPr>
          <p:cNvPr id="3440" name="Google Shape;3440;p74"/>
          <p:cNvSpPr txBox="1">
            <a:spLocks noGrp="1"/>
          </p:cNvSpPr>
          <p:nvPr>
            <p:ph type="title"/>
          </p:nvPr>
        </p:nvSpPr>
        <p:spPr>
          <a:xfrm>
            <a:off x="3650886" y="826460"/>
            <a:ext cx="4888029" cy="1036800"/>
          </a:xfrm>
          <a:prstGeom prst="rect">
            <a:avLst/>
          </a:prstGeom>
        </p:spPr>
        <p:txBody>
          <a:bodyPr spcFirstLastPara="1" wrap="square" lIns="121900" tIns="121900" rIns="121900" bIns="121900" anchor="ctr" anchorCtr="0">
            <a:noAutofit/>
          </a:bodyPr>
          <a:lstStyle/>
          <a:p>
            <a:r>
              <a:rPr lang="en" dirty="0"/>
              <a:t>THANKS!</a:t>
            </a:r>
            <a:endParaRPr dirty="0"/>
          </a:p>
        </p:txBody>
      </p:sp>
      <p:grpSp>
        <p:nvGrpSpPr>
          <p:cNvPr id="3450" name="Google Shape;3450;p74"/>
          <p:cNvGrpSpPr/>
          <p:nvPr/>
        </p:nvGrpSpPr>
        <p:grpSpPr>
          <a:xfrm>
            <a:off x="3918800" y="1975493"/>
            <a:ext cx="4354400" cy="180400"/>
            <a:chOff x="2939100" y="1481620"/>
            <a:chExt cx="3265800" cy="135300"/>
          </a:xfrm>
        </p:grpSpPr>
        <p:cxnSp>
          <p:nvCxnSpPr>
            <p:cNvPr id="3451" name="Google Shape;3451;p74"/>
            <p:cNvCxnSpPr>
              <a:stCxn id="3452" idx="6"/>
              <a:endCxn id="3453" idx="2"/>
            </p:cNvCxnSpPr>
            <p:nvPr/>
          </p:nvCxnSpPr>
          <p:spPr>
            <a:xfrm>
              <a:off x="3074400" y="1549270"/>
              <a:ext cx="2995200" cy="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sp>
          <p:nvSpPr>
            <p:cNvPr id="3452" name="Google Shape;3452;p74"/>
            <p:cNvSpPr/>
            <p:nvPr/>
          </p:nvSpPr>
          <p:spPr>
            <a:xfrm>
              <a:off x="2939100" y="1481620"/>
              <a:ext cx="135300" cy="1353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endParaRPr sz="2400"/>
            </a:p>
          </p:txBody>
        </p:sp>
        <p:sp>
          <p:nvSpPr>
            <p:cNvPr id="3453" name="Google Shape;3453;p74"/>
            <p:cNvSpPr/>
            <p:nvPr/>
          </p:nvSpPr>
          <p:spPr>
            <a:xfrm>
              <a:off x="6069600" y="1481620"/>
              <a:ext cx="135300" cy="135300"/>
            </a:xfrm>
            <a:prstGeom prst="ellipse">
              <a:avLst/>
            </a:prstGeom>
            <a:solidFill>
              <a:schemeClr val="accent1"/>
            </a:solidFill>
            <a:ln w="19050" cap="flat" cmpd="sng">
              <a:solidFill>
                <a:schemeClr val="accent1"/>
              </a:solidFill>
              <a:prstDash val="solid"/>
              <a:round/>
              <a:headEnd type="none" w="sm" len="sm"/>
              <a:tailEnd type="none" w="sm" len="sm"/>
            </a:ln>
            <a:effectLst>
              <a:outerShdw blurRad="285750" algn="bl" rotWithShape="0">
                <a:schemeClr val="accent1"/>
              </a:outerShdw>
            </a:effectLst>
          </p:spPr>
          <p:txBody>
            <a:bodyPr spcFirstLastPara="1" wrap="square" lIns="121900" tIns="121900" rIns="121900" bIns="121900" anchor="ctr" anchorCtr="0">
              <a:noAutofit/>
            </a:bodyPr>
            <a:lstStyle/>
            <a:p>
              <a:endParaRPr sz="2400"/>
            </a:p>
          </p:txBody>
        </p:sp>
        <p:cxnSp>
          <p:nvCxnSpPr>
            <p:cNvPr id="3454" name="Google Shape;3454;p74"/>
            <p:cNvCxnSpPr>
              <a:stCxn id="3452" idx="6"/>
              <a:endCxn id="3453" idx="2"/>
            </p:cNvCxnSpPr>
            <p:nvPr/>
          </p:nvCxnSpPr>
          <p:spPr>
            <a:xfrm>
              <a:off x="3074400" y="1549270"/>
              <a:ext cx="2995200" cy="0"/>
            </a:xfrm>
            <a:prstGeom prst="straightConnector1">
              <a:avLst/>
            </a:prstGeom>
            <a:noFill/>
            <a:ln w="28575" cap="flat" cmpd="sng">
              <a:solidFill>
                <a:schemeClr val="accent1"/>
              </a:solidFill>
              <a:prstDash val="solid"/>
              <a:round/>
              <a:headEnd type="none" w="med" len="med"/>
              <a:tailEnd type="none" w="med" len="med"/>
            </a:ln>
            <a:effectLst>
              <a:outerShdw blurRad="128588" algn="bl" rotWithShape="0">
                <a:schemeClr val="accent1"/>
              </a:outerShdw>
            </a:effectLst>
          </p:spPr>
        </p:cxnSp>
      </p:grpSp>
      <p:sp>
        <p:nvSpPr>
          <p:cNvPr id="3463" name="Google Shape;3463;p74"/>
          <p:cNvSpPr txBox="1">
            <a:spLocks noGrp="1"/>
          </p:cNvSpPr>
          <p:nvPr>
            <p:ph type="subTitle" idx="2"/>
          </p:nvPr>
        </p:nvSpPr>
        <p:spPr>
          <a:xfrm>
            <a:off x="3352800" y="5636800"/>
            <a:ext cx="5486400" cy="362800"/>
          </a:xfrm>
          <a:prstGeom prst="rect">
            <a:avLst/>
          </a:prstGeom>
        </p:spPr>
        <p:txBody>
          <a:bodyPr spcFirstLastPara="1" wrap="square" lIns="121900" tIns="0" rIns="121900" bIns="121900" anchor="t" anchorCtr="0">
            <a:noAutofit/>
          </a:bodyPr>
          <a:lstStyle/>
          <a:p>
            <a:pPr marL="0" indent="0"/>
            <a:r>
              <a:rPr lang="en-US" sz="2000" dirty="0"/>
              <a:t>UNDER SUPERVISION OF: DR. AMANI AL-JAMAL</a:t>
            </a:r>
          </a:p>
        </p:txBody>
      </p:sp>
      <p:sp>
        <p:nvSpPr>
          <p:cNvPr id="3" name="Subtitle 2">
            <a:extLst>
              <a:ext uri="{FF2B5EF4-FFF2-40B4-BE49-F238E27FC236}">
                <a16:creationId xmlns:a16="http://schemas.microsoft.com/office/drawing/2014/main" id="{604A89CB-E576-8AA8-B54C-92880D627673}"/>
              </a:ext>
            </a:extLst>
          </p:cNvPr>
          <p:cNvSpPr>
            <a:spLocks noGrp="1"/>
          </p:cNvSpPr>
          <p:nvPr>
            <p:ph type="subTitle" idx="1"/>
          </p:nvPr>
        </p:nvSpPr>
        <p:spPr>
          <a:xfrm>
            <a:off x="3777000" y="2699657"/>
            <a:ext cx="4638000" cy="2097886"/>
          </a:xfrm>
        </p:spPr>
        <p:txBody>
          <a:bodyPr/>
          <a:lstStyle/>
          <a:p>
            <a:pPr marL="0" indent="0"/>
            <a:r>
              <a:rPr lang="en-US" sz="2400" b="1" dirty="0"/>
              <a:t>PREPARED</a:t>
            </a:r>
            <a:r>
              <a:rPr lang="ar-EG" sz="2400" b="1" dirty="0"/>
              <a:t> </a:t>
            </a:r>
            <a:r>
              <a:rPr lang="en-US" sz="2400" b="1" dirty="0"/>
              <a:t>BY:</a:t>
            </a:r>
            <a:endParaRPr lang="ar-EG" sz="2400" b="1" dirty="0"/>
          </a:p>
          <a:p>
            <a:pPr marL="0" indent="0"/>
            <a:r>
              <a:rPr lang="en-US" sz="2400" dirty="0"/>
              <a:t>AHMED SHEHATA SAID</a:t>
            </a:r>
          </a:p>
          <a:p>
            <a:pPr marL="0" indent="0"/>
            <a:r>
              <a:rPr lang="en-US" sz="2400" dirty="0"/>
              <a:t>AHMED TAMER ELSAYED</a:t>
            </a:r>
          </a:p>
          <a:p>
            <a:pPr marL="0" indent="0"/>
            <a:r>
              <a:rPr lang="en-US" sz="2400" dirty="0"/>
              <a:t>AYA MAGDY ABDULLAH</a:t>
            </a:r>
          </a:p>
          <a:p>
            <a:pPr marL="0" indent="0"/>
            <a:r>
              <a:rPr lang="en-US" sz="2400" dirty="0"/>
              <a:t>ESRAA SALAH MOHAMED</a:t>
            </a:r>
          </a:p>
          <a:p>
            <a:pPr marL="0" indent="0"/>
            <a:r>
              <a:rPr lang="en-US" sz="2400" dirty="0"/>
              <a:t>SARAH ESSAM ELDIN</a:t>
            </a:r>
          </a:p>
          <a:p>
            <a:endParaRPr lang="en-US" dirty="0"/>
          </a:p>
        </p:txBody>
      </p:sp>
      <p:grpSp>
        <p:nvGrpSpPr>
          <p:cNvPr id="2232" name="Google Shape;2232;p34"/>
          <p:cNvGrpSpPr/>
          <p:nvPr/>
        </p:nvGrpSpPr>
        <p:grpSpPr>
          <a:xfrm rot="10800000" flipH="1">
            <a:off x="-2596334" y="-2752056"/>
            <a:ext cx="4962601" cy="16181231"/>
            <a:chOff x="-3170262" y="3452177"/>
            <a:chExt cx="3721951" cy="12135923"/>
          </a:xfrm>
        </p:grpSpPr>
        <p:sp>
          <p:nvSpPr>
            <p:cNvPr id="2233" name="Google Shape;2233;p3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4" name="Google Shape;2234;p3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5" name="Google Shape;2235;p3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6" name="Google Shape;2236;p3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7" name="Google Shape;2237;p3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8" name="Google Shape;2238;p3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9" name="Google Shape;2239;p3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0" name="Google Shape;2240;p3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1" name="Google Shape;2241;p3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2" name="Google Shape;2242;p3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3" name="Google Shape;2243;p3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4" name="Google Shape;2244;p3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5" name="Google Shape;2245;p3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6" name="Google Shape;2246;p3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7" name="Google Shape;2247;p3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8" name="Google Shape;2248;p3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9" name="Google Shape;2249;p3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0" name="Google Shape;2250;p3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1" name="Google Shape;2251;p3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2" name="Google Shape;2252;p3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3" name="Google Shape;2253;p3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4" name="Google Shape;2254;p3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5" name="Google Shape;2255;p3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6" name="Google Shape;2256;p3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7" name="Google Shape;2257;p3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8" name="Google Shape;2258;p3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9" name="Google Shape;2259;p3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0" name="Google Shape;2260;p3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1" name="Google Shape;2261;p3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2" name="Google Shape;2262;p3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3" name="Google Shape;2263;p3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4" name="Google Shape;2264;p3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5" name="Google Shape;2265;p3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6" name="Google Shape;2266;p3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7" name="Google Shape;2267;p3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8" name="Google Shape;2268;p3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9" name="Google Shape;2269;p3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0" name="Google Shape;2270;p3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1" name="Google Shape;2271;p3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2" name="Google Shape;2272;p3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3" name="Google Shape;2273;p3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4" name="Google Shape;2274;p3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5" name="Google Shape;2275;p3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6" name="Google Shape;2276;p3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7" name="Google Shape;2277;p3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8" name="Google Shape;2278;p3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9" name="Google Shape;2279;p3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0" name="Google Shape;2280;p3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1" name="Google Shape;2281;p3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2" name="Google Shape;2282;p3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3" name="Google Shape;2283;p3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4" name="Google Shape;2284;p3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5" name="Google Shape;2285;p3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6" name="Google Shape;2286;p3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7" name="Google Shape;2287;p3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8" name="Google Shape;2288;p3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289" name="Google Shape;2289;p34"/>
          <p:cNvGrpSpPr/>
          <p:nvPr/>
        </p:nvGrpSpPr>
        <p:grpSpPr>
          <a:xfrm rot="10800000">
            <a:off x="-3554534" y="-1958056"/>
            <a:ext cx="4962601" cy="16181231"/>
            <a:chOff x="-3170262" y="3452177"/>
            <a:chExt cx="3721951" cy="12135923"/>
          </a:xfrm>
        </p:grpSpPr>
        <p:sp>
          <p:nvSpPr>
            <p:cNvPr id="2290" name="Google Shape;2290;p3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1" name="Google Shape;2291;p3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2" name="Google Shape;2292;p3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3" name="Google Shape;2293;p3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4" name="Google Shape;2294;p3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5" name="Google Shape;2295;p3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6" name="Google Shape;2296;p3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7" name="Google Shape;2297;p3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8" name="Google Shape;2298;p3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9" name="Google Shape;2299;p3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0" name="Google Shape;2300;p3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1" name="Google Shape;2301;p3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2" name="Google Shape;2302;p3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3" name="Google Shape;2303;p3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4" name="Google Shape;2304;p3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5" name="Google Shape;2305;p3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6" name="Google Shape;2306;p3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7" name="Google Shape;2307;p3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8" name="Google Shape;2308;p3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9" name="Google Shape;2309;p3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0" name="Google Shape;2310;p3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1" name="Google Shape;2311;p3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2" name="Google Shape;2312;p3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3" name="Google Shape;2313;p3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4" name="Google Shape;2314;p3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5" name="Google Shape;2315;p3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6" name="Google Shape;2316;p3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7" name="Google Shape;2317;p3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8" name="Google Shape;2318;p3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9" name="Google Shape;2319;p3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0" name="Google Shape;2320;p3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1" name="Google Shape;2321;p3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2" name="Google Shape;2322;p3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3" name="Google Shape;2323;p3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4" name="Google Shape;2324;p3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5" name="Google Shape;2325;p3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6" name="Google Shape;2326;p3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7" name="Google Shape;2327;p3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8" name="Google Shape;2328;p3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9" name="Google Shape;2329;p3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0" name="Google Shape;2330;p3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1" name="Google Shape;2331;p3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2" name="Google Shape;2332;p3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3" name="Google Shape;2333;p3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4" name="Google Shape;2334;p3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5" name="Google Shape;2335;p3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6" name="Google Shape;2336;p3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7" name="Google Shape;2337;p3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8" name="Google Shape;2338;p3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9" name="Google Shape;2339;p3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0" name="Google Shape;2340;p3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1" name="Google Shape;2341;p3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2" name="Google Shape;2342;p3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3" name="Google Shape;2343;p3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4" name="Google Shape;2344;p3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5" name="Google Shape;2345;p3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346" name="Google Shape;2346;p34"/>
          <p:cNvGrpSpPr/>
          <p:nvPr/>
        </p:nvGrpSpPr>
        <p:grpSpPr>
          <a:xfrm flipH="1">
            <a:off x="9825733" y="-6346905"/>
            <a:ext cx="4962601" cy="16181231"/>
            <a:chOff x="-3170262" y="3452177"/>
            <a:chExt cx="3721951" cy="12135923"/>
          </a:xfrm>
        </p:grpSpPr>
        <p:sp>
          <p:nvSpPr>
            <p:cNvPr id="2347" name="Google Shape;2347;p3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8" name="Google Shape;2348;p3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9" name="Google Shape;2349;p3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0" name="Google Shape;2350;p3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1" name="Google Shape;2351;p3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2" name="Google Shape;2352;p3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3" name="Google Shape;2353;p3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4" name="Google Shape;2354;p3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5" name="Google Shape;2355;p3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6" name="Google Shape;2356;p3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7" name="Google Shape;2357;p3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8" name="Google Shape;2358;p3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9" name="Google Shape;2359;p3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0" name="Google Shape;2360;p3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1" name="Google Shape;2361;p3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2" name="Google Shape;2362;p3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3" name="Google Shape;2363;p3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4" name="Google Shape;2364;p3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5" name="Google Shape;2365;p3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6" name="Google Shape;2366;p3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7" name="Google Shape;2367;p3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8" name="Google Shape;2368;p3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9" name="Google Shape;2369;p3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0" name="Google Shape;2370;p3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1" name="Google Shape;2371;p3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2" name="Google Shape;2372;p3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3" name="Google Shape;2373;p3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4" name="Google Shape;2374;p3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5" name="Google Shape;2375;p3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6" name="Google Shape;2376;p3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7" name="Google Shape;2377;p3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8" name="Google Shape;2378;p3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9" name="Google Shape;2379;p3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0" name="Google Shape;2380;p3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1" name="Google Shape;2381;p3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2" name="Google Shape;2382;p3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3" name="Google Shape;2383;p3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4" name="Google Shape;2384;p3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5" name="Google Shape;2385;p3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6" name="Google Shape;2386;p3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7" name="Google Shape;2387;p3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8" name="Google Shape;2388;p3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9" name="Google Shape;2389;p3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0" name="Google Shape;2390;p3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1" name="Google Shape;2391;p3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2" name="Google Shape;2392;p3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3" name="Google Shape;2393;p3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4" name="Google Shape;2394;p3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5" name="Google Shape;2395;p3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6" name="Google Shape;2396;p3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7" name="Google Shape;2397;p3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8" name="Google Shape;2398;p3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9" name="Google Shape;2399;p3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0" name="Google Shape;2400;p3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1" name="Google Shape;2401;p3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2" name="Google Shape;2402;p3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03" name="Google Shape;2403;p34"/>
          <p:cNvGrpSpPr/>
          <p:nvPr/>
        </p:nvGrpSpPr>
        <p:grpSpPr>
          <a:xfrm>
            <a:off x="10783933" y="-7140905"/>
            <a:ext cx="4962601" cy="16181231"/>
            <a:chOff x="-3170262" y="3452177"/>
            <a:chExt cx="3721951" cy="12135923"/>
          </a:xfrm>
        </p:grpSpPr>
        <p:sp>
          <p:nvSpPr>
            <p:cNvPr id="2404" name="Google Shape;2404;p3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5" name="Google Shape;2405;p3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6" name="Google Shape;2406;p3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7" name="Google Shape;2407;p3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8" name="Google Shape;2408;p3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9" name="Google Shape;2409;p3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0" name="Google Shape;2410;p3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1" name="Google Shape;2411;p3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2" name="Google Shape;2412;p3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3" name="Google Shape;2413;p3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4" name="Google Shape;2414;p3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5" name="Google Shape;2415;p3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6" name="Google Shape;2416;p3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7" name="Google Shape;2417;p3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8" name="Google Shape;2418;p3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9" name="Google Shape;2419;p3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0" name="Google Shape;2420;p3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1" name="Google Shape;2421;p3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2" name="Google Shape;2422;p3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3" name="Google Shape;2423;p3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4" name="Google Shape;2424;p3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5" name="Google Shape;2425;p3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6" name="Google Shape;2426;p3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7" name="Google Shape;2427;p3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8" name="Google Shape;2428;p3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9" name="Google Shape;2429;p3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0" name="Google Shape;2430;p3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1" name="Google Shape;2431;p3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2" name="Google Shape;2432;p34"/>
            <p:cNvSpPr/>
            <p:nvPr/>
          </p:nvSpPr>
          <p:spPr>
            <a:xfrm rot="10800000" flipH="1">
              <a:off x="-3118587" y="3494700"/>
              <a:ext cx="3535035" cy="8139899"/>
            </a:xfrm>
            <a:custGeom>
              <a:avLst/>
              <a:gdLst/>
              <a:ahLst/>
              <a:cxnLst/>
              <a:rect l="l" t="t" r="r" b="b"/>
              <a:pathLst>
                <a:path w="30611" h="70486" fill="none" extrusionOk="0">
                  <a:moveTo>
                    <a:pt x="449" y="50202"/>
                  </a:moveTo>
                  <a:lnTo>
                    <a:pt x="449" y="55008"/>
                  </a:lnTo>
                  <a:lnTo>
                    <a:pt x="3361" y="57941"/>
                  </a:lnTo>
                  <a:lnTo>
                    <a:pt x="3361" y="61851"/>
                  </a:lnTo>
                  <a:lnTo>
                    <a:pt x="1" y="65232"/>
                  </a:lnTo>
                  <a:lnTo>
                    <a:pt x="1" y="70486"/>
                  </a:lnTo>
                  <a:lnTo>
                    <a:pt x="7597" y="70486"/>
                  </a:lnTo>
                  <a:lnTo>
                    <a:pt x="10224" y="67859"/>
                  </a:lnTo>
                  <a:lnTo>
                    <a:pt x="17882" y="67859"/>
                  </a:lnTo>
                  <a:lnTo>
                    <a:pt x="20407" y="70384"/>
                  </a:lnTo>
                  <a:lnTo>
                    <a:pt x="30610" y="70384"/>
                  </a:lnTo>
                  <a:lnTo>
                    <a:pt x="30610" y="27413"/>
                  </a:lnTo>
                  <a:lnTo>
                    <a:pt x="28187" y="24989"/>
                  </a:lnTo>
                  <a:lnTo>
                    <a:pt x="28187" y="15458"/>
                  </a:lnTo>
                  <a:lnTo>
                    <a:pt x="30549" y="13116"/>
                  </a:lnTo>
                  <a:lnTo>
                    <a:pt x="30549" y="1"/>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3" name="Google Shape;2433;p34"/>
            <p:cNvSpPr/>
            <p:nvPr/>
          </p:nvSpPr>
          <p:spPr>
            <a:xfrm rot="10800000" flipH="1">
              <a:off x="-3036246" y="7546946"/>
              <a:ext cx="115" cy="2140237"/>
            </a:xfrm>
            <a:custGeom>
              <a:avLst/>
              <a:gdLst/>
              <a:ahLst/>
              <a:cxnLst/>
              <a:rect l="l" t="t" r="r" b="b"/>
              <a:pathLst>
                <a:path w="1" h="18533" fill="none" extrusionOk="0">
                  <a:moveTo>
                    <a:pt x="1" y="0"/>
                  </a:moveTo>
                  <a:lnTo>
                    <a:pt x="1" y="18533"/>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4" name="Google Shape;2434;p34"/>
            <p:cNvSpPr/>
            <p:nvPr/>
          </p:nvSpPr>
          <p:spPr>
            <a:xfrm rot="10800000" flipH="1">
              <a:off x="-3066849" y="6509634"/>
              <a:ext cx="115" cy="557550"/>
            </a:xfrm>
            <a:custGeom>
              <a:avLst/>
              <a:gdLst/>
              <a:ahLst/>
              <a:cxnLst/>
              <a:rect l="l" t="t" r="r" b="b"/>
              <a:pathLst>
                <a:path w="1" h="4828" fill="none" extrusionOk="0">
                  <a:moveTo>
                    <a:pt x="1" y="1"/>
                  </a:moveTo>
                  <a:lnTo>
                    <a:pt x="1" y="4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5" name="Google Shape;2435;p34"/>
            <p:cNvSpPr/>
            <p:nvPr/>
          </p:nvSpPr>
          <p:spPr>
            <a:xfrm rot="10800000" flipH="1">
              <a:off x="-3043291" y="10468067"/>
              <a:ext cx="425784" cy="5061252"/>
            </a:xfrm>
            <a:custGeom>
              <a:avLst/>
              <a:gdLst/>
              <a:ahLst/>
              <a:cxnLst/>
              <a:rect l="l" t="t" r="r" b="b"/>
              <a:pathLst>
                <a:path w="3687" h="43827" fill="none" extrusionOk="0">
                  <a:moveTo>
                    <a:pt x="3687" y="0"/>
                  </a:moveTo>
                  <a:lnTo>
                    <a:pt x="0" y="3686"/>
                  </a:lnTo>
                  <a:lnTo>
                    <a:pt x="0" y="21099"/>
                  </a:lnTo>
                  <a:lnTo>
                    <a:pt x="3116" y="24235"/>
                  </a:lnTo>
                  <a:lnTo>
                    <a:pt x="3116" y="30528"/>
                  </a:lnTo>
                  <a:lnTo>
                    <a:pt x="448" y="33196"/>
                  </a:lnTo>
                  <a:lnTo>
                    <a:pt x="448" y="43827"/>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6" name="Google Shape;2436;p34"/>
            <p:cNvSpPr/>
            <p:nvPr/>
          </p:nvSpPr>
          <p:spPr>
            <a:xfrm rot="10800000" flipH="1">
              <a:off x="-1354675" y="14357979"/>
              <a:ext cx="1771155" cy="1171339"/>
            </a:xfrm>
            <a:custGeom>
              <a:avLst/>
              <a:gdLst/>
              <a:ahLst/>
              <a:cxnLst/>
              <a:rect l="l" t="t" r="r" b="b"/>
              <a:pathLst>
                <a:path w="15337" h="10143" fill="none" extrusionOk="0">
                  <a:moveTo>
                    <a:pt x="1" y="0"/>
                  </a:moveTo>
                  <a:lnTo>
                    <a:pt x="4461" y="0"/>
                  </a:lnTo>
                  <a:lnTo>
                    <a:pt x="5724" y="1263"/>
                  </a:lnTo>
                  <a:lnTo>
                    <a:pt x="7353" y="1263"/>
                  </a:lnTo>
                  <a:lnTo>
                    <a:pt x="8554" y="61"/>
                  </a:lnTo>
                  <a:lnTo>
                    <a:pt x="15336" y="61"/>
                  </a:lnTo>
                  <a:lnTo>
                    <a:pt x="15336" y="10142"/>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7" name="Google Shape;2437;p34"/>
            <p:cNvSpPr/>
            <p:nvPr/>
          </p:nvSpPr>
          <p:spPr>
            <a:xfrm rot="10800000" flipH="1">
              <a:off x="197669" y="9703588"/>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8" name="Google Shape;2438;p34"/>
            <p:cNvSpPr/>
            <p:nvPr/>
          </p:nvSpPr>
          <p:spPr>
            <a:xfrm rot="10800000" flipH="1">
              <a:off x="197669" y="949190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9" name="Google Shape;2439;p34"/>
            <p:cNvSpPr/>
            <p:nvPr/>
          </p:nvSpPr>
          <p:spPr>
            <a:xfrm rot="10800000" flipH="1">
              <a:off x="197669" y="9277912"/>
              <a:ext cx="244707" cy="333975"/>
            </a:xfrm>
            <a:custGeom>
              <a:avLst/>
              <a:gdLst/>
              <a:ahLst/>
              <a:cxnLst/>
              <a:rect l="l" t="t" r="r" b="b"/>
              <a:pathLst>
                <a:path w="2119" h="2892" extrusionOk="0">
                  <a:moveTo>
                    <a:pt x="2118" y="0"/>
                  </a:moveTo>
                  <a:lnTo>
                    <a:pt x="0" y="2037"/>
                  </a:lnTo>
                  <a:lnTo>
                    <a:pt x="0" y="2892"/>
                  </a:lnTo>
                  <a:lnTo>
                    <a:pt x="2118" y="835"/>
                  </a:lnTo>
                  <a:lnTo>
                    <a:pt x="2118"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0" name="Google Shape;2440;p34"/>
            <p:cNvSpPr/>
            <p:nvPr/>
          </p:nvSpPr>
          <p:spPr>
            <a:xfrm rot="10800000" flipH="1">
              <a:off x="197669" y="9066228"/>
              <a:ext cx="244707" cy="334091"/>
            </a:xfrm>
            <a:custGeom>
              <a:avLst/>
              <a:gdLst/>
              <a:ahLst/>
              <a:cxnLst/>
              <a:rect l="l" t="t" r="r" b="b"/>
              <a:pathLst>
                <a:path w="2119" h="2893" extrusionOk="0">
                  <a:moveTo>
                    <a:pt x="2118" y="1"/>
                  </a:moveTo>
                  <a:lnTo>
                    <a:pt x="0" y="2037"/>
                  </a:lnTo>
                  <a:lnTo>
                    <a:pt x="0" y="2893"/>
                  </a:lnTo>
                  <a:lnTo>
                    <a:pt x="2118" y="83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1" name="Google Shape;2441;p34"/>
            <p:cNvSpPr/>
            <p:nvPr/>
          </p:nvSpPr>
          <p:spPr>
            <a:xfrm rot="10800000" flipH="1">
              <a:off x="197669" y="8854545"/>
              <a:ext cx="244707" cy="334091"/>
            </a:xfrm>
            <a:custGeom>
              <a:avLst/>
              <a:gdLst/>
              <a:ahLst/>
              <a:cxnLst/>
              <a:rect l="l" t="t" r="r" b="b"/>
              <a:pathLst>
                <a:path w="2119" h="2893" extrusionOk="0">
                  <a:moveTo>
                    <a:pt x="2118" y="1"/>
                  </a:moveTo>
                  <a:lnTo>
                    <a:pt x="0" y="2058"/>
                  </a:lnTo>
                  <a:lnTo>
                    <a:pt x="0" y="2893"/>
                  </a:lnTo>
                  <a:lnTo>
                    <a:pt x="2118" y="856"/>
                  </a:lnTo>
                  <a:lnTo>
                    <a:pt x="2118" y="1"/>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2" name="Google Shape;2442;p34"/>
            <p:cNvSpPr/>
            <p:nvPr/>
          </p:nvSpPr>
          <p:spPr>
            <a:xfrm rot="10800000" flipH="1">
              <a:off x="-2667042" y="4708190"/>
              <a:ext cx="169528" cy="6876983"/>
            </a:xfrm>
            <a:custGeom>
              <a:avLst/>
              <a:gdLst/>
              <a:ahLst/>
              <a:cxnLst/>
              <a:rect l="l" t="t" r="r" b="b"/>
              <a:pathLst>
                <a:path w="1468" h="59550" fill="none" extrusionOk="0">
                  <a:moveTo>
                    <a:pt x="1467" y="59549"/>
                  </a:moveTo>
                  <a:lnTo>
                    <a:pt x="1467" y="12749"/>
                  </a:lnTo>
                  <a:lnTo>
                    <a:pt x="1" y="11303"/>
                  </a:lnTo>
                  <a:lnTo>
                    <a:pt x="1" y="0"/>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3" name="Google Shape;2443;p34"/>
            <p:cNvSpPr/>
            <p:nvPr/>
          </p:nvSpPr>
          <p:spPr>
            <a:xfrm rot="10800000" flipH="1">
              <a:off x="-2617614" y="13271394"/>
              <a:ext cx="115" cy="1655904"/>
            </a:xfrm>
            <a:custGeom>
              <a:avLst/>
              <a:gdLst/>
              <a:ahLst/>
              <a:cxnLst/>
              <a:rect l="l" t="t" r="r" b="b"/>
              <a:pathLst>
                <a:path w="1" h="14339" fill="none" extrusionOk="0">
                  <a:moveTo>
                    <a:pt x="1" y="1"/>
                  </a:moveTo>
                  <a:lnTo>
                    <a:pt x="1" y="14338"/>
                  </a:lnTo>
                </a:path>
              </a:pathLst>
            </a:custGeom>
            <a:noFill/>
            <a:ln w="28575" cap="rnd" cmpd="sng">
              <a:solidFill>
                <a:schemeClr val="accent1"/>
              </a:solidFill>
              <a:prstDash val="solid"/>
              <a:round/>
              <a:headEnd type="none" w="sm" len="sm"/>
              <a:tailEnd type="none" w="sm" len="sm"/>
            </a:ln>
            <a:effectLst>
              <a:outerShdw blurRad="128588" algn="bl" rotWithShape="0">
                <a:schemeClr val="accent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4" name="Google Shape;2444;p34"/>
            <p:cNvSpPr/>
            <p:nvPr/>
          </p:nvSpPr>
          <p:spPr>
            <a:xfrm rot="-5400000">
              <a:off x="-740256" y="5261506"/>
              <a:ext cx="2315739"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5" name="Google Shape;2445;p34"/>
            <p:cNvSpPr/>
            <p:nvPr/>
          </p:nvSpPr>
          <p:spPr>
            <a:xfrm rot="-5400000">
              <a:off x="62588" y="7086982"/>
              <a:ext cx="707751"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6" name="Google Shape;2446;p34"/>
            <p:cNvSpPr/>
            <p:nvPr/>
          </p:nvSpPr>
          <p:spPr>
            <a:xfrm rot="-5400000">
              <a:off x="-552634"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7" name="Google Shape;2447;p34"/>
            <p:cNvSpPr/>
            <p:nvPr/>
          </p:nvSpPr>
          <p:spPr>
            <a:xfrm rot="-5400000">
              <a:off x="157865"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8" name="Google Shape;2448;p34"/>
            <p:cNvSpPr/>
            <p:nvPr/>
          </p:nvSpPr>
          <p:spPr>
            <a:xfrm rot="-5400000">
              <a:off x="-78968"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9" name="Google Shape;2449;p34"/>
            <p:cNvSpPr/>
            <p:nvPr/>
          </p:nvSpPr>
          <p:spPr>
            <a:xfrm rot="-5400000">
              <a:off x="-315801" y="34521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0" name="Google Shape;2450;p34"/>
            <p:cNvSpPr/>
            <p:nvPr/>
          </p:nvSpPr>
          <p:spPr>
            <a:xfrm rot="-5400000">
              <a:off x="-3391983" y="8655203"/>
              <a:ext cx="711592" cy="268151"/>
            </a:xfrm>
            <a:custGeom>
              <a:avLst/>
              <a:gdLst/>
              <a:ahLst/>
              <a:cxnLst/>
              <a:rect l="l" t="t" r="r" b="b"/>
              <a:pathLst>
                <a:path w="15520" h="1630" extrusionOk="0">
                  <a:moveTo>
                    <a:pt x="0" y="0"/>
                  </a:moveTo>
                  <a:lnTo>
                    <a:pt x="0" y="1629"/>
                  </a:lnTo>
                  <a:lnTo>
                    <a:pt x="15519" y="1629"/>
                  </a:lnTo>
                  <a:lnTo>
                    <a:pt x="15519"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1" name="Google Shape;2451;p34"/>
            <p:cNvSpPr/>
            <p:nvPr/>
          </p:nvSpPr>
          <p:spPr>
            <a:xfrm rot="-5400000">
              <a:off x="357699" y="11552145"/>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2" name="Google Shape;2452;p34"/>
            <p:cNvSpPr/>
            <p:nvPr/>
          </p:nvSpPr>
          <p:spPr>
            <a:xfrm rot="-5400000">
              <a:off x="357699" y="1273774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3" name="Google Shape;2453;p34"/>
            <p:cNvSpPr/>
            <p:nvPr/>
          </p:nvSpPr>
          <p:spPr>
            <a:xfrm rot="-5400000">
              <a:off x="357699" y="12500629"/>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4" name="Google Shape;2454;p34"/>
            <p:cNvSpPr/>
            <p:nvPr/>
          </p:nvSpPr>
          <p:spPr>
            <a:xfrm rot="-5400000">
              <a:off x="357699" y="12263508"/>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5" name="Google Shape;2455;p34"/>
            <p:cNvSpPr/>
            <p:nvPr/>
          </p:nvSpPr>
          <p:spPr>
            <a:xfrm rot="-5400000">
              <a:off x="357699" y="1202638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6" name="Google Shape;2456;p34"/>
            <p:cNvSpPr/>
            <p:nvPr/>
          </p:nvSpPr>
          <p:spPr>
            <a:xfrm rot="-5400000">
              <a:off x="357699" y="11789266"/>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7" name="Google Shape;2457;p34"/>
            <p:cNvSpPr/>
            <p:nvPr/>
          </p:nvSpPr>
          <p:spPr>
            <a:xfrm rot="-5400000">
              <a:off x="357699" y="14299332"/>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8" name="Google Shape;2458;p34"/>
            <p:cNvSpPr/>
            <p:nvPr/>
          </p:nvSpPr>
          <p:spPr>
            <a:xfrm rot="-5400000">
              <a:off x="-1413456"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9" name="Google Shape;2459;p34"/>
            <p:cNvSpPr/>
            <p:nvPr/>
          </p:nvSpPr>
          <p:spPr>
            <a:xfrm rot="-5400000">
              <a:off x="-1128633" y="15470577"/>
              <a:ext cx="117523" cy="117523"/>
            </a:xfrm>
            <a:custGeom>
              <a:avLst/>
              <a:gdLst/>
              <a:ahLst/>
              <a:cxnLst/>
              <a:rect l="l" t="t" r="r" b="b"/>
              <a:pathLst>
                <a:path w="1630" h="1630" extrusionOk="0">
                  <a:moveTo>
                    <a:pt x="1" y="0"/>
                  </a:moveTo>
                  <a:lnTo>
                    <a:pt x="1" y="1629"/>
                  </a:lnTo>
                  <a:lnTo>
                    <a:pt x="1630" y="1629"/>
                  </a:lnTo>
                  <a:lnTo>
                    <a:pt x="1630" y="0"/>
                  </a:lnTo>
                  <a:close/>
                </a:path>
              </a:pathLst>
            </a:custGeom>
            <a:solidFill>
              <a:schemeClr val="accent1"/>
            </a:solidFill>
            <a:ln>
              <a:noFill/>
            </a:ln>
            <a:effectLst>
              <a:outerShdw blurRad="457200" dist="19050" algn="bl" rotWithShape="0">
                <a:schemeClr val="accen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omputer Science &amp; Mathematics Major For College: Computer Science &amp; Programming by Slidesgo">
  <a:themeElements>
    <a:clrScheme name="Simple Light">
      <a:dk1>
        <a:srgbClr val="000304"/>
      </a:dk1>
      <a:lt1>
        <a:srgbClr val="FFFFFF"/>
      </a:lt1>
      <a:dk2>
        <a:srgbClr val="00A4FF"/>
      </a:dk2>
      <a:lt2>
        <a:srgbClr val="E63B00"/>
      </a:lt2>
      <a:accent1>
        <a:srgbClr val="00E9FF"/>
      </a:accent1>
      <a:accent2>
        <a:srgbClr val="FFFFFF"/>
      </a:accent2>
      <a:accent3>
        <a:srgbClr val="91A7A8"/>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447</TotalTime>
  <Words>1266</Words>
  <Application>Microsoft Office PowerPoint</Application>
  <PresentationFormat>Widescreen</PresentationFormat>
  <Paragraphs>274</Paragraphs>
  <Slides>15</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Aptos</vt:lpstr>
      <vt:lpstr>Aptos Black</vt:lpstr>
      <vt:lpstr>Aptos Display</vt:lpstr>
      <vt:lpstr>Arial</vt:lpstr>
      <vt:lpstr>Consolas</vt:lpstr>
      <vt:lpstr>Play</vt:lpstr>
      <vt:lpstr>Source Sans Pro</vt:lpstr>
      <vt:lpstr>Office Theme</vt:lpstr>
      <vt:lpstr>Computer Science &amp; Mathematics Major For College: Computer Science &amp; Programming by Slidesgo</vt:lpstr>
      <vt:lpstr>DEALING WITH OBJECTS IN OOP</vt:lpstr>
      <vt:lpstr>DEALING WITH OBJECTS IN OOP</vt:lpstr>
      <vt:lpstr>THE EVOLUTION OF SOFTWARE PROGRAMMING METHODS</vt:lpstr>
      <vt:lpstr>THE EVOLUTION OF SOFTWARE PROGRAMMING METHODS</vt:lpstr>
      <vt:lpstr>THE EVOLUTION OF SOFTWARE PROGRAMMING METHODS</vt:lpstr>
      <vt:lpstr>THE EVOLUTION OF SOFTWARE PROGRAMMING METHODS</vt:lpstr>
      <vt:lpstr>THE EVOLUTION OF SOFTWARE PROGRAMMING METHODS</vt:lpstr>
      <vt:lpstr>PowerPoint Presentation</vt:lpstr>
      <vt:lpstr>PowerPoint Presentation</vt:lpstr>
      <vt:lpstr>PowerPoint Presentation</vt:lpstr>
      <vt:lpstr>PowerPoint Presentation</vt:lpstr>
      <vt:lpstr>PowerPoint Presentation</vt:lpstr>
      <vt:lpstr>PowerPoint Presentation</vt:lpstr>
      <vt:lpstr>FROM CHAOS TO STRUCTURE</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Ahmed Shehata</dc:creator>
  <cp:lastModifiedBy>Ahmed Ahmed Shehata</cp:lastModifiedBy>
  <cp:revision>3</cp:revision>
  <dcterms:created xsi:type="dcterms:W3CDTF">2025-12-05T13:18:07Z</dcterms:created>
  <dcterms:modified xsi:type="dcterms:W3CDTF">2025-12-05T20:45:18Z</dcterms:modified>
</cp:coreProperties>
</file>